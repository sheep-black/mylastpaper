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71" r:id="rId4"/>
    <p:sldId id="268" r:id="rId5"/>
    <p:sldId id="269" r:id="rId6"/>
    <p:sldId id="272" r:id="rId7"/>
    <p:sldId id="258" r:id="rId8"/>
    <p:sldId id="259" r:id="rId9"/>
    <p:sldId id="261" r:id="rId10"/>
    <p:sldId id="263" r:id="rId11"/>
    <p:sldId id="270" r:id="rId12"/>
    <p:sldId id="264" r:id="rId13"/>
    <p:sldId id="262" r:id="rId14"/>
    <p:sldId id="265" r:id="rId15"/>
    <p:sldId id="266" r:id="rId16"/>
    <p:sldId id="267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CA87"/>
    <a:srgbClr val="F5B184"/>
    <a:srgbClr val="FBE5D6"/>
    <a:srgbClr val="B4C7E7"/>
    <a:srgbClr val="FFF2CC"/>
    <a:srgbClr val="C1E9F4"/>
    <a:srgbClr val="FCEADE"/>
    <a:srgbClr val="FDEFCF"/>
    <a:srgbClr val="D9DADC"/>
    <a:srgbClr val="FBD7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11" autoAdjust="0"/>
    <p:restoredTop sz="92741" autoAdjust="0"/>
  </p:normalViewPr>
  <p:slideViewPr>
    <p:cSldViewPr snapToGrid="0">
      <p:cViewPr varScale="1">
        <p:scale>
          <a:sx n="74" d="100"/>
          <a:sy n="74" d="100"/>
        </p:scale>
        <p:origin x="77" y="19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E610FF-D711-49A2-A176-34BAE6631E5F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FD2618-F8AB-409A-91B6-50D8B46A358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87110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FD2618-F8AB-409A-91B6-50D8B46A358A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19128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B7DFCD-EA9C-C597-4B3C-0823F705F6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BB7FE97-41B9-671F-2DB9-778B603FFE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FF6F1A0-169C-18A8-63A0-777BCCDCC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DB76C-04BE-4004-81C4-6AD4FA06FBAE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FAF7AAC-9E0C-7879-25B3-B8B591A42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1027AA4-B586-CA9C-81D8-F36FB1E50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43BFA-6CC6-4C16-80A9-4F2EA70F6E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27722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026C6A-D4CA-9B4C-F5E8-0526A74B0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54CA04E-D198-3149-190E-0F41F9D70B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7A310A-B186-E1B8-D501-E1C91F2E9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DB76C-04BE-4004-81C4-6AD4FA06FBAE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9EB0A88-F9FF-BDDB-A163-0E27D0B4C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1E03201-0D86-088B-348F-E9A225C79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43BFA-6CC6-4C16-80A9-4F2EA70F6E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7381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B8473C-9825-0EAE-9FFA-85D3A843E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5A2C815-A982-612F-7400-4172ED7CBE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627755-6008-A2D2-2CF6-D603A7247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DB76C-04BE-4004-81C4-6AD4FA06FBAE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2298AE0-9439-26C5-B5BD-DCCAFFC16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08D5BD8-1EF8-9653-B09D-E03A5CC21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43BFA-6CC6-4C16-80A9-4F2EA70F6E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83961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9D87A3-F525-04E1-050B-37B6EA80A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2FA1900-A88C-D7F2-04B3-1390497C26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8815C8E-4817-9F3C-9086-4CE503D62A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49852C7-24B5-9111-5063-E4EC9A819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DB76C-04BE-4004-81C4-6AD4FA06FBAE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C9DB0EE-4EFF-6154-90CC-42693F16B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0938279-24BD-8BDD-A38A-B3762FF34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43BFA-6CC6-4C16-80A9-4F2EA70F6E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0079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3CE15D-4B32-F14F-E214-EF775EB23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057CC14-BEC6-D4E3-40A0-81784C5083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D3E7B7E-8E8A-D81C-072C-3709B3D502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2D45FD9-5F56-753E-AB51-62EC32D837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8309590-9823-C4A8-44F2-0006AA24E6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4486F3E-64F7-84FB-A822-B1E9D307D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DB76C-04BE-4004-81C4-6AD4FA06FBAE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A21E619-6AC9-180A-9958-B955E09DF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9FDFE60-F66F-9B96-712B-F42EDC0CB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43BFA-6CC6-4C16-80A9-4F2EA70F6E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0449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B15EB2-360D-CF31-0739-C38666DE4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7F3240A-89A0-372F-B3FC-151473238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DB76C-04BE-4004-81C4-6AD4FA06FBAE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6F1E331-3E10-B5F0-DF8C-5C7314252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3E237BD-F414-E646-2354-ADAD80476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43BFA-6CC6-4C16-80A9-4F2EA70F6E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5900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9E9D7E2-25A0-D18B-31BA-C21B8FA23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DB76C-04BE-4004-81C4-6AD4FA06FBAE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9BFEBE0-38D7-A800-4938-A904534CD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94B358-B616-1619-E9A7-6C963AA98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43BFA-6CC6-4C16-80A9-4F2EA70F6E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48446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90FAB0-A08A-64B2-B31A-EC005A240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F002AC4-CF57-8AA6-9291-067B6E1B1B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6E748A6-EF32-BA71-6CCF-7D456172E8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6F37E40-3F32-EA42-F20E-040722888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DB76C-04BE-4004-81C4-6AD4FA06FBAE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4C54284-1DB8-C052-8423-7E2570F62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7621FED-20A1-E076-2CE8-058FB3608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43BFA-6CC6-4C16-80A9-4F2EA70F6E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26730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997F66-26E3-E4EB-9228-DB264FEC6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00E1FC5-4F3B-FB9B-D97A-91AD09141C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8438A87-13C6-A705-615D-A8BB9E96F6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D6DE6D1-96AA-1B76-610C-A4BA2BBAC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DB76C-04BE-4004-81C4-6AD4FA06FBAE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E79DBC1-6D7F-0C03-19F0-107BBD603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E1E8E5C-2A4E-A563-ED70-0E9FA779F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43BFA-6CC6-4C16-80A9-4F2EA70F6E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99126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CCE5BC-942A-AAA6-3907-3917C8678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0C36C0C-3C43-169D-077E-86B937721A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90AB57C-9D60-0F81-73B0-DF9AFA939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DB76C-04BE-4004-81C4-6AD4FA06FBAE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5CCEB25-D9FC-5194-ED28-81078CB5A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6F3E4ED-D4B7-2C8D-4A36-E4C7DCDB1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43BFA-6CC6-4C16-80A9-4F2EA70F6E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62824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D49DED8-0F92-C96E-6F62-29C3918FC9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CE88BE7-A283-5D94-2886-FB4784DB1A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D4698CF-8E62-DC9D-E3FC-AD14B97FD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DB76C-04BE-4004-81C4-6AD4FA06FBAE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4091168-1793-9599-3784-5C97CE611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E51AB21-2AB0-5A6B-7223-57C7AC98F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43BFA-6CC6-4C16-80A9-4F2EA70F6E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4658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E2B62B7-080A-E90E-61E3-7622A0E41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F2F4FCF-19BB-12C1-4C14-CD71EF383B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059062F-7E9E-E950-F164-7FDC786D1F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3DB76C-04BE-4004-81C4-6AD4FA06FBAE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9F0B4BA-D680-6A0C-1C2E-037D87DF93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0E73AE8-69FD-E092-63ED-BDC2DC6E16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F43BFA-6CC6-4C16-80A9-4F2EA70F6E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207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.wmf"/><Relationship Id="rId18" Type="http://schemas.openxmlformats.org/officeDocument/2006/relationships/oleObject" Target="../embeddings/oleObject7.bin"/><Relationship Id="rId26" Type="http://schemas.openxmlformats.org/officeDocument/2006/relationships/oleObject" Target="../embeddings/oleObject11.bin"/><Relationship Id="rId39" Type="http://schemas.openxmlformats.org/officeDocument/2006/relationships/oleObject" Target="../embeddings/oleObject17.bin"/><Relationship Id="rId21" Type="http://schemas.openxmlformats.org/officeDocument/2006/relationships/image" Target="../media/image12.wmf"/><Relationship Id="rId34" Type="http://schemas.openxmlformats.org/officeDocument/2006/relationships/image" Target="../media/image18.wmf"/><Relationship Id="rId42" Type="http://schemas.openxmlformats.org/officeDocument/2006/relationships/image" Target="../media/image22.wmf"/><Relationship Id="rId47" Type="http://schemas.openxmlformats.org/officeDocument/2006/relationships/oleObject" Target="../embeddings/oleObject21.bin"/><Relationship Id="rId50" Type="http://schemas.openxmlformats.org/officeDocument/2006/relationships/oleObject" Target="../embeddings/oleObject22.bin"/><Relationship Id="rId55" Type="http://schemas.openxmlformats.org/officeDocument/2006/relationships/image" Target="../media/image28.wmf"/><Relationship Id="rId7" Type="http://schemas.openxmlformats.org/officeDocument/2006/relationships/image" Target="../media/image4.wmf"/><Relationship Id="rId2" Type="http://schemas.openxmlformats.org/officeDocument/2006/relationships/oleObject" Target="../embeddings/oleObject1.bin"/><Relationship Id="rId16" Type="http://schemas.openxmlformats.org/officeDocument/2006/relationships/image" Target="../media/image9.emf"/><Relationship Id="rId29" Type="http://schemas.openxmlformats.org/officeDocument/2006/relationships/oleObject" Target="../embeddings/oleObject12.bin"/><Relationship Id="rId11" Type="http://schemas.openxmlformats.org/officeDocument/2006/relationships/image" Target="../media/image6.wmf"/><Relationship Id="rId24" Type="http://schemas.openxmlformats.org/officeDocument/2006/relationships/oleObject" Target="../embeddings/oleObject10.bin"/><Relationship Id="rId32" Type="http://schemas.openxmlformats.org/officeDocument/2006/relationships/image" Target="../media/image17.wmf"/><Relationship Id="rId37" Type="http://schemas.openxmlformats.org/officeDocument/2006/relationships/oleObject" Target="../embeddings/oleObject16.bin"/><Relationship Id="rId40" Type="http://schemas.openxmlformats.org/officeDocument/2006/relationships/image" Target="../media/image21.wmf"/><Relationship Id="rId45" Type="http://schemas.openxmlformats.org/officeDocument/2006/relationships/oleObject" Target="../embeddings/oleObject20.bin"/><Relationship Id="rId53" Type="http://schemas.openxmlformats.org/officeDocument/2006/relationships/image" Target="../media/image27.wmf"/><Relationship Id="rId58" Type="http://schemas.openxmlformats.org/officeDocument/2006/relationships/image" Target="../media/image33.png"/><Relationship Id="rId5" Type="http://schemas.openxmlformats.org/officeDocument/2006/relationships/image" Target="../media/image3.emf"/><Relationship Id="rId19" Type="http://schemas.openxmlformats.org/officeDocument/2006/relationships/image" Target="../media/image11.wmf"/><Relationship Id="rId4" Type="http://schemas.openxmlformats.org/officeDocument/2006/relationships/image" Target="../media/image2.emf"/><Relationship Id="rId9" Type="http://schemas.openxmlformats.org/officeDocument/2006/relationships/image" Target="../media/image5.wmf"/><Relationship Id="rId14" Type="http://schemas.openxmlformats.org/officeDocument/2006/relationships/oleObject" Target="../embeddings/oleObject6.bin"/><Relationship Id="rId22" Type="http://schemas.openxmlformats.org/officeDocument/2006/relationships/oleObject" Target="../embeddings/oleObject9.bin"/><Relationship Id="rId27" Type="http://schemas.openxmlformats.org/officeDocument/2006/relationships/image" Target="../media/image15.wmf"/><Relationship Id="rId30" Type="http://schemas.openxmlformats.org/officeDocument/2006/relationships/image" Target="../media/image16.wmf"/><Relationship Id="rId35" Type="http://schemas.openxmlformats.org/officeDocument/2006/relationships/oleObject" Target="../embeddings/oleObject15.bin"/><Relationship Id="rId43" Type="http://schemas.openxmlformats.org/officeDocument/2006/relationships/oleObject" Target="../embeddings/oleObject19.bin"/><Relationship Id="rId48" Type="http://schemas.openxmlformats.org/officeDocument/2006/relationships/image" Target="../media/image25.wmf"/><Relationship Id="rId56" Type="http://schemas.openxmlformats.org/officeDocument/2006/relationships/image" Target="../media/image29.emf"/><Relationship Id="rId8" Type="http://schemas.openxmlformats.org/officeDocument/2006/relationships/oleObject" Target="../embeddings/oleObject3.bin"/><Relationship Id="rId51" Type="http://schemas.openxmlformats.org/officeDocument/2006/relationships/image" Target="../media/image26.wmf"/><Relationship Id="rId3" Type="http://schemas.openxmlformats.org/officeDocument/2006/relationships/image" Target="../media/image1.wmf"/><Relationship Id="rId12" Type="http://schemas.openxmlformats.org/officeDocument/2006/relationships/oleObject" Target="../embeddings/oleObject5.bin"/><Relationship Id="rId17" Type="http://schemas.openxmlformats.org/officeDocument/2006/relationships/image" Target="../media/image10.emf"/><Relationship Id="rId25" Type="http://schemas.openxmlformats.org/officeDocument/2006/relationships/image" Target="../media/image14.wmf"/><Relationship Id="rId33" Type="http://schemas.openxmlformats.org/officeDocument/2006/relationships/oleObject" Target="../embeddings/oleObject14.bin"/><Relationship Id="rId38" Type="http://schemas.openxmlformats.org/officeDocument/2006/relationships/image" Target="../media/image20.wmf"/><Relationship Id="rId46" Type="http://schemas.openxmlformats.org/officeDocument/2006/relationships/image" Target="../media/image24.wmf"/><Relationship Id="rId20" Type="http://schemas.openxmlformats.org/officeDocument/2006/relationships/oleObject" Target="../embeddings/oleObject8.bin"/><Relationship Id="rId41" Type="http://schemas.openxmlformats.org/officeDocument/2006/relationships/oleObject" Target="../embeddings/oleObject18.bin"/><Relationship Id="rId54" Type="http://schemas.openxmlformats.org/officeDocument/2006/relationships/oleObject" Target="../embeddings/oleObject2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.bin"/><Relationship Id="rId15" Type="http://schemas.openxmlformats.org/officeDocument/2006/relationships/image" Target="../media/image8.wmf"/><Relationship Id="rId23" Type="http://schemas.openxmlformats.org/officeDocument/2006/relationships/image" Target="../media/image13.wmf"/><Relationship Id="rId28" Type="http://schemas.openxmlformats.org/officeDocument/2006/relationships/image" Target="../media/image16.png"/><Relationship Id="rId36" Type="http://schemas.openxmlformats.org/officeDocument/2006/relationships/image" Target="../media/image19.wmf"/><Relationship Id="rId49" Type="http://schemas.openxmlformats.org/officeDocument/2006/relationships/image" Target="../media/image27.png"/><Relationship Id="rId57" Type="http://schemas.openxmlformats.org/officeDocument/2006/relationships/image" Target="../media/image30.emf"/><Relationship Id="rId10" Type="http://schemas.openxmlformats.org/officeDocument/2006/relationships/oleObject" Target="../embeddings/oleObject4.bin"/><Relationship Id="rId31" Type="http://schemas.openxmlformats.org/officeDocument/2006/relationships/oleObject" Target="../embeddings/oleObject13.bin"/><Relationship Id="rId44" Type="http://schemas.openxmlformats.org/officeDocument/2006/relationships/image" Target="../media/image23.wmf"/><Relationship Id="rId52" Type="http://schemas.openxmlformats.org/officeDocument/2006/relationships/oleObject" Target="../embeddings/oleObject23.bin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3.svg"/><Relationship Id="rId3" Type="http://schemas.openxmlformats.org/officeDocument/2006/relationships/image" Target="../media/image33.svg"/><Relationship Id="rId7" Type="http://schemas.openxmlformats.org/officeDocument/2006/relationships/image" Target="../media/image37.svg"/><Relationship Id="rId12" Type="http://schemas.openxmlformats.org/officeDocument/2006/relationships/image" Target="../media/image42.png"/><Relationship Id="rId17" Type="http://schemas.openxmlformats.org/officeDocument/2006/relationships/image" Target="../media/image47.png"/><Relationship Id="rId2" Type="http://schemas.openxmlformats.org/officeDocument/2006/relationships/image" Target="../media/image32.png"/><Relationship Id="rId16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11" Type="http://schemas.openxmlformats.org/officeDocument/2006/relationships/image" Target="../media/image41.svg"/><Relationship Id="rId5" Type="http://schemas.openxmlformats.org/officeDocument/2006/relationships/image" Target="../media/image35.svg"/><Relationship Id="rId15" Type="http://schemas.openxmlformats.org/officeDocument/2006/relationships/image" Target="../media/image45.png"/><Relationship Id="rId10" Type="http://schemas.openxmlformats.org/officeDocument/2006/relationships/image" Target="../media/image40.png"/><Relationship Id="rId4" Type="http://schemas.openxmlformats.org/officeDocument/2006/relationships/image" Target="../media/image34.png"/><Relationship Id="rId9" Type="http://schemas.openxmlformats.org/officeDocument/2006/relationships/image" Target="../media/image39.svg"/><Relationship Id="rId14" Type="http://schemas.openxmlformats.org/officeDocument/2006/relationships/image" Target="../media/image4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13" Type="http://schemas.openxmlformats.org/officeDocument/2006/relationships/image" Target="../media/image59.png"/><Relationship Id="rId18" Type="http://schemas.openxmlformats.org/officeDocument/2006/relationships/image" Target="../media/image64.png"/><Relationship Id="rId26" Type="http://schemas.openxmlformats.org/officeDocument/2006/relationships/image" Target="../media/image72.png"/><Relationship Id="rId3" Type="http://schemas.openxmlformats.org/officeDocument/2006/relationships/image" Target="../media/image49.png"/><Relationship Id="rId21" Type="http://schemas.openxmlformats.org/officeDocument/2006/relationships/image" Target="../media/image67.png"/><Relationship Id="rId7" Type="http://schemas.openxmlformats.org/officeDocument/2006/relationships/image" Target="../media/image53.svg"/><Relationship Id="rId12" Type="http://schemas.openxmlformats.org/officeDocument/2006/relationships/image" Target="../media/image58.png"/><Relationship Id="rId17" Type="http://schemas.openxmlformats.org/officeDocument/2006/relationships/image" Target="../media/image63.png"/><Relationship Id="rId25" Type="http://schemas.openxmlformats.org/officeDocument/2006/relationships/image" Target="../media/image71.png"/><Relationship Id="rId2" Type="http://schemas.openxmlformats.org/officeDocument/2006/relationships/image" Target="../media/image48.png"/><Relationship Id="rId16" Type="http://schemas.openxmlformats.org/officeDocument/2006/relationships/image" Target="../media/image62.png"/><Relationship Id="rId20" Type="http://schemas.openxmlformats.org/officeDocument/2006/relationships/image" Target="../media/image6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png"/><Relationship Id="rId11" Type="http://schemas.openxmlformats.org/officeDocument/2006/relationships/image" Target="../media/image57.png"/><Relationship Id="rId24" Type="http://schemas.openxmlformats.org/officeDocument/2006/relationships/image" Target="../media/image70.png"/><Relationship Id="rId5" Type="http://schemas.openxmlformats.org/officeDocument/2006/relationships/image" Target="../media/image51.svg"/><Relationship Id="rId15" Type="http://schemas.openxmlformats.org/officeDocument/2006/relationships/image" Target="../media/image61.png"/><Relationship Id="rId23" Type="http://schemas.openxmlformats.org/officeDocument/2006/relationships/image" Target="../media/image69.png"/><Relationship Id="rId10" Type="http://schemas.openxmlformats.org/officeDocument/2006/relationships/image" Target="../media/image56.png"/><Relationship Id="rId19" Type="http://schemas.openxmlformats.org/officeDocument/2006/relationships/image" Target="../media/image65.png"/><Relationship Id="rId4" Type="http://schemas.openxmlformats.org/officeDocument/2006/relationships/image" Target="../media/image50.png"/><Relationship Id="rId9" Type="http://schemas.openxmlformats.org/officeDocument/2006/relationships/image" Target="../media/image55.png"/><Relationship Id="rId14" Type="http://schemas.openxmlformats.org/officeDocument/2006/relationships/image" Target="../media/image60.png"/><Relationship Id="rId22" Type="http://schemas.openxmlformats.org/officeDocument/2006/relationships/image" Target="../media/image6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svg"/><Relationship Id="rId3" Type="http://schemas.openxmlformats.org/officeDocument/2006/relationships/image" Target="../media/image490.png"/><Relationship Id="rId7" Type="http://schemas.openxmlformats.org/officeDocument/2006/relationships/image" Target="../media/image52.png"/><Relationship Id="rId12" Type="http://schemas.openxmlformats.org/officeDocument/2006/relationships/image" Target="../media/image51.svg"/><Relationship Id="rId2" Type="http://schemas.openxmlformats.org/officeDocument/2006/relationships/image" Target="../media/image48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5.png"/><Relationship Id="rId11" Type="http://schemas.openxmlformats.org/officeDocument/2006/relationships/image" Target="../media/image50.png"/><Relationship Id="rId5" Type="http://schemas.openxmlformats.org/officeDocument/2006/relationships/image" Target="../media/image74.png"/><Relationship Id="rId10" Type="http://schemas.openxmlformats.org/officeDocument/2006/relationships/image" Target="../media/image77.svg"/><Relationship Id="rId4" Type="http://schemas.openxmlformats.org/officeDocument/2006/relationships/image" Target="../media/image73.png"/><Relationship Id="rId9" Type="http://schemas.openxmlformats.org/officeDocument/2006/relationships/image" Target="../media/image7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svg"/><Relationship Id="rId3" Type="http://schemas.openxmlformats.org/officeDocument/2006/relationships/image" Target="../media/image52.png"/><Relationship Id="rId7" Type="http://schemas.openxmlformats.org/officeDocument/2006/relationships/image" Target="../media/image50.png"/><Relationship Id="rId2" Type="http://schemas.openxmlformats.org/officeDocument/2006/relationships/image" Target="../media/image59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7.svg"/><Relationship Id="rId5" Type="http://schemas.openxmlformats.org/officeDocument/2006/relationships/image" Target="../media/image76.png"/><Relationship Id="rId4" Type="http://schemas.openxmlformats.org/officeDocument/2006/relationships/image" Target="../media/image5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sv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9.svg"/><Relationship Id="rId4" Type="http://schemas.openxmlformats.org/officeDocument/2006/relationships/image" Target="../media/image7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0.png"/><Relationship Id="rId3" Type="http://schemas.openxmlformats.org/officeDocument/2006/relationships/image" Target="../media/image51.svg"/><Relationship Id="rId7" Type="http://schemas.openxmlformats.org/officeDocument/2006/relationships/image" Target="../media/image4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0.png"/><Relationship Id="rId5" Type="http://schemas.openxmlformats.org/officeDocument/2006/relationships/image" Target="../media/image39.png"/><Relationship Id="rId4" Type="http://schemas.openxmlformats.org/officeDocument/2006/relationships/image" Target="../media/image38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0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60.png"/><Relationship Id="rId4" Type="http://schemas.openxmlformats.org/officeDocument/2006/relationships/image" Target="../media/image45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0.png"/><Relationship Id="rId3" Type="http://schemas.openxmlformats.org/officeDocument/2006/relationships/image" Target="../media/image37.png"/><Relationship Id="rId7" Type="http://schemas.openxmlformats.org/officeDocument/2006/relationships/image" Target="../media/image29.emf"/><Relationship Id="rId2" Type="http://schemas.openxmlformats.org/officeDocument/2006/relationships/image" Target="../media/image36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0.jpg"/><Relationship Id="rId5" Type="http://schemas.openxmlformats.org/officeDocument/2006/relationships/image" Target="../media/image480.png"/><Relationship Id="rId10" Type="http://schemas.openxmlformats.org/officeDocument/2006/relationships/image" Target="../media/image540.png"/><Relationship Id="rId4" Type="http://schemas.openxmlformats.org/officeDocument/2006/relationships/image" Target="../media/image470.png"/><Relationship Id="rId9" Type="http://schemas.openxmlformats.org/officeDocument/2006/relationships/image" Target="../media/image53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0.png"/><Relationship Id="rId3" Type="http://schemas.openxmlformats.org/officeDocument/2006/relationships/image" Target="../media/image29.emf"/><Relationship Id="rId2" Type="http://schemas.openxmlformats.org/officeDocument/2006/relationships/image" Target="../media/image80.jpg"/><Relationship Id="rId1" Type="http://schemas.openxmlformats.org/officeDocument/2006/relationships/slideLayout" Target="../slideLayouts/slideLayout7.xml"/><Relationship Id="rId10" Type="http://schemas.openxmlformats.org/officeDocument/2006/relationships/image" Target="../media/image540.png"/><Relationship Id="rId9" Type="http://schemas.openxmlformats.org/officeDocument/2006/relationships/image" Target="../media/image53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wmf"/><Relationship Id="rId13" Type="http://schemas.openxmlformats.org/officeDocument/2006/relationships/oleObject" Target="../embeddings/oleObject23.bin"/><Relationship Id="rId18" Type="http://schemas.openxmlformats.org/officeDocument/2006/relationships/image" Target="../media/image30.emf"/><Relationship Id="rId3" Type="http://schemas.openxmlformats.org/officeDocument/2006/relationships/oleObject" Target="../embeddings/oleObject21.bin"/><Relationship Id="rId21" Type="http://schemas.openxmlformats.org/officeDocument/2006/relationships/image" Target="../media/image580.png"/><Relationship Id="rId7" Type="http://schemas.openxmlformats.org/officeDocument/2006/relationships/oleObject" Target="../embeddings/oleObject1.bin"/><Relationship Id="rId12" Type="http://schemas.openxmlformats.org/officeDocument/2006/relationships/image" Target="../media/image510.png"/><Relationship Id="rId17" Type="http://schemas.openxmlformats.org/officeDocument/2006/relationships/image" Target="../media/image29.emf"/><Relationship Id="rId2" Type="http://schemas.openxmlformats.org/officeDocument/2006/relationships/image" Target="../media/image3.emf"/><Relationship Id="rId16" Type="http://schemas.openxmlformats.org/officeDocument/2006/relationships/image" Target="../media/image28.wmf"/><Relationship Id="rId20" Type="http://schemas.openxmlformats.org/officeDocument/2006/relationships/image" Target="../media/image56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0.png"/><Relationship Id="rId11" Type="http://schemas.openxmlformats.org/officeDocument/2006/relationships/image" Target="../media/image1.wmf"/><Relationship Id="rId24" Type="http://schemas.openxmlformats.org/officeDocument/2006/relationships/image" Target="../media/image600.png"/><Relationship Id="rId5" Type="http://schemas.openxmlformats.org/officeDocument/2006/relationships/image" Target="../media/image550.png"/><Relationship Id="rId15" Type="http://schemas.openxmlformats.org/officeDocument/2006/relationships/oleObject" Target="../embeddings/oleObject24.bin"/><Relationship Id="rId23" Type="http://schemas.openxmlformats.org/officeDocument/2006/relationships/image" Target="../media/image610.png"/><Relationship Id="rId10" Type="http://schemas.openxmlformats.org/officeDocument/2006/relationships/oleObject" Target="../embeddings/oleObject1.bin"/><Relationship Id="rId19" Type="http://schemas.openxmlformats.org/officeDocument/2006/relationships/image" Target="../media/image570.png"/><Relationship Id="rId4" Type="http://schemas.openxmlformats.org/officeDocument/2006/relationships/image" Target="../media/image25.wmf"/><Relationship Id="rId14" Type="http://schemas.openxmlformats.org/officeDocument/2006/relationships/image" Target="../media/image27.wmf"/><Relationship Id="rId22" Type="http://schemas.openxmlformats.org/officeDocument/2006/relationships/image" Target="../media/image59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0.png"/><Relationship Id="rId3" Type="http://schemas.openxmlformats.org/officeDocument/2006/relationships/image" Target="../media/image620.png"/><Relationship Id="rId7" Type="http://schemas.openxmlformats.org/officeDocument/2006/relationships/image" Target="../media/image670.png"/><Relationship Id="rId2" Type="http://schemas.openxmlformats.org/officeDocument/2006/relationships/image" Target="../media/image50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60.png"/><Relationship Id="rId5" Type="http://schemas.openxmlformats.org/officeDocument/2006/relationships/image" Target="../media/image650.png"/><Relationship Id="rId4" Type="http://schemas.openxmlformats.org/officeDocument/2006/relationships/image" Target="../media/image6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jpg"/><Relationship Id="rId2" Type="http://schemas.openxmlformats.org/officeDocument/2006/relationships/image" Target="../media/image8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5.jpg"/><Relationship Id="rId5" Type="http://schemas.openxmlformats.org/officeDocument/2006/relationships/image" Target="../media/image84.jpg"/><Relationship Id="rId4" Type="http://schemas.openxmlformats.org/officeDocument/2006/relationships/image" Target="../media/image83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jpg"/><Relationship Id="rId2" Type="http://schemas.openxmlformats.org/officeDocument/2006/relationships/image" Target="../media/image86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0.jpg"/><Relationship Id="rId5" Type="http://schemas.openxmlformats.org/officeDocument/2006/relationships/image" Target="../media/image89.jpg"/><Relationship Id="rId4" Type="http://schemas.openxmlformats.org/officeDocument/2006/relationships/image" Target="../media/image88.jp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jpg"/><Relationship Id="rId13" Type="http://schemas.openxmlformats.org/officeDocument/2006/relationships/image" Target="../media/image96.jpg"/><Relationship Id="rId18" Type="http://schemas.openxmlformats.org/officeDocument/2006/relationships/image" Target="../media/image90.jpg"/><Relationship Id="rId3" Type="http://schemas.openxmlformats.org/officeDocument/2006/relationships/image" Target="../media/image81.jpg"/><Relationship Id="rId21" Type="http://schemas.openxmlformats.org/officeDocument/2006/relationships/image" Target="../media/image87.jpg"/><Relationship Id="rId7" Type="http://schemas.openxmlformats.org/officeDocument/2006/relationships/image" Target="../media/image85.jpg"/><Relationship Id="rId12" Type="http://schemas.openxmlformats.org/officeDocument/2006/relationships/image" Target="../media/image95.jpg"/><Relationship Id="rId17" Type="http://schemas.openxmlformats.org/officeDocument/2006/relationships/image" Target="../media/image100.jp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99.jpg"/><Relationship Id="rId20" Type="http://schemas.openxmlformats.org/officeDocument/2006/relationships/image" Target="../media/image88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4.jpg"/><Relationship Id="rId11" Type="http://schemas.openxmlformats.org/officeDocument/2006/relationships/image" Target="../media/image94.jpg"/><Relationship Id="rId5" Type="http://schemas.openxmlformats.org/officeDocument/2006/relationships/image" Target="../media/image83.jpg"/><Relationship Id="rId15" Type="http://schemas.openxmlformats.org/officeDocument/2006/relationships/image" Target="../media/image98.jpg"/><Relationship Id="rId10" Type="http://schemas.openxmlformats.org/officeDocument/2006/relationships/image" Target="../media/image93.jpg"/><Relationship Id="rId19" Type="http://schemas.openxmlformats.org/officeDocument/2006/relationships/image" Target="../media/image89.jpg"/><Relationship Id="rId4" Type="http://schemas.openxmlformats.org/officeDocument/2006/relationships/image" Target="../media/image82.jpg"/><Relationship Id="rId9" Type="http://schemas.openxmlformats.org/officeDocument/2006/relationships/image" Target="../media/image92.jpg"/><Relationship Id="rId14" Type="http://schemas.openxmlformats.org/officeDocument/2006/relationships/image" Target="../media/image97.jpg"/><Relationship Id="rId22" Type="http://schemas.openxmlformats.org/officeDocument/2006/relationships/image" Target="../media/image86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立方体 2">
            <a:extLst>
              <a:ext uri="{FF2B5EF4-FFF2-40B4-BE49-F238E27FC236}">
                <a16:creationId xmlns:a16="http://schemas.microsoft.com/office/drawing/2014/main" id="{BBAFE2EF-B377-037A-F262-05E83466EB15}"/>
              </a:ext>
            </a:extLst>
          </p:cNvPr>
          <p:cNvSpPr/>
          <p:nvPr/>
        </p:nvSpPr>
        <p:spPr>
          <a:xfrm>
            <a:off x="183104" y="1998136"/>
            <a:ext cx="1051085" cy="353421"/>
          </a:xfrm>
          <a:prstGeom prst="cube">
            <a:avLst>
              <a:gd name="adj" fmla="val 77174"/>
            </a:avLst>
          </a:prstGeom>
          <a:solidFill>
            <a:srgbClr val="BFBFBF"/>
          </a:solidFill>
          <a:ln w="25400">
            <a:solidFill>
              <a:srgbClr val="A5A5A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立方体 3">
            <a:extLst>
              <a:ext uri="{FF2B5EF4-FFF2-40B4-BE49-F238E27FC236}">
                <a16:creationId xmlns:a16="http://schemas.microsoft.com/office/drawing/2014/main" id="{F2ECD4AF-F1BA-0992-71CE-3A6763093D2C}"/>
              </a:ext>
            </a:extLst>
          </p:cNvPr>
          <p:cNvSpPr/>
          <p:nvPr/>
        </p:nvSpPr>
        <p:spPr>
          <a:xfrm>
            <a:off x="183105" y="1352187"/>
            <a:ext cx="1051085" cy="353421"/>
          </a:xfrm>
          <a:prstGeom prst="cube">
            <a:avLst>
              <a:gd name="adj" fmla="val 77174"/>
            </a:avLst>
          </a:prstGeom>
          <a:solidFill>
            <a:srgbClr val="E5B9B5"/>
          </a:solidFill>
          <a:ln w="25400">
            <a:solidFill>
              <a:srgbClr val="D9958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立方体 4">
            <a:extLst>
              <a:ext uri="{FF2B5EF4-FFF2-40B4-BE49-F238E27FC236}">
                <a16:creationId xmlns:a16="http://schemas.microsoft.com/office/drawing/2014/main" id="{6998B541-7E05-E747-2248-EA36CFDBEF06}"/>
              </a:ext>
            </a:extLst>
          </p:cNvPr>
          <p:cNvSpPr/>
          <p:nvPr/>
        </p:nvSpPr>
        <p:spPr>
          <a:xfrm>
            <a:off x="183106" y="762224"/>
            <a:ext cx="1051085" cy="353421"/>
          </a:xfrm>
          <a:prstGeom prst="cube">
            <a:avLst>
              <a:gd name="adj" fmla="val 77174"/>
            </a:avLst>
          </a:prstGeom>
          <a:solidFill>
            <a:srgbClr val="B7DDE8"/>
          </a:solidFill>
          <a:ln w="25400">
            <a:solidFill>
              <a:srgbClr val="92CD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立方体 5">
            <a:extLst>
              <a:ext uri="{FF2B5EF4-FFF2-40B4-BE49-F238E27FC236}">
                <a16:creationId xmlns:a16="http://schemas.microsoft.com/office/drawing/2014/main" id="{7F275249-A2B1-F6C6-6840-8DD7F45059E5}"/>
              </a:ext>
            </a:extLst>
          </p:cNvPr>
          <p:cNvSpPr/>
          <p:nvPr/>
        </p:nvSpPr>
        <p:spPr>
          <a:xfrm>
            <a:off x="192342" y="111433"/>
            <a:ext cx="1051085" cy="353421"/>
          </a:xfrm>
          <a:prstGeom prst="cube">
            <a:avLst>
              <a:gd name="adj" fmla="val 77174"/>
            </a:avLst>
          </a:prstGeom>
          <a:solidFill>
            <a:srgbClr val="FBD7BB"/>
          </a:solidFill>
          <a:ln w="25400">
            <a:solidFill>
              <a:srgbClr val="F9C4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EA647A23-FDB3-0BC4-4FCD-D15149862ABB}"/>
              </a:ext>
            </a:extLst>
          </p:cNvPr>
          <p:cNvCxnSpPr/>
          <p:nvPr/>
        </p:nvCxnSpPr>
        <p:spPr>
          <a:xfrm>
            <a:off x="1117082" y="353908"/>
            <a:ext cx="216000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708F7620-8357-433E-DF2C-80763759E248}"/>
              </a:ext>
            </a:extLst>
          </p:cNvPr>
          <p:cNvCxnSpPr/>
          <p:nvPr/>
        </p:nvCxnSpPr>
        <p:spPr>
          <a:xfrm>
            <a:off x="1117082" y="948713"/>
            <a:ext cx="216000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50CABAEF-CBEE-1976-F5DD-1A7AB31B8A75}"/>
              </a:ext>
            </a:extLst>
          </p:cNvPr>
          <p:cNvCxnSpPr/>
          <p:nvPr/>
        </p:nvCxnSpPr>
        <p:spPr>
          <a:xfrm>
            <a:off x="1117082" y="1533696"/>
            <a:ext cx="216000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FA0E1FE5-22BF-BAE7-34C2-EC9353FFF63D}"/>
              </a:ext>
            </a:extLst>
          </p:cNvPr>
          <p:cNvCxnSpPr/>
          <p:nvPr/>
        </p:nvCxnSpPr>
        <p:spPr>
          <a:xfrm>
            <a:off x="1117082" y="2119623"/>
            <a:ext cx="216000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E6AFA3AB-39C8-BF69-6A05-2F0A9D8F8968}"/>
              </a:ext>
            </a:extLst>
          </p:cNvPr>
          <p:cNvCxnSpPr/>
          <p:nvPr/>
        </p:nvCxnSpPr>
        <p:spPr>
          <a:xfrm>
            <a:off x="1333082" y="353908"/>
            <a:ext cx="0" cy="176571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4C79D293-F3CC-E4F3-F709-FB7A30435122}"/>
              </a:ext>
            </a:extLst>
          </p:cNvPr>
          <p:cNvCxnSpPr/>
          <p:nvPr/>
        </p:nvCxnSpPr>
        <p:spPr>
          <a:xfrm>
            <a:off x="1333082" y="1229973"/>
            <a:ext cx="54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F7688951-B3E6-AD79-758C-07223CF65AC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5852870"/>
              </p:ext>
            </p:extLst>
          </p:nvPr>
        </p:nvGraphicFramePr>
        <p:xfrm>
          <a:off x="1458696" y="1047044"/>
          <a:ext cx="260710" cy="1613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6400" imgH="164880" progId="Equation.DSMT4">
                  <p:embed/>
                </p:oleObj>
              </mc:Choice>
              <mc:Fallback>
                <p:oleObj name="Equation" r:id="rId2" imgW="266400" imgH="164880" progId="Equation.DSMT4">
                  <p:embed/>
                  <p:pic>
                    <p:nvPicPr>
                      <p:cNvPr id="25" name="对象 24">
                        <a:extLst>
                          <a:ext uri="{FF2B5EF4-FFF2-40B4-BE49-F238E27FC236}">
                            <a16:creationId xmlns:a16="http://schemas.microsoft.com/office/drawing/2014/main" id="{AC08674E-7355-6FF3-081E-9EA22A7AE2F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458696" y="1047044"/>
                        <a:ext cx="260710" cy="1613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矩形 14">
            <a:extLst>
              <a:ext uri="{FF2B5EF4-FFF2-40B4-BE49-F238E27FC236}">
                <a16:creationId xmlns:a16="http://schemas.microsoft.com/office/drawing/2014/main" id="{7A3AFA01-872F-F697-DA48-424479CAC6D5}"/>
              </a:ext>
            </a:extLst>
          </p:cNvPr>
          <p:cNvSpPr/>
          <p:nvPr/>
        </p:nvSpPr>
        <p:spPr>
          <a:xfrm>
            <a:off x="2079318" y="1029288"/>
            <a:ext cx="765994" cy="743980"/>
          </a:xfrm>
          <a:prstGeom prst="rect">
            <a:avLst/>
          </a:prstGeom>
          <a:solidFill>
            <a:srgbClr val="BFBFBF"/>
          </a:solidFill>
          <a:ln>
            <a:solidFill>
              <a:schemeClr val="tx1"/>
            </a:solidFill>
          </a:ln>
          <a:scene3d>
            <a:camera prst="isometricOffAxis1Top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0246EB2-A84F-798A-B970-8CBB609C509D}"/>
              </a:ext>
            </a:extLst>
          </p:cNvPr>
          <p:cNvSpPr/>
          <p:nvPr/>
        </p:nvSpPr>
        <p:spPr>
          <a:xfrm>
            <a:off x="2074262" y="931630"/>
            <a:ext cx="765994" cy="743980"/>
          </a:xfrm>
          <a:prstGeom prst="rect">
            <a:avLst/>
          </a:prstGeom>
          <a:solidFill>
            <a:srgbClr val="E5B9B5"/>
          </a:solidFill>
          <a:ln>
            <a:solidFill>
              <a:schemeClr val="tx1"/>
            </a:solidFill>
          </a:ln>
          <a:scene3d>
            <a:camera prst="isometricOffAxis1Top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6228CE3-97ED-2230-A7A4-B43E680CA939}"/>
              </a:ext>
            </a:extLst>
          </p:cNvPr>
          <p:cNvSpPr/>
          <p:nvPr/>
        </p:nvSpPr>
        <p:spPr>
          <a:xfrm>
            <a:off x="2086962" y="836446"/>
            <a:ext cx="765994" cy="743980"/>
          </a:xfrm>
          <a:prstGeom prst="rect">
            <a:avLst/>
          </a:prstGeom>
          <a:solidFill>
            <a:srgbClr val="B7DDE8"/>
          </a:solidFill>
          <a:ln>
            <a:solidFill>
              <a:schemeClr val="tx1"/>
            </a:solidFill>
          </a:ln>
          <a:scene3d>
            <a:camera prst="isometricOffAxis1Top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8E37BA4-6C06-BEAE-1BF3-DFB97F6CC940}"/>
              </a:ext>
            </a:extLst>
          </p:cNvPr>
          <p:cNvSpPr/>
          <p:nvPr/>
        </p:nvSpPr>
        <p:spPr>
          <a:xfrm>
            <a:off x="2121551" y="738788"/>
            <a:ext cx="765994" cy="743980"/>
          </a:xfrm>
          <a:prstGeom prst="rect">
            <a:avLst/>
          </a:prstGeom>
          <a:solidFill>
            <a:srgbClr val="FBD7BB"/>
          </a:solidFill>
          <a:ln>
            <a:solidFill>
              <a:schemeClr val="tx1"/>
            </a:solidFill>
          </a:ln>
          <a:scene3d>
            <a:camera prst="isometricOffAxis1Top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99178068-3E62-FD8C-3982-B5AF39D410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0201" y="878671"/>
            <a:ext cx="244800" cy="765000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C095A709-3C6B-FA79-6C85-050D2B7719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8669" y="881919"/>
            <a:ext cx="244800" cy="765000"/>
          </a:xfrm>
          <a:prstGeom prst="rect">
            <a:avLst/>
          </a:prstGeom>
        </p:spPr>
      </p:pic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51422DA0-DD6B-4D11-41F4-E014BAD2F556}"/>
              </a:ext>
            </a:extLst>
          </p:cNvPr>
          <p:cNvCxnSpPr>
            <a:cxnSpLocks/>
          </p:cNvCxnSpPr>
          <p:nvPr/>
        </p:nvCxnSpPr>
        <p:spPr>
          <a:xfrm>
            <a:off x="3022379" y="1281210"/>
            <a:ext cx="65363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5AA27BCE-E38B-2AF9-9268-673AF1CC1BF6}"/>
              </a:ext>
            </a:extLst>
          </p:cNvPr>
          <p:cNvCxnSpPr>
            <a:cxnSpLocks/>
            <a:stCxn id="22" idx="3"/>
            <a:endCxn id="23" idx="1"/>
          </p:cNvCxnSpPr>
          <p:nvPr/>
        </p:nvCxnSpPr>
        <p:spPr>
          <a:xfrm>
            <a:off x="4005001" y="1261171"/>
            <a:ext cx="543668" cy="32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01C0A4D8-F562-2FB5-B9EC-EF49202A1814}"/>
              </a:ext>
            </a:extLst>
          </p:cNvPr>
          <p:cNvCxnSpPr/>
          <p:nvPr/>
        </p:nvCxnSpPr>
        <p:spPr>
          <a:xfrm>
            <a:off x="4769278" y="967375"/>
            <a:ext cx="72000" cy="0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67BF471F-A228-B192-488F-D82D1BB5458C}"/>
              </a:ext>
            </a:extLst>
          </p:cNvPr>
          <p:cNvCxnSpPr>
            <a:cxnSpLocks/>
          </p:cNvCxnSpPr>
          <p:nvPr/>
        </p:nvCxnSpPr>
        <p:spPr>
          <a:xfrm flipV="1">
            <a:off x="4841464" y="588331"/>
            <a:ext cx="0" cy="378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AE985A60-9336-BA84-4CE0-2423DC368FD8}"/>
              </a:ext>
            </a:extLst>
          </p:cNvPr>
          <p:cNvCxnSpPr>
            <a:cxnSpLocks/>
          </p:cNvCxnSpPr>
          <p:nvPr/>
        </p:nvCxnSpPr>
        <p:spPr>
          <a:xfrm flipV="1">
            <a:off x="845023" y="721888"/>
            <a:ext cx="0" cy="36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4EF608EE-55F7-8EAB-EEDF-15685E05FFF0}"/>
              </a:ext>
            </a:extLst>
          </p:cNvPr>
          <p:cNvCxnSpPr/>
          <p:nvPr/>
        </p:nvCxnSpPr>
        <p:spPr>
          <a:xfrm>
            <a:off x="845022" y="720005"/>
            <a:ext cx="42516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CD3F4CE2-27F6-F3A2-0871-2992BCF8025D}"/>
              </a:ext>
            </a:extLst>
          </p:cNvPr>
          <p:cNvCxnSpPr>
            <a:cxnSpLocks/>
          </p:cNvCxnSpPr>
          <p:nvPr/>
        </p:nvCxnSpPr>
        <p:spPr>
          <a:xfrm>
            <a:off x="4759947" y="1150223"/>
            <a:ext cx="432000" cy="0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80EBEAA0-DC18-B61C-CD2A-3346451A90FA}"/>
              </a:ext>
            </a:extLst>
          </p:cNvPr>
          <p:cNvCxnSpPr/>
          <p:nvPr/>
        </p:nvCxnSpPr>
        <p:spPr>
          <a:xfrm flipV="1">
            <a:off x="5191947" y="821608"/>
            <a:ext cx="0" cy="324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6E8901F9-59A9-CC91-9420-F62B3AE8DCF3}"/>
              </a:ext>
            </a:extLst>
          </p:cNvPr>
          <p:cNvCxnSpPr>
            <a:cxnSpLocks/>
          </p:cNvCxnSpPr>
          <p:nvPr/>
        </p:nvCxnSpPr>
        <p:spPr>
          <a:xfrm flipV="1">
            <a:off x="838800" y="1714042"/>
            <a:ext cx="0" cy="36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1932CB7B-FB6C-EA4D-A5EA-3F8CB8BBE462}"/>
              </a:ext>
            </a:extLst>
          </p:cNvPr>
          <p:cNvCxnSpPr>
            <a:cxnSpLocks/>
          </p:cNvCxnSpPr>
          <p:nvPr/>
        </p:nvCxnSpPr>
        <p:spPr>
          <a:xfrm>
            <a:off x="4770394" y="1343995"/>
            <a:ext cx="432000" cy="0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9629B9DF-8B03-217B-E4F8-85E1131CB17E}"/>
              </a:ext>
            </a:extLst>
          </p:cNvPr>
          <p:cNvCxnSpPr/>
          <p:nvPr/>
        </p:nvCxnSpPr>
        <p:spPr>
          <a:xfrm>
            <a:off x="838800" y="1750452"/>
            <a:ext cx="42516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DD3A3E91-EDCD-0E88-3B12-C71F60AE1FFF}"/>
              </a:ext>
            </a:extLst>
          </p:cNvPr>
          <p:cNvCxnSpPr/>
          <p:nvPr/>
        </p:nvCxnSpPr>
        <p:spPr>
          <a:xfrm>
            <a:off x="5201278" y="1352187"/>
            <a:ext cx="0" cy="324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6B3608A7-82C4-AD05-9363-FDF95D6DB686}"/>
              </a:ext>
            </a:extLst>
          </p:cNvPr>
          <p:cNvCxnSpPr>
            <a:cxnSpLocks/>
          </p:cNvCxnSpPr>
          <p:nvPr/>
        </p:nvCxnSpPr>
        <p:spPr>
          <a:xfrm flipV="1">
            <a:off x="841909" y="1959742"/>
            <a:ext cx="0" cy="36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E902C792-DE44-E116-9E61-ABFAC7037E0E}"/>
              </a:ext>
            </a:extLst>
          </p:cNvPr>
          <p:cNvCxnSpPr/>
          <p:nvPr/>
        </p:nvCxnSpPr>
        <p:spPr>
          <a:xfrm>
            <a:off x="4772387" y="1520990"/>
            <a:ext cx="72000" cy="0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7B074E88-5155-BB19-794A-2E66E0BF77D6}"/>
              </a:ext>
            </a:extLst>
          </p:cNvPr>
          <p:cNvCxnSpPr/>
          <p:nvPr/>
        </p:nvCxnSpPr>
        <p:spPr>
          <a:xfrm>
            <a:off x="838799" y="1965118"/>
            <a:ext cx="3906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08D1E50C-D31B-54D5-A0F0-42DC25B9405E}"/>
              </a:ext>
            </a:extLst>
          </p:cNvPr>
          <p:cNvCxnSpPr/>
          <p:nvPr/>
        </p:nvCxnSpPr>
        <p:spPr>
          <a:xfrm>
            <a:off x="4844574" y="1528897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graphicFrame>
        <p:nvGraphicFramePr>
          <p:cNvPr id="41" name="对象 40">
            <a:extLst>
              <a:ext uri="{FF2B5EF4-FFF2-40B4-BE49-F238E27FC236}">
                <a16:creationId xmlns:a16="http://schemas.microsoft.com/office/drawing/2014/main" id="{EB1E669B-5842-60CE-8033-D64EB6E21BE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2547545"/>
              </p:ext>
            </p:extLst>
          </p:nvPr>
        </p:nvGraphicFramePr>
        <p:xfrm>
          <a:off x="5109682" y="1654960"/>
          <a:ext cx="192463" cy="2072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4880" imgH="177480" progId="Equation.DSMT4">
                  <p:embed/>
                </p:oleObj>
              </mc:Choice>
              <mc:Fallback>
                <p:oleObj name="Equation" r:id="rId6" imgW="164880" imgH="177480" progId="Equation.DSMT4">
                  <p:embed/>
                  <p:pic>
                    <p:nvPicPr>
                      <p:cNvPr id="170" name="对象 169">
                        <a:extLst>
                          <a:ext uri="{FF2B5EF4-FFF2-40B4-BE49-F238E27FC236}">
                            <a16:creationId xmlns:a16="http://schemas.microsoft.com/office/drawing/2014/main" id="{DE0F9ACB-4F50-55B3-204C-71661A3407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109682" y="1654960"/>
                        <a:ext cx="192463" cy="2072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对象 41">
            <a:extLst>
              <a:ext uri="{FF2B5EF4-FFF2-40B4-BE49-F238E27FC236}">
                <a16:creationId xmlns:a16="http://schemas.microsoft.com/office/drawing/2014/main" id="{1BFE876F-54CB-3BEA-558B-E5FA3397C6A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2095091"/>
              </p:ext>
            </p:extLst>
          </p:nvPr>
        </p:nvGraphicFramePr>
        <p:xfrm>
          <a:off x="4753714" y="1868229"/>
          <a:ext cx="192463" cy="2072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4880" imgH="177480" progId="Equation.DSMT4">
                  <p:embed/>
                </p:oleObj>
              </mc:Choice>
              <mc:Fallback>
                <p:oleObj name="Equation" r:id="rId6" imgW="164880" imgH="177480" progId="Equation.DSMT4">
                  <p:embed/>
                  <p:pic>
                    <p:nvPicPr>
                      <p:cNvPr id="171" name="对象 170">
                        <a:extLst>
                          <a:ext uri="{FF2B5EF4-FFF2-40B4-BE49-F238E27FC236}">
                            <a16:creationId xmlns:a16="http://schemas.microsoft.com/office/drawing/2014/main" id="{6225589B-76B9-4590-3A1A-22AC71F788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753714" y="1868229"/>
                        <a:ext cx="192463" cy="2072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4DF17302-5B65-A9E5-CAD0-60AC5B1621B7}"/>
              </a:ext>
            </a:extLst>
          </p:cNvPr>
          <p:cNvCxnSpPr>
            <a:cxnSpLocks/>
          </p:cNvCxnSpPr>
          <p:nvPr/>
        </p:nvCxnSpPr>
        <p:spPr>
          <a:xfrm flipH="1" flipV="1">
            <a:off x="838799" y="463803"/>
            <a:ext cx="6224" cy="36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296695D8-E91A-6839-E7FC-244D9B0C4082}"/>
              </a:ext>
            </a:extLst>
          </p:cNvPr>
          <p:cNvCxnSpPr/>
          <p:nvPr/>
        </p:nvCxnSpPr>
        <p:spPr>
          <a:xfrm>
            <a:off x="838799" y="499803"/>
            <a:ext cx="3906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45" name="对象 44">
            <a:extLst>
              <a:ext uri="{FF2B5EF4-FFF2-40B4-BE49-F238E27FC236}">
                <a16:creationId xmlns:a16="http://schemas.microsoft.com/office/drawing/2014/main" id="{3C8C3901-1D8C-88FA-E0A4-B3EF5726CE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1842194"/>
              </p:ext>
            </p:extLst>
          </p:nvPr>
        </p:nvGraphicFramePr>
        <p:xfrm>
          <a:off x="4747553" y="408091"/>
          <a:ext cx="192463" cy="2072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4880" imgH="177480" progId="Equation.DSMT4">
                  <p:embed/>
                </p:oleObj>
              </mc:Choice>
              <mc:Fallback>
                <p:oleObj name="Equation" r:id="rId6" imgW="164880" imgH="177480" progId="Equation.DSMT4">
                  <p:embed/>
                  <p:pic>
                    <p:nvPicPr>
                      <p:cNvPr id="175" name="对象 174">
                        <a:extLst>
                          <a:ext uri="{FF2B5EF4-FFF2-40B4-BE49-F238E27FC236}">
                            <a16:creationId xmlns:a16="http://schemas.microsoft.com/office/drawing/2014/main" id="{66044571-29D3-EA54-B7F9-6205BF8F392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747553" y="408091"/>
                        <a:ext cx="192463" cy="2072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对象 45">
            <a:extLst>
              <a:ext uri="{FF2B5EF4-FFF2-40B4-BE49-F238E27FC236}">
                <a16:creationId xmlns:a16="http://schemas.microsoft.com/office/drawing/2014/main" id="{3DCBA6F0-9660-B845-C346-DD2B0884AA1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5091428"/>
              </p:ext>
            </p:extLst>
          </p:nvPr>
        </p:nvGraphicFramePr>
        <p:xfrm>
          <a:off x="5095898" y="635139"/>
          <a:ext cx="192463" cy="2072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4880" imgH="177480" progId="Equation.DSMT4">
                  <p:embed/>
                </p:oleObj>
              </mc:Choice>
              <mc:Fallback>
                <p:oleObj name="Equation" r:id="rId6" imgW="164880" imgH="177480" progId="Equation.DSMT4">
                  <p:embed/>
                  <p:pic>
                    <p:nvPicPr>
                      <p:cNvPr id="176" name="对象 175">
                        <a:extLst>
                          <a:ext uri="{FF2B5EF4-FFF2-40B4-BE49-F238E27FC236}">
                            <a16:creationId xmlns:a16="http://schemas.microsoft.com/office/drawing/2014/main" id="{C70F29C2-533F-CAC3-E6ED-1AB37CAF6BB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095898" y="635139"/>
                        <a:ext cx="192463" cy="2072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对象 46">
            <a:extLst>
              <a:ext uri="{FF2B5EF4-FFF2-40B4-BE49-F238E27FC236}">
                <a16:creationId xmlns:a16="http://schemas.microsoft.com/office/drawing/2014/main" id="{C1853C2A-DA8A-E4ED-B135-804958DDFED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7721272"/>
              </p:ext>
            </p:extLst>
          </p:nvPr>
        </p:nvGraphicFramePr>
        <p:xfrm>
          <a:off x="613396" y="109698"/>
          <a:ext cx="1905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90440" imgH="241200" progId="Equation.DSMT4">
                  <p:embed/>
                </p:oleObj>
              </mc:Choice>
              <mc:Fallback>
                <p:oleObj name="Equation" r:id="rId8" imgW="190440" imgH="241200" progId="Equation.DSMT4">
                  <p:embed/>
                  <p:pic>
                    <p:nvPicPr>
                      <p:cNvPr id="177" name="对象 176">
                        <a:extLst>
                          <a:ext uri="{FF2B5EF4-FFF2-40B4-BE49-F238E27FC236}">
                            <a16:creationId xmlns:a16="http://schemas.microsoft.com/office/drawing/2014/main" id="{B42730E9-BE58-298F-3563-DE1D8EB547A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13396" y="109698"/>
                        <a:ext cx="1905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对象 47">
            <a:extLst>
              <a:ext uri="{FF2B5EF4-FFF2-40B4-BE49-F238E27FC236}">
                <a16:creationId xmlns:a16="http://schemas.microsoft.com/office/drawing/2014/main" id="{4D06A7C2-E243-B24C-2259-783CD55BFEA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0794773"/>
              </p:ext>
            </p:extLst>
          </p:nvPr>
        </p:nvGraphicFramePr>
        <p:xfrm>
          <a:off x="594438" y="775665"/>
          <a:ext cx="2159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15640" imgH="241200" progId="Equation.DSMT4">
                  <p:embed/>
                </p:oleObj>
              </mc:Choice>
              <mc:Fallback>
                <p:oleObj name="Equation" r:id="rId10" imgW="215640" imgH="241200" progId="Equation.DSMT4">
                  <p:embed/>
                  <p:pic>
                    <p:nvPicPr>
                      <p:cNvPr id="178" name="对象 177">
                        <a:extLst>
                          <a:ext uri="{FF2B5EF4-FFF2-40B4-BE49-F238E27FC236}">
                            <a16:creationId xmlns:a16="http://schemas.microsoft.com/office/drawing/2014/main" id="{9F6CFAA2-2712-044F-5C6E-76CC2FCE941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94438" y="775665"/>
                        <a:ext cx="2159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对象 48">
            <a:extLst>
              <a:ext uri="{FF2B5EF4-FFF2-40B4-BE49-F238E27FC236}">
                <a16:creationId xmlns:a16="http://schemas.microsoft.com/office/drawing/2014/main" id="{EF7D07D0-BABF-CA8C-58C2-3FA68E59A17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7204741"/>
              </p:ext>
            </p:extLst>
          </p:nvPr>
        </p:nvGraphicFramePr>
        <p:xfrm>
          <a:off x="598251" y="1359096"/>
          <a:ext cx="2032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03040" imgH="241200" progId="Equation.DSMT4">
                  <p:embed/>
                </p:oleObj>
              </mc:Choice>
              <mc:Fallback>
                <p:oleObj name="Equation" r:id="rId12" imgW="203040" imgH="241200" progId="Equation.DSMT4">
                  <p:embed/>
                  <p:pic>
                    <p:nvPicPr>
                      <p:cNvPr id="179" name="对象 178">
                        <a:extLst>
                          <a:ext uri="{FF2B5EF4-FFF2-40B4-BE49-F238E27FC236}">
                            <a16:creationId xmlns:a16="http://schemas.microsoft.com/office/drawing/2014/main" id="{9D5D58D0-55F1-010F-CD62-EEF5E1F5466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598251" y="1359096"/>
                        <a:ext cx="2032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对象 49">
            <a:extLst>
              <a:ext uri="{FF2B5EF4-FFF2-40B4-BE49-F238E27FC236}">
                <a16:creationId xmlns:a16="http://schemas.microsoft.com/office/drawing/2014/main" id="{ECE569F2-44D7-2FBE-211D-AB975C58A32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7478081"/>
              </p:ext>
            </p:extLst>
          </p:nvPr>
        </p:nvGraphicFramePr>
        <p:xfrm>
          <a:off x="599175" y="1998973"/>
          <a:ext cx="2159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15640" imgH="241200" progId="Equation.DSMT4">
                  <p:embed/>
                </p:oleObj>
              </mc:Choice>
              <mc:Fallback>
                <p:oleObj name="Equation" r:id="rId14" imgW="215640" imgH="241200" progId="Equation.DSMT4">
                  <p:embed/>
                  <p:pic>
                    <p:nvPicPr>
                      <p:cNvPr id="180" name="对象 179">
                        <a:extLst>
                          <a:ext uri="{FF2B5EF4-FFF2-40B4-BE49-F238E27FC236}">
                            <a16:creationId xmlns:a16="http://schemas.microsoft.com/office/drawing/2014/main" id="{5E5DEC2C-D88D-640A-4A8F-914F36BF22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599175" y="1998973"/>
                        <a:ext cx="2159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1" name="图片 50">
            <a:extLst>
              <a:ext uri="{FF2B5EF4-FFF2-40B4-BE49-F238E27FC236}">
                <a16:creationId xmlns:a16="http://schemas.microsoft.com/office/drawing/2014/main" id="{E1BFC8FA-CECB-C2A1-8777-56E29DCD5E34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465204" y="2265271"/>
            <a:ext cx="246007" cy="1122407"/>
          </a:xfrm>
          <a:prstGeom prst="rect">
            <a:avLst/>
          </a:prstGeom>
        </p:spPr>
      </p:pic>
      <p:pic>
        <p:nvPicPr>
          <p:cNvPr id="52" name="图片 51">
            <a:extLst>
              <a:ext uri="{FF2B5EF4-FFF2-40B4-BE49-F238E27FC236}">
                <a16:creationId xmlns:a16="http://schemas.microsoft.com/office/drawing/2014/main" id="{7C7F8820-38A2-54CA-0BAB-558B6675EF99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030367" y="2270931"/>
            <a:ext cx="246007" cy="1122407"/>
          </a:xfrm>
          <a:prstGeom prst="rect">
            <a:avLst/>
          </a:prstGeom>
        </p:spPr>
      </p:pic>
      <p:pic>
        <p:nvPicPr>
          <p:cNvPr id="53" name="图片 52">
            <a:extLst>
              <a:ext uri="{FF2B5EF4-FFF2-40B4-BE49-F238E27FC236}">
                <a16:creationId xmlns:a16="http://schemas.microsoft.com/office/drawing/2014/main" id="{2B995726-1954-7952-DF63-3C743E24DB57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623525" y="2274571"/>
            <a:ext cx="246181" cy="1123200"/>
          </a:xfrm>
          <a:prstGeom prst="rect">
            <a:avLst/>
          </a:prstGeom>
        </p:spPr>
      </p:pic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5FA8E1C4-55FF-E174-E9C9-90F3F0115174}"/>
              </a:ext>
            </a:extLst>
          </p:cNvPr>
          <p:cNvCxnSpPr>
            <a:cxnSpLocks/>
          </p:cNvCxnSpPr>
          <p:nvPr/>
        </p:nvCxnSpPr>
        <p:spPr>
          <a:xfrm>
            <a:off x="2664556" y="2826475"/>
            <a:ext cx="360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BE32DDAD-7B97-426D-A014-940F6FC48124}"/>
              </a:ext>
            </a:extLst>
          </p:cNvPr>
          <p:cNvCxnSpPr>
            <a:cxnSpLocks/>
          </p:cNvCxnSpPr>
          <p:nvPr/>
        </p:nvCxnSpPr>
        <p:spPr>
          <a:xfrm flipV="1">
            <a:off x="3248381" y="2826474"/>
            <a:ext cx="360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56" name="对象 55">
            <a:extLst>
              <a:ext uri="{FF2B5EF4-FFF2-40B4-BE49-F238E27FC236}">
                <a16:creationId xmlns:a16="http://schemas.microsoft.com/office/drawing/2014/main" id="{6F53F7C7-3BBC-E22A-3A5A-BB82537FA6A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3883959"/>
              </p:ext>
            </p:extLst>
          </p:nvPr>
        </p:nvGraphicFramePr>
        <p:xfrm>
          <a:off x="3308596" y="2607571"/>
          <a:ext cx="1905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90440" imgH="228600" progId="Equation.DSMT4">
                  <p:embed/>
                </p:oleObj>
              </mc:Choice>
              <mc:Fallback>
                <p:oleObj name="Equation" r:id="rId18" imgW="190440" imgH="228600" progId="Equation.DSMT4">
                  <p:embed/>
                  <p:pic>
                    <p:nvPicPr>
                      <p:cNvPr id="191" name="对象 190">
                        <a:extLst>
                          <a:ext uri="{FF2B5EF4-FFF2-40B4-BE49-F238E27FC236}">
                            <a16:creationId xmlns:a16="http://schemas.microsoft.com/office/drawing/2014/main" id="{28A0F069-EF6C-61C1-A478-2535F7A6BF8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3308596" y="2607571"/>
                        <a:ext cx="1905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D7F50336-5723-C809-FFE7-9B7668F84CBA}"/>
              </a:ext>
            </a:extLst>
          </p:cNvPr>
          <p:cNvCxnSpPr>
            <a:cxnSpLocks/>
          </p:cNvCxnSpPr>
          <p:nvPr/>
        </p:nvCxnSpPr>
        <p:spPr>
          <a:xfrm>
            <a:off x="2103161" y="2826474"/>
            <a:ext cx="36000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58" name="对象 57">
            <a:extLst>
              <a:ext uri="{FF2B5EF4-FFF2-40B4-BE49-F238E27FC236}">
                <a16:creationId xmlns:a16="http://schemas.microsoft.com/office/drawing/2014/main" id="{BF44BFAC-20C7-EF7F-0BC4-E77AF3C9747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7549679"/>
              </p:ext>
            </p:extLst>
          </p:nvPr>
        </p:nvGraphicFramePr>
        <p:xfrm>
          <a:off x="2140898" y="2592132"/>
          <a:ext cx="239839" cy="2278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53800" imgH="241200" progId="Equation.DSMT4">
                  <p:embed/>
                </p:oleObj>
              </mc:Choice>
              <mc:Fallback>
                <p:oleObj name="Equation" r:id="rId20" imgW="253800" imgH="241200" progId="Equation.DSMT4">
                  <p:embed/>
                  <p:pic>
                    <p:nvPicPr>
                      <p:cNvPr id="194" name="对象 193">
                        <a:extLst>
                          <a:ext uri="{FF2B5EF4-FFF2-40B4-BE49-F238E27FC236}">
                            <a16:creationId xmlns:a16="http://schemas.microsoft.com/office/drawing/2014/main" id="{79787C15-26DA-18A0-17A8-CAA345C99ED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2140898" y="2592132"/>
                        <a:ext cx="239839" cy="2278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A9F994B0-D077-065A-A104-68088F2B4523}"/>
              </a:ext>
            </a:extLst>
          </p:cNvPr>
          <p:cNvCxnSpPr>
            <a:cxnSpLocks/>
          </p:cNvCxnSpPr>
          <p:nvPr/>
        </p:nvCxnSpPr>
        <p:spPr>
          <a:xfrm>
            <a:off x="3832382" y="2826840"/>
            <a:ext cx="180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60" name="对象 59">
            <a:extLst>
              <a:ext uri="{FF2B5EF4-FFF2-40B4-BE49-F238E27FC236}">
                <a16:creationId xmlns:a16="http://schemas.microsoft.com/office/drawing/2014/main" id="{47496074-812E-21F8-B8B3-639C4CCD966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638527"/>
              </p:ext>
            </p:extLst>
          </p:nvPr>
        </p:nvGraphicFramePr>
        <p:xfrm>
          <a:off x="4007122" y="2726954"/>
          <a:ext cx="192463" cy="2072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64880" imgH="177480" progId="Equation.DSMT4">
                  <p:embed/>
                </p:oleObj>
              </mc:Choice>
              <mc:Fallback>
                <p:oleObj name="Equation" r:id="rId22" imgW="164880" imgH="177480" progId="Equation.DSMT4">
                  <p:embed/>
                  <p:pic>
                    <p:nvPicPr>
                      <p:cNvPr id="197" name="对象 196">
                        <a:extLst>
                          <a:ext uri="{FF2B5EF4-FFF2-40B4-BE49-F238E27FC236}">
                            <a16:creationId xmlns:a16="http://schemas.microsoft.com/office/drawing/2014/main" id="{514B88D6-5827-4FAF-0C58-2DA15063EE2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4007122" y="2726954"/>
                        <a:ext cx="192463" cy="2072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" name="对象 60">
            <a:extLst>
              <a:ext uri="{FF2B5EF4-FFF2-40B4-BE49-F238E27FC236}">
                <a16:creationId xmlns:a16="http://schemas.microsoft.com/office/drawing/2014/main" id="{2FA85C6E-6D71-DCC8-AAFA-FC4E6A455C0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7455499"/>
              </p:ext>
            </p:extLst>
          </p:nvPr>
        </p:nvGraphicFramePr>
        <p:xfrm>
          <a:off x="1941579" y="2740127"/>
          <a:ext cx="165100" cy="16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64880" imgH="164880" progId="Equation.DSMT4">
                  <p:embed/>
                </p:oleObj>
              </mc:Choice>
              <mc:Fallback>
                <p:oleObj name="Equation" r:id="rId24" imgW="164880" imgH="164880" progId="Equation.DSMT4">
                  <p:embed/>
                  <p:pic>
                    <p:nvPicPr>
                      <p:cNvPr id="198" name="对象 197">
                        <a:extLst>
                          <a:ext uri="{FF2B5EF4-FFF2-40B4-BE49-F238E27FC236}">
                            <a16:creationId xmlns:a16="http://schemas.microsoft.com/office/drawing/2014/main" id="{3BCFBD3C-814E-A334-2214-4E92120B689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1941579" y="2740127"/>
                        <a:ext cx="165100" cy="165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21786BA8-0B95-D4CE-5006-55B8AA2B58B5}"/>
              </a:ext>
            </a:extLst>
          </p:cNvPr>
          <p:cNvCxnSpPr/>
          <p:nvPr/>
        </p:nvCxnSpPr>
        <p:spPr>
          <a:xfrm>
            <a:off x="1762389" y="2826840"/>
            <a:ext cx="180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11269EEF-06FF-06CA-75E3-D25E617B0EC7}"/>
              </a:ext>
            </a:extLst>
          </p:cNvPr>
          <p:cNvCxnSpPr/>
          <p:nvPr/>
        </p:nvCxnSpPr>
        <p:spPr>
          <a:xfrm>
            <a:off x="4189937" y="2826840"/>
            <a:ext cx="180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64" name="对象 63">
            <a:extLst>
              <a:ext uri="{FF2B5EF4-FFF2-40B4-BE49-F238E27FC236}">
                <a16:creationId xmlns:a16="http://schemas.microsoft.com/office/drawing/2014/main" id="{9B1EE62D-74C8-7572-7C6D-F92FE6E247A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7892505"/>
              </p:ext>
            </p:extLst>
          </p:nvPr>
        </p:nvGraphicFramePr>
        <p:xfrm>
          <a:off x="4380406" y="2724630"/>
          <a:ext cx="1778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77480" imgH="190440" progId="Equation.DSMT4">
                  <p:embed/>
                </p:oleObj>
              </mc:Choice>
              <mc:Fallback>
                <p:oleObj name="Equation" r:id="rId26" imgW="177480" imgH="190440" progId="Equation.DSMT4">
                  <p:embed/>
                  <p:pic>
                    <p:nvPicPr>
                      <p:cNvPr id="204" name="对象 203">
                        <a:extLst>
                          <a:ext uri="{FF2B5EF4-FFF2-40B4-BE49-F238E27FC236}">
                            <a16:creationId xmlns:a16="http://schemas.microsoft.com/office/drawing/2014/main" id="{22393AC0-BADE-FCED-628D-3E4DE313146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4380406" y="2724630"/>
                        <a:ext cx="177800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5" name="直接连接符 64">
            <a:extLst>
              <a:ext uri="{FF2B5EF4-FFF2-40B4-BE49-F238E27FC236}">
                <a16:creationId xmlns:a16="http://schemas.microsoft.com/office/drawing/2014/main" id="{3808C14F-25C1-27C8-4BAF-24571BE39662}"/>
              </a:ext>
            </a:extLst>
          </p:cNvPr>
          <p:cNvCxnSpPr/>
          <p:nvPr/>
        </p:nvCxnSpPr>
        <p:spPr>
          <a:xfrm>
            <a:off x="2014798" y="2905227"/>
            <a:ext cx="0" cy="540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直接连接符 65">
            <a:extLst>
              <a:ext uri="{FF2B5EF4-FFF2-40B4-BE49-F238E27FC236}">
                <a16:creationId xmlns:a16="http://schemas.microsoft.com/office/drawing/2014/main" id="{6AB038C0-0B0F-BEBF-66C6-560B00F5731D}"/>
              </a:ext>
            </a:extLst>
          </p:cNvPr>
          <p:cNvCxnSpPr/>
          <p:nvPr/>
        </p:nvCxnSpPr>
        <p:spPr>
          <a:xfrm>
            <a:off x="2014798" y="3445227"/>
            <a:ext cx="2088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024329A0-6F82-E89B-12EE-A347F5413DD0}"/>
              </a:ext>
            </a:extLst>
          </p:cNvPr>
          <p:cNvCxnSpPr/>
          <p:nvPr/>
        </p:nvCxnSpPr>
        <p:spPr>
          <a:xfrm flipV="1">
            <a:off x="4102798" y="2906228"/>
            <a:ext cx="0" cy="540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8" name="矩形 67">
            <a:extLst>
              <a:ext uri="{FF2B5EF4-FFF2-40B4-BE49-F238E27FC236}">
                <a16:creationId xmlns:a16="http://schemas.microsoft.com/office/drawing/2014/main" id="{2A833944-7D75-B616-73D4-5B98F21F1393}"/>
              </a:ext>
            </a:extLst>
          </p:cNvPr>
          <p:cNvSpPr/>
          <p:nvPr/>
        </p:nvSpPr>
        <p:spPr>
          <a:xfrm>
            <a:off x="1573725" y="2119623"/>
            <a:ext cx="3065328" cy="1505179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对象 68">
                <a:extLst>
                  <a:ext uri="{FF2B5EF4-FFF2-40B4-BE49-F238E27FC236}">
                    <a16:creationId xmlns:a16="http://schemas.microsoft.com/office/drawing/2014/main" id="{A7021FC2-0AF1-8CF3-39B0-D6BFEC2C32AD}"/>
                  </a:ext>
                </a:extLst>
              </p:cNvPr>
              <p:cNvSpPr txBox="1"/>
              <p:nvPr/>
            </p:nvSpPr>
            <p:spPr>
              <a:xfrm>
                <a:off x="2967569" y="1044614"/>
                <a:ext cx="1130825" cy="255753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r>
                  <a:rPr lang="en-US" altLang="zh-CN" sz="10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14:m>
                  <m:oMath xmlns:m="http://schemas.openxmlformats.org/officeDocument/2006/math">
                    <m:r>
                      <a:rPr lang="zh-CN" altLang="en-US" sz="1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zh-CN" sz="1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3 </m:t>
                    </m:r>
                    <m:r>
                      <m:rPr>
                        <m:sty m:val="p"/>
                      </m:rPr>
                      <a:rPr lang="en-US" altLang="zh-CN" sz="1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lang="en-US" altLang="zh-CN" sz="1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onv</a:t>
                </a:r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9" name="对象 68">
                <a:extLst>
                  <a:ext uri="{FF2B5EF4-FFF2-40B4-BE49-F238E27FC236}">
                    <a16:creationId xmlns:a16="http://schemas.microsoft.com/office/drawing/2014/main" id="{A7021FC2-0AF1-8CF3-39B0-D6BFEC2C32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7569" y="1044614"/>
                <a:ext cx="1130825" cy="255753"/>
              </a:xfrm>
              <a:prstGeom prst="rect">
                <a:avLst/>
              </a:prstGeom>
              <a:blipFill>
                <a:blip r:embed="rId28"/>
                <a:stretch>
                  <a:fillRect b="-95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0" name="对象 69">
            <a:extLst>
              <a:ext uri="{FF2B5EF4-FFF2-40B4-BE49-F238E27FC236}">
                <a16:creationId xmlns:a16="http://schemas.microsoft.com/office/drawing/2014/main" id="{0B22256B-BA6E-CFCA-E454-4C6E585202E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0724253"/>
              </p:ext>
            </p:extLst>
          </p:nvPr>
        </p:nvGraphicFramePr>
        <p:xfrm>
          <a:off x="2702741" y="2663480"/>
          <a:ext cx="260710" cy="1613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6400" imgH="164880" progId="Equation.DSMT4">
                  <p:embed/>
                </p:oleObj>
              </mc:Choice>
              <mc:Fallback>
                <p:oleObj name="Equation" r:id="rId2" imgW="266400" imgH="164880" progId="Equation.DSMT4">
                  <p:embed/>
                  <p:pic>
                    <p:nvPicPr>
                      <p:cNvPr id="215" name="对象 214">
                        <a:extLst>
                          <a:ext uri="{FF2B5EF4-FFF2-40B4-BE49-F238E27FC236}">
                            <a16:creationId xmlns:a16="http://schemas.microsoft.com/office/drawing/2014/main" id="{FAD88DB4-0886-8726-320A-8E94F0FA3E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702741" y="2663480"/>
                        <a:ext cx="260710" cy="1613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1" name="直接连接符 70">
            <a:extLst>
              <a:ext uri="{FF2B5EF4-FFF2-40B4-BE49-F238E27FC236}">
                <a16:creationId xmlns:a16="http://schemas.microsoft.com/office/drawing/2014/main" id="{39E18125-8847-B659-E1B4-060E2084C2E8}"/>
              </a:ext>
            </a:extLst>
          </p:cNvPr>
          <p:cNvCxnSpPr/>
          <p:nvPr/>
        </p:nvCxnSpPr>
        <p:spPr>
          <a:xfrm>
            <a:off x="717472" y="2351557"/>
            <a:ext cx="0" cy="21600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直接箭头连接符 71">
            <a:extLst>
              <a:ext uri="{FF2B5EF4-FFF2-40B4-BE49-F238E27FC236}">
                <a16:creationId xmlns:a16="http://schemas.microsoft.com/office/drawing/2014/main" id="{39946D23-2E5D-5011-6908-A93F45BF2C54}"/>
              </a:ext>
            </a:extLst>
          </p:cNvPr>
          <p:cNvCxnSpPr/>
          <p:nvPr/>
        </p:nvCxnSpPr>
        <p:spPr>
          <a:xfrm>
            <a:off x="717472" y="2573470"/>
            <a:ext cx="792000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直接连接符 72">
            <a:extLst>
              <a:ext uri="{FF2B5EF4-FFF2-40B4-BE49-F238E27FC236}">
                <a16:creationId xmlns:a16="http://schemas.microsoft.com/office/drawing/2014/main" id="{62C0D229-3DE8-08FD-7B7A-DF0AB34488CC}"/>
              </a:ext>
            </a:extLst>
          </p:cNvPr>
          <p:cNvCxnSpPr>
            <a:cxnSpLocks/>
          </p:cNvCxnSpPr>
          <p:nvPr/>
        </p:nvCxnSpPr>
        <p:spPr>
          <a:xfrm>
            <a:off x="609597" y="1705608"/>
            <a:ext cx="0" cy="104400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直接箭头连接符 73">
            <a:extLst>
              <a:ext uri="{FF2B5EF4-FFF2-40B4-BE49-F238E27FC236}">
                <a16:creationId xmlns:a16="http://schemas.microsoft.com/office/drawing/2014/main" id="{197B1DCB-3FF2-D008-171D-DB35DE1E5150}"/>
              </a:ext>
            </a:extLst>
          </p:cNvPr>
          <p:cNvCxnSpPr/>
          <p:nvPr/>
        </p:nvCxnSpPr>
        <p:spPr>
          <a:xfrm>
            <a:off x="609597" y="2744176"/>
            <a:ext cx="914532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直接连接符 74">
            <a:extLst>
              <a:ext uri="{FF2B5EF4-FFF2-40B4-BE49-F238E27FC236}">
                <a16:creationId xmlns:a16="http://schemas.microsoft.com/office/drawing/2014/main" id="{71C8651B-DB04-228E-91BA-77E07A849285}"/>
              </a:ext>
            </a:extLst>
          </p:cNvPr>
          <p:cNvCxnSpPr/>
          <p:nvPr/>
        </p:nvCxnSpPr>
        <p:spPr>
          <a:xfrm>
            <a:off x="477620" y="1127740"/>
            <a:ext cx="0" cy="1806482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6" name="直接箭头连接符 75">
            <a:extLst>
              <a:ext uri="{FF2B5EF4-FFF2-40B4-BE49-F238E27FC236}">
                <a16:creationId xmlns:a16="http://schemas.microsoft.com/office/drawing/2014/main" id="{765C6D42-98BA-EF99-63C9-BC79F6154050}"/>
              </a:ext>
            </a:extLst>
          </p:cNvPr>
          <p:cNvCxnSpPr/>
          <p:nvPr/>
        </p:nvCxnSpPr>
        <p:spPr>
          <a:xfrm>
            <a:off x="477620" y="2934222"/>
            <a:ext cx="1046509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直接连接符 76">
            <a:extLst>
              <a:ext uri="{FF2B5EF4-FFF2-40B4-BE49-F238E27FC236}">
                <a16:creationId xmlns:a16="http://schemas.microsoft.com/office/drawing/2014/main" id="{1EA5F441-72C0-BF9A-5179-DA527F711B86}"/>
              </a:ext>
            </a:extLst>
          </p:cNvPr>
          <p:cNvCxnSpPr>
            <a:cxnSpLocks/>
          </p:cNvCxnSpPr>
          <p:nvPr/>
        </p:nvCxnSpPr>
        <p:spPr>
          <a:xfrm flipH="1">
            <a:off x="360390" y="471173"/>
            <a:ext cx="0" cy="266400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" name="直接箭头连接符 77">
            <a:extLst>
              <a:ext uri="{FF2B5EF4-FFF2-40B4-BE49-F238E27FC236}">
                <a16:creationId xmlns:a16="http://schemas.microsoft.com/office/drawing/2014/main" id="{4A109B6C-8291-1BEA-1C7A-C82AA1EE51DB}"/>
              </a:ext>
            </a:extLst>
          </p:cNvPr>
          <p:cNvCxnSpPr/>
          <p:nvPr/>
        </p:nvCxnSpPr>
        <p:spPr>
          <a:xfrm>
            <a:off x="360390" y="3125842"/>
            <a:ext cx="1163739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直接连接符 78">
            <a:extLst>
              <a:ext uri="{FF2B5EF4-FFF2-40B4-BE49-F238E27FC236}">
                <a16:creationId xmlns:a16="http://schemas.microsoft.com/office/drawing/2014/main" id="{60468CCA-7220-8AE7-877D-3DE7838F0609}"/>
              </a:ext>
            </a:extLst>
          </p:cNvPr>
          <p:cNvCxnSpPr/>
          <p:nvPr/>
        </p:nvCxnSpPr>
        <p:spPr>
          <a:xfrm>
            <a:off x="4643493" y="2530233"/>
            <a:ext cx="936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箭头连接符 79">
            <a:extLst>
              <a:ext uri="{FF2B5EF4-FFF2-40B4-BE49-F238E27FC236}">
                <a16:creationId xmlns:a16="http://schemas.microsoft.com/office/drawing/2014/main" id="{B7DFA473-4B63-404F-25F0-795F91661E96}"/>
              </a:ext>
            </a:extLst>
          </p:cNvPr>
          <p:cNvCxnSpPr/>
          <p:nvPr/>
        </p:nvCxnSpPr>
        <p:spPr>
          <a:xfrm>
            <a:off x="4949344" y="1962532"/>
            <a:ext cx="504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81" name="对象 80">
            <a:extLst>
              <a:ext uri="{FF2B5EF4-FFF2-40B4-BE49-F238E27FC236}">
                <a16:creationId xmlns:a16="http://schemas.microsoft.com/office/drawing/2014/main" id="{09AE20D5-A2B7-CAAD-CD94-961B77DCEBC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9530321"/>
              </p:ext>
            </p:extLst>
          </p:nvPr>
        </p:nvGraphicFramePr>
        <p:xfrm>
          <a:off x="5473332" y="1871050"/>
          <a:ext cx="192463" cy="2072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164880" imgH="177480" progId="Equation.DSMT4">
                  <p:embed/>
                </p:oleObj>
              </mc:Choice>
              <mc:Fallback>
                <p:oleObj name="Equation" r:id="rId29" imgW="164880" imgH="177480" progId="Equation.DSMT4">
                  <p:embed/>
                  <p:pic>
                    <p:nvPicPr>
                      <p:cNvPr id="238" name="对象 237">
                        <a:extLst>
                          <a:ext uri="{FF2B5EF4-FFF2-40B4-BE49-F238E27FC236}">
                            <a16:creationId xmlns:a16="http://schemas.microsoft.com/office/drawing/2014/main" id="{475DC164-3BF3-0737-A2F8-B56C48F39F3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5473332" y="1871050"/>
                        <a:ext cx="192463" cy="2072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82" name="直接箭头连接符 81">
            <a:extLst>
              <a:ext uri="{FF2B5EF4-FFF2-40B4-BE49-F238E27FC236}">
                <a16:creationId xmlns:a16="http://schemas.microsoft.com/office/drawing/2014/main" id="{698C90D1-2570-C314-3226-DB989B43ECE7}"/>
              </a:ext>
            </a:extLst>
          </p:cNvPr>
          <p:cNvCxnSpPr/>
          <p:nvPr/>
        </p:nvCxnSpPr>
        <p:spPr>
          <a:xfrm flipV="1">
            <a:off x="5575972" y="2056628"/>
            <a:ext cx="0" cy="468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连接符 82">
            <a:extLst>
              <a:ext uri="{FF2B5EF4-FFF2-40B4-BE49-F238E27FC236}">
                <a16:creationId xmlns:a16="http://schemas.microsoft.com/office/drawing/2014/main" id="{CC4A32FA-068F-BBCC-9759-60FE49C477C3}"/>
              </a:ext>
            </a:extLst>
          </p:cNvPr>
          <p:cNvCxnSpPr/>
          <p:nvPr/>
        </p:nvCxnSpPr>
        <p:spPr>
          <a:xfrm flipV="1">
            <a:off x="4643493" y="2740127"/>
            <a:ext cx="117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箭头连接符 83">
            <a:extLst>
              <a:ext uri="{FF2B5EF4-FFF2-40B4-BE49-F238E27FC236}">
                <a16:creationId xmlns:a16="http://schemas.microsoft.com/office/drawing/2014/main" id="{B1205FF7-74EA-26DD-9D06-404A3B354782}"/>
              </a:ext>
            </a:extLst>
          </p:cNvPr>
          <p:cNvCxnSpPr/>
          <p:nvPr/>
        </p:nvCxnSpPr>
        <p:spPr>
          <a:xfrm>
            <a:off x="5297703" y="1750042"/>
            <a:ext cx="432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85" name="对象 84">
            <a:extLst>
              <a:ext uri="{FF2B5EF4-FFF2-40B4-BE49-F238E27FC236}">
                <a16:creationId xmlns:a16="http://schemas.microsoft.com/office/drawing/2014/main" id="{7A5D91FA-E05E-9559-5710-FF7D3705537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6210290"/>
              </p:ext>
            </p:extLst>
          </p:nvPr>
        </p:nvGraphicFramePr>
        <p:xfrm>
          <a:off x="5719048" y="1660303"/>
          <a:ext cx="192463" cy="2072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164880" imgH="177480" progId="Equation.DSMT4">
                  <p:embed/>
                </p:oleObj>
              </mc:Choice>
              <mc:Fallback>
                <p:oleObj name="Equation" r:id="rId29" imgW="164880" imgH="177480" progId="Equation.DSMT4">
                  <p:embed/>
                  <p:pic>
                    <p:nvPicPr>
                      <p:cNvPr id="245" name="对象 244">
                        <a:extLst>
                          <a:ext uri="{FF2B5EF4-FFF2-40B4-BE49-F238E27FC236}">
                            <a16:creationId xmlns:a16="http://schemas.microsoft.com/office/drawing/2014/main" id="{78ABAE2E-2DE8-D6BD-819C-CDB8CF263C1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5719048" y="1660303"/>
                        <a:ext cx="192463" cy="2072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86" name="直接箭头连接符 85">
            <a:extLst>
              <a:ext uri="{FF2B5EF4-FFF2-40B4-BE49-F238E27FC236}">
                <a16:creationId xmlns:a16="http://schemas.microsoft.com/office/drawing/2014/main" id="{112CCAB7-BD9A-4BF6-8E0D-DF4975DCB418}"/>
              </a:ext>
            </a:extLst>
          </p:cNvPr>
          <p:cNvCxnSpPr/>
          <p:nvPr/>
        </p:nvCxnSpPr>
        <p:spPr>
          <a:xfrm flipV="1">
            <a:off x="5814155" y="1846206"/>
            <a:ext cx="0" cy="900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接箭头连接符 86">
            <a:extLst>
              <a:ext uri="{FF2B5EF4-FFF2-40B4-BE49-F238E27FC236}">
                <a16:creationId xmlns:a16="http://schemas.microsoft.com/office/drawing/2014/main" id="{EB7D995D-DB9F-867A-D279-231DB0007677}"/>
              </a:ext>
            </a:extLst>
          </p:cNvPr>
          <p:cNvCxnSpPr/>
          <p:nvPr/>
        </p:nvCxnSpPr>
        <p:spPr>
          <a:xfrm>
            <a:off x="5284478" y="729442"/>
            <a:ext cx="684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直接箭头连接符 87">
            <a:extLst>
              <a:ext uri="{FF2B5EF4-FFF2-40B4-BE49-F238E27FC236}">
                <a16:creationId xmlns:a16="http://schemas.microsoft.com/office/drawing/2014/main" id="{278D53EB-773A-1AC3-9ACA-4783CB6436A2}"/>
              </a:ext>
            </a:extLst>
          </p:cNvPr>
          <p:cNvCxnSpPr/>
          <p:nvPr/>
        </p:nvCxnSpPr>
        <p:spPr>
          <a:xfrm>
            <a:off x="4636120" y="2934222"/>
            <a:ext cx="1404000" cy="0"/>
          </a:xfrm>
          <a:prstGeom prst="straightConnector1">
            <a:avLst/>
          </a:prstGeom>
          <a:ln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接箭头连接符 88">
            <a:extLst>
              <a:ext uri="{FF2B5EF4-FFF2-40B4-BE49-F238E27FC236}">
                <a16:creationId xmlns:a16="http://schemas.microsoft.com/office/drawing/2014/main" id="{139F9E04-FD4A-1F7E-2E7D-B43FD114F50A}"/>
              </a:ext>
            </a:extLst>
          </p:cNvPr>
          <p:cNvCxnSpPr/>
          <p:nvPr/>
        </p:nvCxnSpPr>
        <p:spPr>
          <a:xfrm flipV="1">
            <a:off x="6048127" y="836444"/>
            <a:ext cx="0" cy="2106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0" name="对象 89">
            <a:extLst>
              <a:ext uri="{FF2B5EF4-FFF2-40B4-BE49-F238E27FC236}">
                <a16:creationId xmlns:a16="http://schemas.microsoft.com/office/drawing/2014/main" id="{EB840EBC-C84C-16B6-8C4B-D2FC70D7D81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1893197"/>
              </p:ext>
            </p:extLst>
          </p:nvPr>
        </p:nvGraphicFramePr>
        <p:xfrm>
          <a:off x="5958688" y="644923"/>
          <a:ext cx="192463" cy="2072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164880" imgH="177480" progId="Equation.DSMT4">
                  <p:embed/>
                </p:oleObj>
              </mc:Choice>
              <mc:Fallback>
                <p:oleObj name="Equation" r:id="rId29" imgW="164880" imgH="177480" progId="Equation.DSMT4">
                  <p:embed/>
                  <p:pic>
                    <p:nvPicPr>
                      <p:cNvPr id="254" name="对象 253">
                        <a:extLst>
                          <a:ext uri="{FF2B5EF4-FFF2-40B4-BE49-F238E27FC236}">
                            <a16:creationId xmlns:a16="http://schemas.microsoft.com/office/drawing/2014/main" id="{8D5EE082-D7F1-9BF3-FCF3-790502C46FF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5958688" y="644923"/>
                        <a:ext cx="192463" cy="2072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91" name="直接箭头连接符 90">
            <a:extLst>
              <a:ext uri="{FF2B5EF4-FFF2-40B4-BE49-F238E27FC236}">
                <a16:creationId xmlns:a16="http://schemas.microsoft.com/office/drawing/2014/main" id="{FBB93A1F-8494-A999-45D7-9C9D86C0A07C}"/>
              </a:ext>
            </a:extLst>
          </p:cNvPr>
          <p:cNvCxnSpPr/>
          <p:nvPr/>
        </p:nvCxnSpPr>
        <p:spPr>
          <a:xfrm>
            <a:off x="4940013" y="502394"/>
            <a:ext cx="1224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直接连接符 91">
            <a:extLst>
              <a:ext uri="{FF2B5EF4-FFF2-40B4-BE49-F238E27FC236}">
                <a16:creationId xmlns:a16="http://schemas.microsoft.com/office/drawing/2014/main" id="{ADA8F6D7-1CA1-3043-933F-9BF5BBA3269C}"/>
              </a:ext>
            </a:extLst>
          </p:cNvPr>
          <p:cNvCxnSpPr/>
          <p:nvPr/>
        </p:nvCxnSpPr>
        <p:spPr>
          <a:xfrm>
            <a:off x="4636122" y="3147234"/>
            <a:ext cx="162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接箭头连接符 92">
            <a:extLst>
              <a:ext uri="{FF2B5EF4-FFF2-40B4-BE49-F238E27FC236}">
                <a16:creationId xmlns:a16="http://schemas.microsoft.com/office/drawing/2014/main" id="{975BDA21-ABB5-280D-2313-6E6418596FE7}"/>
              </a:ext>
            </a:extLst>
          </p:cNvPr>
          <p:cNvCxnSpPr/>
          <p:nvPr/>
        </p:nvCxnSpPr>
        <p:spPr>
          <a:xfrm flipV="1">
            <a:off x="6253476" y="579606"/>
            <a:ext cx="0" cy="2556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4" name="对象 93">
            <a:extLst>
              <a:ext uri="{FF2B5EF4-FFF2-40B4-BE49-F238E27FC236}">
                <a16:creationId xmlns:a16="http://schemas.microsoft.com/office/drawing/2014/main" id="{77253A19-EE84-FD4C-6669-7857CE720D5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2967434"/>
              </p:ext>
            </p:extLst>
          </p:nvPr>
        </p:nvGraphicFramePr>
        <p:xfrm>
          <a:off x="6159890" y="404137"/>
          <a:ext cx="192463" cy="2072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164880" imgH="177480" progId="Equation.DSMT4">
                  <p:embed/>
                </p:oleObj>
              </mc:Choice>
              <mc:Fallback>
                <p:oleObj name="Equation" r:id="rId29" imgW="164880" imgH="177480" progId="Equation.DSMT4">
                  <p:embed/>
                  <p:pic>
                    <p:nvPicPr>
                      <p:cNvPr id="261" name="对象 260">
                        <a:extLst>
                          <a:ext uri="{FF2B5EF4-FFF2-40B4-BE49-F238E27FC236}">
                            <a16:creationId xmlns:a16="http://schemas.microsoft.com/office/drawing/2014/main" id="{900D79BD-64D2-9A3D-F867-E094EC4B6CB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6159890" y="404137"/>
                        <a:ext cx="192463" cy="2072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95" name="直接连接符 94">
            <a:extLst>
              <a:ext uri="{FF2B5EF4-FFF2-40B4-BE49-F238E27FC236}">
                <a16:creationId xmlns:a16="http://schemas.microsoft.com/office/drawing/2014/main" id="{880F3B73-F42B-6639-6F79-3E4EFE2099CA}"/>
              </a:ext>
            </a:extLst>
          </p:cNvPr>
          <p:cNvCxnSpPr/>
          <p:nvPr/>
        </p:nvCxnSpPr>
        <p:spPr>
          <a:xfrm flipV="1">
            <a:off x="5635807" y="1959742"/>
            <a:ext cx="864000" cy="0"/>
          </a:xfrm>
          <a:prstGeom prst="line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6" name="直接连接符 95">
            <a:extLst>
              <a:ext uri="{FF2B5EF4-FFF2-40B4-BE49-F238E27FC236}">
                <a16:creationId xmlns:a16="http://schemas.microsoft.com/office/drawing/2014/main" id="{9889B6AF-1A40-2108-45A4-9D4B823E8AC7}"/>
              </a:ext>
            </a:extLst>
          </p:cNvPr>
          <p:cNvCxnSpPr/>
          <p:nvPr/>
        </p:nvCxnSpPr>
        <p:spPr>
          <a:xfrm>
            <a:off x="5897470" y="1749263"/>
            <a:ext cx="504000" cy="0"/>
          </a:xfrm>
          <a:prstGeom prst="line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7" name="直接连接符 96">
            <a:extLst>
              <a:ext uri="{FF2B5EF4-FFF2-40B4-BE49-F238E27FC236}">
                <a16:creationId xmlns:a16="http://schemas.microsoft.com/office/drawing/2014/main" id="{4E2CA73A-7B76-9ED6-3141-65CDD58CDBD8}"/>
              </a:ext>
            </a:extLst>
          </p:cNvPr>
          <p:cNvCxnSpPr/>
          <p:nvPr/>
        </p:nvCxnSpPr>
        <p:spPr>
          <a:xfrm>
            <a:off x="6141820" y="729442"/>
            <a:ext cx="262800" cy="0"/>
          </a:xfrm>
          <a:prstGeom prst="line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8" name="直接连接符 97">
            <a:extLst>
              <a:ext uri="{FF2B5EF4-FFF2-40B4-BE49-F238E27FC236}">
                <a16:creationId xmlns:a16="http://schemas.microsoft.com/office/drawing/2014/main" id="{272BC264-3C63-6BFD-6ED9-83AD803F11BF}"/>
              </a:ext>
            </a:extLst>
          </p:cNvPr>
          <p:cNvCxnSpPr/>
          <p:nvPr/>
        </p:nvCxnSpPr>
        <p:spPr>
          <a:xfrm>
            <a:off x="6331813" y="499803"/>
            <a:ext cx="180000" cy="0"/>
          </a:xfrm>
          <a:prstGeom prst="line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99" name="对象 98">
            <a:extLst>
              <a:ext uri="{FF2B5EF4-FFF2-40B4-BE49-F238E27FC236}">
                <a16:creationId xmlns:a16="http://schemas.microsoft.com/office/drawing/2014/main" id="{3B020ADB-8A1A-EF12-4091-CE99F10814E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172657"/>
              </p:ext>
            </p:extLst>
          </p:nvPr>
        </p:nvGraphicFramePr>
        <p:xfrm>
          <a:off x="4703306" y="2953562"/>
          <a:ext cx="2159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215640" imgH="241200" progId="Equation.DSMT4">
                  <p:embed/>
                </p:oleObj>
              </mc:Choice>
              <mc:Fallback>
                <p:oleObj name="Equation" r:id="rId31" imgW="215640" imgH="241200" progId="Equation.DSMT4">
                  <p:embed/>
                  <p:pic>
                    <p:nvPicPr>
                      <p:cNvPr id="274" name="对象 273">
                        <a:extLst>
                          <a:ext uri="{FF2B5EF4-FFF2-40B4-BE49-F238E27FC236}">
                            <a16:creationId xmlns:a16="http://schemas.microsoft.com/office/drawing/2014/main" id="{EB91720A-36F2-4706-91CF-0823FD1DBE7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4703306" y="2953562"/>
                        <a:ext cx="2159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" name="对象 99">
            <a:extLst>
              <a:ext uri="{FF2B5EF4-FFF2-40B4-BE49-F238E27FC236}">
                <a16:creationId xmlns:a16="http://schemas.microsoft.com/office/drawing/2014/main" id="{6BCA0AA0-6FCC-A2FF-33A6-3DC50569DD2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4428783"/>
              </p:ext>
            </p:extLst>
          </p:nvPr>
        </p:nvGraphicFramePr>
        <p:xfrm>
          <a:off x="4702308" y="2738567"/>
          <a:ext cx="2286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228600" imgH="241200" progId="Equation.DSMT4">
                  <p:embed/>
                </p:oleObj>
              </mc:Choice>
              <mc:Fallback>
                <p:oleObj name="Equation" r:id="rId33" imgW="228600" imgH="241200" progId="Equation.DSMT4">
                  <p:embed/>
                  <p:pic>
                    <p:nvPicPr>
                      <p:cNvPr id="275" name="对象 274">
                        <a:extLst>
                          <a:ext uri="{FF2B5EF4-FFF2-40B4-BE49-F238E27FC236}">
                            <a16:creationId xmlns:a16="http://schemas.microsoft.com/office/drawing/2014/main" id="{68926E08-D3E5-A250-85F4-A044ADAB28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4702308" y="2738567"/>
                        <a:ext cx="2286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" name="对象 100">
            <a:extLst>
              <a:ext uri="{FF2B5EF4-FFF2-40B4-BE49-F238E27FC236}">
                <a16:creationId xmlns:a16="http://schemas.microsoft.com/office/drawing/2014/main" id="{3B471C23-9987-7A66-1DCC-AD8E3C405BD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0621347"/>
              </p:ext>
            </p:extLst>
          </p:nvPr>
        </p:nvGraphicFramePr>
        <p:xfrm>
          <a:off x="4703418" y="2521881"/>
          <a:ext cx="2286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5" imgW="228600" imgH="241200" progId="Equation.DSMT4">
                  <p:embed/>
                </p:oleObj>
              </mc:Choice>
              <mc:Fallback>
                <p:oleObj name="Equation" r:id="rId35" imgW="228600" imgH="241200" progId="Equation.DSMT4">
                  <p:embed/>
                  <p:pic>
                    <p:nvPicPr>
                      <p:cNvPr id="276" name="对象 275">
                        <a:extLst>
                          <a:ext uri="{FF2B5EF4-FFF2-40B4-BE49-F238E27FC236}">
                            <a16:creationId xmlns:a16="http://schemas.microsoft.com/office/drawing/2014/main" id="{E822148A-5FFA-9941-C5A2-2A4CB8935DE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4703418" y="2521881"/>
                        <a:ext cx="2286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" name="对象 101">
            <a:extLst>
              <a:ext uri="{FF2B5EF4-FFF2-40B4-BE49-F238E27FC236}">
                <a16:creationId xmlns:a16="http://schemas.microsoft.com/office/drawing/2014/main" id="{94ABD98D-9EE1-6373-8872-2848077C479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0036357"/>
              </p:ext>
            </p:extLst>
          </p:nvPr>
        </p:nvGraphicFramePr>
        <p:xfrm>
          <a:off x="4692950" y="2313856"/>
          <a:ext cx="2286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7" imgW="228600" imgH="241200" progId="Equation.DSMT4">
                  <p:embed/>
                </p:oleObj>
              </mc:Choice>
              <mc:Fallback>
                <p:oleObj name="Equation" r:id="rId37" imgW="228600" imgH="241200" progId="Equation.DSMT4">
                  <p:embed/>
                  <p:pic>
                    <p:nvPicPr>
                      <p:cNvPr id="277" name="对象 276">
                        <a:extLst>
                          <a:ext uri="{FF2B5EF4-FFF2-40B4-BE49-F238E27FC236}">
                            <a16:creationId xmlns:a16="http://schemas.microsoft.com/office/drawing/2014/main" id="{88321047-E5E0-76D1-0975-5AF5B54429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4692950" y="2313856"/>
                        <a:ext cx="2286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03" name="直接连接符 102">
            <a:extLst>
              <a:ext uri="{FF2B5EF4-FFF2-40B4-BE49-F238E27FC236}">
                <a16:creationId xmlns:a16="http://schemas.microsoft.com/office/drawing/2014/main" id="{3EFFA370-4737-A000-9815-46D42F1BB7D9}"/>
              </a:ext>
            </a:extLst>
          </p:cNvPr>
          <p:cNvCxnSpPr/>
          <p:nvPr/>
        </p:nvCxnSpPr>
        <p:spPr>
          <a:xfrm flipV="1">
            <a:off x="6401470" y="1349006"/>
            <a:ext cx="0" cy="3960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4" name="直接连接符 103">
            <a:extLst>
              <a:ext uri="{FF2B5EF4-FFF2-40B4-BE49-F238E27FC236}">
                <a16:creationId xmlns:a16="http://schemas.microsoft.com/office/drawing/2014/main" id="{E766E4E3-0A45-B0B2-B12B-F69ECDFAE09C}"/>
              </a:ext>
            </a:extLst>
          </p:cNvPr>
          <p:cNvCxnSpPr/>
          <p:nvPr/>
        </p:nvCxnSpPr>
        <p:spPr>
          <a:xfrm>
            <a:off x="6401470" y="729885"/>
            <a:ext cx="0" cy="3960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5" name="直接箭头连接符 104">
            <a:extLst>
              <a:ext uri="{FF2B5EF4-FFF2-40B4-BE49-F238E27FC236}">
                <a16:creationId xmlns:a16="http://schemas.microsoft.com/office/drawing/2014/main" id="{7C6F88F5-FC7D-0694-E890-F2A057273B4A}"/>
              </a:ext>
            </a:extLst>
          </p:cNvPr>
          <p:cNvCxnSpPr/>
          <p:nvPr/>
        </p:nvCxnSpPr>
        <p:spPr>
          <a:xfrm>
            <a:off x="6403151" y="1352187"/>
            <a:ext cx="504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6" name="直接箭头连接符 105">
            <a:extLst>
              <a:ext uri="{FF2B5EF4-FFF2-40B4-BE49-F238E27FC236}">
                <a16:creationId xmlns:a16="http://schemas.microsoft.com/office/drawing/2014/main" id="{85390DB3-A4B9-B082-8E29-6DF229BCA955}"/>
              </a:ext>
            </a:extLst>
          </p:cNvPr>
          <p:cNvCxnSpPr/>
          <p:nvPr/>
        </p:nvCxnSpPr>
        <p:spPr>
          <a:xfrm>
            <a:off x="6401470" y="1125885"/>
            <a:ext cx="504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7" name="直接连接符 106">
            <a:extLst>
              <a:ext uri="{FF2B5EF4-FFF2-40B4-BE49-F238E27FC236}">
                <a16:creationId xmlns:a16="http://schemas.microsoft.com/office/drawing/2014/main" id="{4BF8A177-372E-A772-E7A5-A6F2C715AD9B}"/>
              </a:ext>
            </a:extLst>
          </p:cNvPr>
          <p:cNvCxnSpPr/>
          <p:nvPr/>
        </p:nvCxnSpPr>
        <p:spPr>
          <a:xfrm flipV="1">
            <a:off x="6509138" y="500465"/>
            <a:ext cx="0" cy="4680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8" name="直接箭头连接符 107">
            <a:extLst>
              <a:ext uri="{FF2B5EF4-FFF2-40B4-BE49-F238E27FC236}">
                <a16:creationId xmlns:a16="http://schemas.microsoft.com/office/drawing/2014/main" id="{4971D20F-C596-DD33-370A-4B64802BC947}"/>
              </a:ext>
            </a:extLst>
          </p:cNvPr>
          <p:cNvCxnSpPr/>
          <p:nvPr/>
        </p:nvCxnSpPr>
        <p:spPr>
          <a:xfrm>
            <a:off x="6509138" y="966331"/>
            <a:ext cx="396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9" name="直接连接符 108">
            <a:extLst>
              <a:ext uri="{FF2B5EF4-FFF2-40B4-BE49-F238E27FC236}">
                <a16:creationId xmlns:a16="http://schemas.microsoft.com/office/drawing/2014/main" id="{8E2E20A0-5A12-D114-37AF-F2AC62E559DD}"/>
              </a:ext>
            </a:extLst>
          </p:cNvPr>
          <p:cNvCxnSpPr/>
          <p:nvPr/>
        </p:nvCxnSpPr>
        <p:spPr>
          <a:xfrm flipV="1">
            <a:off x="6509138" y="1497023"/>
            <a:ext cx="0" cy="4680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0" name="直接箭头连接符 109">
            <a:extLst>
              <a:ext uri="{FF2B5EF4-FFF2-40B4-BE49-F238E27FC236}">
                <a16:creationId xmlns:a16="http://schemas.microsoft.com/office/drawing/2014/main" id="{9B41D056-AE8A-763B-E905-A273E8C03FBC}"/>
              </a:ext>
            </a:extLst>
          </p:cNvPr>
          <p:cNvCxnSpPr/>
          <p:nvPr/>
        </p:nvCxnSpPr>
        <p:spPr>
          <a:xfrm>
            <a:off x="6509138" y="1498408"/>
            <a:ext cx="396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1" name="文本框 110">
            <a:extLst>
              <a:ext uri="{FF2B5EF4-FFF2-40B4-BE49-F238E27FC236}">
                <a16:creationId xmlns:a16="http://schemas.microsoft.com/office/drawing/2014/main" id="{08426804-CC40-0319-B1FA-71C2198CFBD3}"/>
              </a:ext>
            </a:extLst>
          </p:cNvPr>
          <p:cNvSpPr txBox="1"/>
          <p:nvPr/>
        </p:nvSpPr>
        <p:spPr>
          <a:xfrm>
            <a:off x="6331813" y="1086502"/>
            <a:ext cx="5886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concat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2" name="组合 111">
            <a:extLst>
              <a:ext uri="{FF2B5EF4-FFF2-40B4-BE49-F238E27FC236}">
                <a16:creationId xmlns:a16="http://schemas.microsoft.com/office/drawing/2014/main" id="{B2E29631-C374-3852-5D8E-46A9A1583284}"/>
              </a:ext>
            </a:extLst>
          </p:cNvPr>
          <p:cNvGrpSpPr/>
          <p:nvPr/>
        </p:nvGrpSpPr>
        <p:grpSpPr>
          <a:xfrm>
            <a:off x="7007330" y="775665"/>
            <a:ext cx="944418" cy="845549"/>
            <a:chOff x="7477420" y="4652979"/>
            <a:chExt cx="1329840" cy="1057193"/>
          </a:xfrm>
        </p:grpSpPr>
        <p:sp>
          <p:nvSpPr>
            <p:cNvPr id="117" name="立方体 116">
              <a:extLst>
                <a:ext uri="{FF2B5EF4-FFF2-40B4-BE49-F238E27FC236}">
                  <a16:creationId xmlns:a16="http://schemas.microsoft.com/office/drawing/2014/main" id="{EFB70CF8-A01A-4FE3-6269-EF1E62547557}"/>
                </a:ext>
              </a:extLst>
            </p:cNvPr>
            <p:cNvSpPr/>
            <p:nvPr/>
          </p:nvSpPr>
          <p:spPr>
            <a:xfrm>
              <a:off x="7477421" y="5312685"/>
              <a:ext cx="1329839" cy="397487"/>
            </a:xfrm>
            <a:prstGeom prst="cube">
              <a:avLst>
                <a:gd name="adj" fmla="val 77174"/>
              </a:avLst>
            </a:prstGeom>
            <a:solidFill>
              <a:srgbClr val="BFBFBF"/>
            </a:solidFill>
            <a:ln w="25400">
              <a:solidFill>
                <a:srgbClr val="A5A5A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8" name="立方体 117">
              <a:extLst>
                <a:ext uri="{FF2B5EF4-FFF2-40B4-BE49-F238E27FC236}">
                  <a16:creationId xmlns:a16="http://schemas.microsoft.com/office/drawing/2014/main" id="{DE704C32-2E04-491B-4639-AF89EF17E8B6}"/>
                </a:ext>
              </a:extLst>
            </p:cNvPr>
            <p:cNvSpPr/>
            <p:nvPr/>
          </p:nvSpPr>
          <p:spPr>
            <a:xfrm>
              <a:off x="7477421" y="5108196"/>
              <a:ext cx="1329839" cy="397487"/>
            </a:xfrm>
            <a:prstGeom prst="cube">
              <a:avLst>
                <a:gd name="adj" fmla="val 77174"/>
              </a:avLst>
            </a:prstGeom>
            <a:solidFill>
              <a:srgbClr val="E5B9B5"/>
            </a:solidFill>
            <a:ln w="25400">
              <a:solidFill>
                <a:srgbClr val="D9958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9" name="立方体 118">
              <a:extLst>
                <a:ext uri="{FF2B5EF4-FFF2-40B4-BE49-F238E27FC236}">
                  <a16:creationId xmlns:a16="http://schemas.microsoft.com/office/drawing/2014/main" id="{1DDBD7CF-161C-F84C-F104-083CE064E122}"/>
                </a:ext>
              </a:extLst>
            </p:cNvPr>
            <p:cNvSpPr/>
            <p:nvPr/>
          </p:nvSpPr>
          <p:spPr>
            <a:xfrm>
              <a:off x="7477420" y="4875271"/>
              <a:ext cx="1329839" cy="397487"/>
            </a:xfrm>
            <a:prstGeom prst="cube">
              <a:avLst>
                <a:gd name="adj" fmla="val 77174"/>
              </a:avLst>
            </a:prstGeom>
            <a:solidFill>
              <a:srgbClr val="B7DDE8"/>
            </a:solidFill>
            <a:ln w="25400">
              <a:solidFill>
                <a:srgbClr val="92CDD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0" name="立方体 119">
              <a:extLst>
                <a:ext uri="{FF2B5EF4-FFF2-40B4-BE49-F238E27FC236}">
                  <a16:creationId xmlns:a16="http://schemas.microsoft.com/office/drawing/2014/main" id="{26197DAF-F894-F144-C327-749247F7F345}"/>
                </a:ext>
              </a:extLst>
            </p:cNvPr>
            <p:cNvSpPr/>
            <p:nvPr/>
          </p:nvSpPr>
          <p:spPr>
            <a:xfrm>
              <a:off x="7477421" y="4652979"/>
              <a:ext cx="1329839" cy="397487"/>
            </a:xfrm>
            <a:prstGeom prst="cube">
              <a:avLst>
                <a:gd name="adj" fmla="val 77174"/>
              </a:avLst>
            </a:prstGeom>
            <a:solidFill>
              <a:srgbClr val="FBD7BB"/>
            </a:solidFill>
            <a:ln w="25400">
              <a:solidFill>
                <a:srgbClr val="F9C4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aphicFrame>
        <p:nvGraphicFramePr>
          <p:cNvPr id="113" name="对象 112">
            <a:extLst>
              <a:ext uri="{FF2B5EF4-FFF2-40B4-BE49-F238E27FC236}">
                <a16:creationId xmlns:a16="http://schemas.microsoft.com/office/drawing/2014/main" id="{24607DD6-85CE-F0D8-3C73-F29D4A9F05B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9560029"/>
              </p:ext>
            </p:extLst>
          </p:nvPr>
        </p:nvGraphicFramePr>
        <p:xfrm>
          <a:off x="4849047" y="772767"/>
          <a:ext cx="2286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9" imgW="228600" imgH="177480" progId="Equation.DSMT4">
                  <p:embed/>
                </p:oleObj>
              </mc:Choice>
              <mc:Fallback>
                <p:oleObj name="Equation" r:id="rId39" imgW="228600" imgH="177480" progId="Equation.DSMT4">
                  <p:embed/>
                  <p:pic>
                    <p:nvPicPr>
                      <p:cNvPr id="302" name="对象 301">
                        <a:extLst>
                          <a:ext uri="{FF2B5EF4-FFF2-40B4-BE49-F238E27FC236}">
                            <a16:creationId xmlns:a16="http://schemas.microsoft.com/office/drawing/2014/main" id="{14B10062-E839-9BCE-C644-7876DC8C493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4849047" y="772767"/>
                        <a:ext cx="2286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" name="对象 113">
            <a:extLst>
              <a:ext uri="{FF2B5EF4-FFF2-40B4-BE49-F238E27FC236}">
                <a16:creationId xmlns:a16="http://schemas.microsoft.com/office/drawing/2014/main" id="{7DCD8673-EBA3-6228-E286-2D102B5462D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9270077"/>
              </p:ext>
            </p:extLst>
          </p:nvPr>
        </p:nvGraphicFramePr>
        <p:xfrm>
          <a:off x="5196376" y="918335"/>
          <a:ext cx="2667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1" imgW="266400" imgH="177480" progId="Equation.DSMT4">
                  <p:embed/>
                </p:oleObj>
              </mc:Choice>
              <mc:Fallback>
                <p:oleObj name="Equation" r:id="rId41" imgW="266400" imgH="177480" progId="Equation.DSMT4">
                  <p:embed/>
                  <p:pic>
                    <p:nvPicPr>
                      <p:cNvPr id="303" name="对象 302">
                        <a:extLst>
                          <a:ext uri="{FF2B5EF4-FFF2-40B4-BE49-F238E27FC236}">
                            <a16:creationId xmlns:a16="http://schemas.microsoft.com/office/drawing/2014/main" id="{22B92E1C-B244-237F-1754-A8231CEECD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5196376" y="918335"/>
                        <a:ext cx="2667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5" name="对象 114">
            <a:extLst>
              <a:ext uri="{FF2B5EF4-FFF2-40B4-BE49-F238E27FC236}">
                <a16:creationId xmlns:a16="http://schemas.microsoft.com/office/drawing/2014/main" id="{16D14A85-6ABF-DD53-F8C3-D200745FF41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9898994"/>
              </p:ext>
            </p:extLst>
          </p:nvPr>
        </p:nvGraphicFramePr>
        <p:xfrm>
          <a:off x="4843228" y="1532012"/>
          <a:ext cx="2667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3" imgW="266400" imgH="177480" progId="Equation.DSMT4">
                  <p:embed/>
                </p:oleObj>
              </mc:Choice>
              <mc:Fallback>
                <p:oleObj name="Equation" r:id="rId43" imgW="266400" imgH="177480" progId="Equation.DSMT4">
                  <p:embed/>
                  <p:pic>
                    <p:nvPicPr>
                      <p:cNvPr id="304" name="对象 303">
                        <a:extLst>
                          <a:ext uri="{FF2B5EF4-FFF2-40B4-BE49-F238E27FC236}">
                            <a16:creationId xmlns:a16="http://schemas.microsoft.com/office/drawing/2014/main" id="{07F8ADAC-7C99-2077-B4CE-76D2E8C64D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4"/>
                      <a:stretch>
                        <a:fillRect/>
                      </a:stretch>
                    </p:blipFill>
                    <p:spPr>
                      <a:xfrm>
                        <a:off x="4843228" y="1532012"/>
                        <a:ext cx="2667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6" name="对象 115">
            <a:extLst>
              <a:ext uri="{FF2B5EF4-FFF2-40B4-BE49-F238E27FC236}">
                <a16:creationId xmlns:a16="http://schemas.microsoft.com/office/drawing/2014/main" id="{A1715A8D-8EC7-99C5-23DE-32C7E9D5B56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9255110"/>
              </p:ext>
            </p:extLst>
          </p:nvPr>
        </p:nvGraphicFramePr>
        <p:xfrm>
          <a:off x="5228493" y="1397822"/>
          <a:ext cx="2540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5" imgW="253800" imgH="177480" progId="Equation.DSMT4">
                  <p:embed/>
                </p:oleObj>
              </mc:Choice>
              <mc:Fallback>
                <p:oleObj name="Equation" r:id="rId45" imgW="253800" imgH="177480" progId="Equation.DSMT4">
                  <p:embed/>
                  <p:pic>
                    <p:nvPicPr>
                      <p:cNvPr id="305" name="对象 304">
                        <a:extLst>
                          <a:ext uri="{FF2B5EF4-FFF2-40B4-BE49-F238E27FC236}">
                            <a16:creationId xmlns:a16="http://schemas.microsoft.com/office/drawing/2014/main" id="{00B17B84-5EAB-4C05-B821-EFD5F25808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6"/>
                      <a:stretch>
                        <a:fillRect/>
                      </a:stretch>
                    </p:blipFill>
                    <p:spPr>
                      <a:xfrm>
                        <a:off x="5228493" y="1397822"/>
                        <a:ext cx="2540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22" name="直接箭头连接符 121">
            <a:extLst>
              <a:ext uri="{FF2B5EF4-FFF2-40B4-BE49-F238E27FC236}">
                <a16:creationId xmlns:a16="http://schemas.microsoft.com/office/drawing/2014/main" id="{23E3785D-A3C5-63A2-096F-8C88C649F34B}"/>
              </a:ext>
            </a:extLst>
          </p:cNvPr>
          <p:cNvCxnSpPr/>
          <p:nvPr/>
        </p:nvCxnSpPr>
        <p:spPr>
          <a:xfrm>
            <a:off x="6327198" y="4469591"/>
            <a:ext cx="468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3" name="文本框 122">
            <a:extLst>
              <a:ext uri="{FF2B5EF4-FFF2-40B4-BE49-F238E27FC236}">
                <a16:creationId xmlns:a16="http://schemas.microsoft.com/office/drawing/2014/main" id="{4BA0193C-B8CF-171F-09A6-EBD86C9E7AFE}"/>
              </a:ext>
            </a:extLst>
          </p:cNvPr>
          <p:cNvSpPr txBox="1"/>
          <p:nvPr/>
        </p:nvSpPr>
        <p:spPr>
          <a:xfrm>
            <a:off x="6276802" y="4260354"/>
            <a:ext cx="52129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concat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24" name="组合 123">
            <a:extLst>
              <a:ext uri="{FF2B5EF4-FFF2-40B4-BE49-F238E27FC236}">
                <a16:creationId xmlns:a16="http://schemas.microsoft.com/office/drawing/2014/main" id="{69ADBCDF-AA1F-6F56-5C34-0C4C7EB3C484}"/>
              </a:ext>
            </a:extLst>
          </p:cNvPr>
          <p:cNvGrpSpPr/>
          <p:nvPr/>
        </p:nvGrpSpPr>
        <p:grpSpPr>
          <a:xfrm>
            <a:off x="6942878" y="4114800"/>
            <a:ext cx="546260" cy="694832"/>
            <a:chOff x="3909222" y="1975230"/>
            <a:chExt cx="813283" cy="1034480"/>
          </a:xfrm>
        </p:grpSpPr>
        <p:sp>
          <p:nvSpPr>
            <p:cNvPr id="187" name="矩形 186">
              <a:extLst>
                <a:ext uri="{FF2B5EF4-FFF2-40B4-BE49-F238E27FC236}">
                  <a16:creationId xmlns:a16="http://schemas.microsoft.com/office/drawing/2014/main" id="{FAB39754-37AE-E209-9EF9-A293D6C9391B}"/>
                </a:ext>
              </a:extLst>
            </p:cNvPr>
            <p:cNvSpPr/>
            <p:nvPr/>
          </p:nvSpPr>
          <p:spPr>
            <a:xfrm>
              <a:off x="3914278" y="2265730"/>
              <a:ext cx="765994" cy="743980"/>
            </a:xfrm>
            <a:prstGeom prst="rect">
              <a:avLst/>
            </a:prstGeom>
            <a:solidFill>
              <a:srgbClr val="BFBFBF"/>
            </a:solidFill>
            <a:ln>
              <a:solidFill>
                <a:schemeClr val="tx1"/>
              </a:solidFill>
            </a:ln>
            <a:scene3d>
              <a:camera prst="isometricOffAxis1Top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8" name="矩形 187">
              <a:extLst>
                <a:ext uri="{FF2B5EF4-FFF2-40B4-BE49-F238E27FC236}">
                  <a16:creationId xmlns:a16="http://schemas.microsoft.com/office/drawing/2014/main" id="{C3F2F872-1B8E-2749-215F-89A0779F9CF9}"/>
                </a:ext>
              </a:extLst>
            </p:cNvPr>
            <p:cNvSpPr/>
            <p:nvPr/>
          </p:nvSpPr>
          <p:spPr>
            <a:xfrm>
              <a:off x="3909222" y="2168072"/>
              <a:ext cx="765994" cy="743980"/>
            </a:xfrm>
            <a:prstGeom prst="rect">
              <a:avLst/>
            </a:prstGeom>
            <a:solidFill>
              <a:srgbClr val="E5B9B5"/>
            </a:solidFill>
            <a:ln>
              <a:solidFill>
                <a:schemeClr val="tx1"/>
              </a:solidFill>
            </a:ln>
            <a:scene3d>
              <a:camera prst="isometricOffAxis1Top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9" name="矩形 188">
              <a:extLst>
                <a:ext uri="{FF2B5EF4-FFF2-40B4-BE49-F238E27FC236}">
                  <a16:creationId xmlns:a16="http://schemas.microsoft.com/office/drawing/2014/main" id="{AAB33F88-8853-45DA-04DB-74BA72B6F8ED}"/>
                </a:ext>
              </a:extLst>
            </p:cNvPr>
            <p:cNvSpPr/>
            <p:nvPr/>
          </p:nvSpPr>
          <p:spPr>
            <a:xfrm>
              <a:off x="3921922" y="2072888"/>
              <a:ext cx="765994" cy="743980"/>
            </a:xfrm>
            <a:prstGeom prst="rect">
              <a:avLst/>
            </a:prstGeom>
            <a:solidFill>
              <a:srgbClr val="B7DDE8"/>
            </a:solidFill>
            <a:ln>
              <a:solidFill>
                <a:schemeClr val="tx1"/>
              </a:solidFill>
            </a:ln>
            <a:scene3d>
              <a:camera prst="isometricOffAxis1Top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0" name="矩形 189">
              <a:extLst>
                <a:ext uri="{FF2B5EF4-FFF2-40B4-BE49-F238E27FC236}">
                  <a16:creationId xmlns:a16="http://schemas.microsoft.com/office/drawing/2014/main" id="{5ED3F3B1-3394-9BCF-C04E-E041CBE9D36B}"/>
                </a:ext>
              </a:extLst>
            </p:cNvPr>
            <p:cNvSpPr/>
            <p:nvPr/>
          </p:nvSpPr>
          <p:spPr>
            <a:xfrm>
              <a:off x="3956511" y="1975230"/>
              <a:ext cx="765994" cy="743980"/>
            </a:xfrm>
            <a:prstGeom prst="rect">
              <a:avLst/>
            </a:prstGeom>
            <a:solidFill>
              <a:srgbClr val="FBD7BB"/>
            </a:solidFill>
            <a:ln>
              <a:solidFill>
                <a:schemeClr val="tx1"/>
              </a:solidFill>
            </a:ln>
            <a:scene3d>
              <a:camera prst="isometricOffAxis1Top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29" name="图片 128">
            <a:extLst>
              <a:ext uri="{FF2B5EF4-FFF2-40B4-BE49-F238E27FC236}">
                <a16:creationId xmlns:a16="http://schemas.microsoft.com/office/drawing/2014/main" id="{E35D7919-0268-B76C-D5A7-5E01E224F9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4827" y="4093544"/>
            <a:ext cx="244800" cy="765000"/>
          </a:xfrm>
          <a:prstGeom prst="rect">
            <a:avLst/>
          </a:prstGeom>
        </p:spPr>
      </p:pic>
      <p:cxnSp>
        <p:nvCxnSpPr>
          <p:cNvPr id="130" name="直接箭头连接符 129">
            <a:extLst>
              <a:ext uri="{FF2B5EF4-FFF2-40B4-BE49-F238E27FC236}">
                <a16:creationId xmlns:a16="http://schemas.microsoft.com/office/drawing/2014/main" id="{FD29840F-667C-A57E-1810-9271A25ACF26}"/>
              </a:ext>
            </a:extLst>
          </p:cNvPr>
          <p:cNvCxnSpPr>
            <a:cxnSpLocks/>
          </p:cNvCxnSpPr>
          <p:nvPr/>
        </p:nvCxnSpPr>
        <p:spPr>
          <a:xfrm>
            <a:off x="7617460" y="4457460"/>
            <a:ext cx="4622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1" name="直接箭头连接符 130">
            <a:extLst>
              <a:ext uri="{FF2B5EF4-FFF2-40B4-BE49-F238E27FC236}">
                <a16:creationId xmlns:a16="http://schemas.microsoft.com/office/drawing/2014/main" id="{D4C4A108-EE13-B741-3065-7D1108ED703F}"/>
              </a:ext>
            </a:extLst>
          </p:cNvPr>
          <p:cNvCxnSpPr>
            <a:cxnSpLocks/>
          </p:cNvCxnSpPr>
          <p:nvPr/>
        </p:nvCxnSpPr>
        <p:spPr>
          <a:xfrm>
            <a:off x="8874760" y="4473820"/>
            <a:ext cx="51066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33" name="对象 132">
            <a:extLst>
              <a:ext uri="{FF2B5EF4-FFF2-40B4-BE49-F238E27FC236}">
                <a16:creationId xmlns:a16="http://schemas.microsoft.com/office/drawing/2014/main" id="{0E278530-D71A-2CAB-9A29-66B0C1AF263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3807039"/>
              </p:ext>
            </p:extLst>
          </p:nvPr>
        </p:nvGraphicFramePr>
        <p:xfrm>
          <a:off x="9921472" y="4342945"/>
          <a:ext cx="260709" cy="2807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7" imgW="164880" imgH="177480" progId="Equation.DSMT4">
                  <p:embed/>
                </p:oleObj>
              </mc:Choice>
              <mc:Fallback>
                <p:oleObj name="Equation" r:id="rId47" imgW="164880" imgH="177480" progId="Equation.DSMT4">
                  <p:embed/>
                  <p:pic>
                    <p:nvPicPr>
                      <p:cNvPr id="45" name="对象 44">
                        <a:extLst>
                          <a:ext uri="{FF2B5EF4-FFF2-40B4-BE49-F238E27FC236}">
                            <a16:creationId xmlns:a16="http://schemas.microsoft.com/office/drawing/2014/main" id="{D8BFB3FA-38DE-D5FF-3486-DA3701F188D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8"/>
                      <a:stretch>
                        <a:fillRect/>
                      </a:stretch>
                    </p:blipFill>
                    <p:spPr>
                      <a:xfrm>
                        <a:off x="9921472" y="4342945"/>
                        <a:ext cx="260709" cy="2807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35" name="直接箭头连接符 134">
            <a:extLst>
              <a:ext uri="{FF2B5EF4-FFF2-40B4-BE49-F238E27FC236}">
                <a16:creationId xmlns:a16="http://schemas.microsoft.com/office/drawing/2014/main" id="{413B48A1-B217-AF5D-8A84-4EF63FE918B9}"/>
              </a:ext>
            </a:extLst>
          </p:cNvPr>
          <p:cNvCxnSpPr>
            <a:cxnSpLocks/>
            <a:stCxn id="166" idx="3"/>
            <a:endCxn id="165" idx="1"/>
          </p:cNvCxnSpPr>
          <p:nvPr/>
        </p:nvCxnSpPr>
        <p:spPr>
          <a:xfrm>
            <a:off x="6466222" y="5948994"/>
            <a:ext cx="354090" cy="14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6" name="直接箭头连接符 135">
            <a:extLst>
              <a:ext uri="{FF2B5EF4-FFF2-40B4-BE49-F238E27FC236}">
                <a16:creationId xmlns:a16="http://schemas.microsoft.com/office/drawing/2014/main" id="{D594E523-5AC0-90E4-CB48-567EEE18C4A1}"/>
              </a:ext>
            </a:extLst>
          </p:cNvPr>
          <p:cNvCxnSpPr>
            <a:cxnSpLocks/>
          </p:cNvCxnSpPr>
          <p:nvPr/>
        </p:nvCxnSpPr>
        <p:spPr>
          <a:xfrm>
            <a:off x="7071933" y="5948394"/>
            <a:ext cx="59759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对象 138">
                <a:extLst>
                  <a:ext uri="{FF2B5EF4-FFF2-40B4-BE49-F238E27FC236}">
                    <a16:creationId xmlns:a16="http://schemas.microsoft.com/office/drawing/2014/main" id="{4362BB2E-66BA-7AE6-25D0-3593A2A38C9A}"/>
                  </a:ext>
                </a:extLst>
              </p:cNvPr>
              <p:cNvSpPr txBox="1"/>
              <p:nvPr/>
            </p:nvSpPr>
            <p:spPr>
              <a:xfrm>
                <a:off x="6382384" y="5716270"/>
                <a:ext cx="517525" cy="173038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10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zh-CN" altLang="en-US" sz="10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×3</m:t>
                      </m:r>
                    </m:oMath>
                  </m:oMathPara>
                </a14:m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9" name="对象 138">
                <a:extLst>
                  <a:ext uri="{FF2B5EF4-FFF2-40B4-BE49-F238E27FC236}">
                    <a16:creationId xmlns:a16="http://schemas.microsoft.com/office/drawing/2014/main" id="{4362BB2E-66BA-7AE6-25D0-3593A2A38C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2384" y="5716270"/>
                <a:ext cx="517525" cy="173038"/>
              </a:xfrm>
              <a:prstGeom prst="rect">
                <a:avLst/>
              </a:prstGeom>
              <a:blipFill>
                <a:blip r:embed="rId49"/>
                <a:stretch>
                  <a:fillRect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40" name="对象 139">
            <a:extLst>
              <a:ext uri="{FF2B5EF4-FFF2-40B4-BE49-F238E27FC236}">
                <a16:creationId xmlns:a16="http://schemas.microsoft.com/office/drawing/2014/main" id="{BAB23D44-BDDB-760D-B115-AF30D12D903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4587181"/>
              </p:ext>
            </p:extLst>
          </p:nvPr>
        </p:nvGraphicFramePr>
        <p:xfrm>
          <a:off x="9628854" y="4302695"/>
          <a:ext cx="2286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9" imgW="228600" imgH="177480" progId="Equation.DSMT4">
                  <p:embed/>
                </p:oleObj>
              </mc:Choice>
              <mc:Fallback>
                <p:oleObj name="Equation" r:id="rId39" imgW="228600" imgH="177480" progId="Equation.DSMT4">
                  <p:embed/>
                  <p:pic>
                    <p:nvPicPr>
                      <p:cNvPr id="113" name="对象 112">
                        <a:extLst>
                          <a:ext uri="{FF2B5EF4-FFF2-40B4-BE49-F238E27FC236}">
                            <a16:creationId xmlns:a16="http://schemas.microsoft.com/office/drawing/2014/main" id="{B662AE34-EFC6-D11C-6170-709435D2F64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9628854" y="4302695"/>
                        <a:ext cx="2286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1" name="对象 140">
            <a:extLst>
              <a:ext uri="{FF2B5EF4-FFF2-40B4-BE49-F238E27FC236}">
                <a16:creationId xmlns:a16="http://schemas.microsoft.com/office/drawing/2014/main" id="{155508BA-DE25-3D5F-7CF6-F3DEB7C5BDB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1134504"/>
              </p:ext>
            </p:extLst>
          </p:nvPr>
        </p:nvGraphicFramePr>
        <p:xfrm>
          <a:off x="8145507" y="5760720"/>
          <a:ext cx="266700" cy="1814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0" imgW="266400" imgH="177480" progId="Equation.DSMT4">
                  <p:embed/>
                </p:oleObj>
              </mc:Choice>
              <mc:Fallback>
                <p:oleObj name="Equation" r:id="rId50" imgW="266400" imgH="177480" progId="Equation.DSMT4">
                  <p:embed/>
                  <p:pic>
                    <p:nvPicPr>
                      <p:cNvPr id="122" name="对象 121">
                        <a:extLst>
                          <a:ext uri="{FF2B5EF4-FFF2-40B4-BE49-F238E27FC236}">
                            <a16:creationId xmlns:a16="http://schemas.microsoft.com/office/drawing/2014/main" id="{89086784-F0E8-1C41-9FD2-D851B1512D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1"/>
                      <a:stretch>
                        <a:fillRect/>
                      </a:stretch>
                    </p:blipFill>
                    <p:spPr>
                      <a:xfrm>
                        <a:off x="8145507" y="5760720"/>
                        <a:ext cx="266700" cy="1814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2" name="组合 141">
            <a:extLst>
              <a:ext uri="{FF2B5EF4-FFF2-40B4-BE49-F238E27FC236}">
                <a16:creationId xmlns:a16="http://schemas.microsoft.com/office/drawing/2014/main" id="{C6E17D69-601E-2E38-1D0E-DB2CD7BF5F7C}"/>
              </a:ext>
            </a:extLst>
          </p:cNvPr>
          <p:cNvGrpSpPr/>
          <p:nvPr/>
        </p:nvGrpSpPr>
        <p:grpSpPr>
          <a:xfrm>
            <a:off x="4950378" y="3906542"/>
            <a:ext cx="1377754" cy="1135187"/>
            <a:chOff x="1781891" y="1903366"/>
            <a:chExt cx="1377754" cy="1135187"/>
          </a:xfrm>
        </p:grpSpPr>
        <p:graphicFrame>
          <p:nvGraphicFramePr>
            <p:cNvPr id="171" name="对象 170">
              <a:extLst>
                <a:ext uri="{FF2B5EF4-FFF2-40B4-BE49-F238E27FC236}">
                  <a16:creationId xmlns:a16="http://schemas.microsoft.com/office/drawing/2014/main" id="{EBAD844A-3313-6F6A-22E0-74E7A3F082C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58948617"/>
                </p:ext>
              </p:extLst>
            </p:nvPr>
          </p:nvGraphicFramePr>
          <p:xfrm>
            <a:off x="2865795" y="2423916"/>
            <a:ext cx="260710" cy="1613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266400" imgH="164880" progId="Equation.DSMT4">
                    <p:embed/>
                  </p:oleObj>
                </mc:Choice>
                <mc:Fallback>
                  <p:oleObj name="Equation" r:id="rId2" imgW="266400" imgH="164880" progId="Equation.DSMT4">
                    <p:embed/>
                    <p:pic>
                      <p:nvPicPr>
                        <p:cNvPr id="13" name="对象 12">
                          <a:extLst>
                            <a:ext uri="{FF2B5EF4-FFF2-40B4-BE49-F238E27FC236}">
                              <a16:creationId xmlns:a16="http://schemas.microsoft.com/office/drawing/2014/main" id="{2689C9C8-6090-B448-BF62-69EB006A229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2865795" y="2423916"/>
                          <a:ext cx="260710" cy="16139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2" name="对象 171">
              <a:extLst>
                <a:ext uri="{FF2B5EF4-FFF2-40B4-BE49-F238E27FC236}">
                  <a16:creationId xmlns:a16="http://schemas.microsoft.com/office/drawing/2014/main" id="{DDEFE586-ECBD-3A0C-0291-B927B706DC6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44175520"/>
                </p:ext>
              </p:extLst>
            </p:nvPr>
          </p:nvGraphicFramePr>
          <p:xfrm>
            <a:off x="2860281" y="2696641"/>
            <a:ext cx="260710" cy="1613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266400" imgH="164880" progId="Equation.DSMT4">
                    <p:embed/>
                  </p:oleObj>
                </mc:Choice>
                <mc:Fallback>
                  <p:oleObj name="Equation" r:id="rId2" imgW="266400" imgH="164880" progId="Equation.DSMT4">
                    <p:embed/>
                    <p:pic>
                      <p:nvPicPr>
                        <p:cNvPr id="125" name="对象 124">
                          <a:extLst>
                            <a:ext uri="{FF2B5EF4-FFF2-40B4-BE49-F238E27FC236}">
                              <a16:creationId xmlns:a16="http://schemas.microsoft.com/office/drawing/2014/main" id="{31FDB049-57CA-0CD1-BB77-66459EA70FF3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2860281" y="2696641"/>
                          <a:ext cx="260710" cy="16139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3" name="对象 172">
              <a:extLst>
                <a:ext uri="{FF2B5EF4-FFF2-40B4-BE49-F238E27FC236}">
                  <a16:creationId xmlns:a16="http://schemas.microsoft.com/office/drawing/2014/main" id="{57F5E31E-8D70-E388-C0FA-BD1900E6FF0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43059810"/>
                </p:ext>
              </p:extLst>
            </p:nvPr>
          </p:nvGraphicFramePr>
          <p:xfrm>
            <a:off x="2865780" y="2166861"/>
            <a:ext cx="260710" cy="1613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266400" imgH="164880" progId="Equation.DSMT4">
                    <p:embed/>
                  </p:oleObj>
                </mc:Choice>
                <mc:Fallback>
                  <p:oleObj name="Equation" r:id="rId2" imgW="266400" imgH="164880" progId="Equation.DSMT4">
                    <p:embed/>
                    <p:pic>
                      <p:nvPicPr>
                        <p:cNvPr id="126" name="对象 125">
                          <a:extLst>
                            <a:ext uri="{FF2B5EF4-FFF2-40B4-BE49-F238E27FC236}">
                              <a16:creationId xmlns:a16="http://schemas.microsoft.com/office/drawing/2014/main" id="{0EF7DA90-88C4-C47F-ECC5-F4D1B8E13C2A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2865780" y="2166861"/>
                          <a:ext cx="260710" cy="16139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" name="立方体 173">
              <a:extLst>
                <a:ext uri="{FF2B5EF4-FFF2-40B4-BE49-F238E27FC236}">
                  <a16:creationId xmlns:a16="http://schemas.microsoft.com/office/drawing/2014/main" id="{D1622534-2961-F4CC-1A38-BACBF8D42DF5}"/>
                </a:ext>
              </a:extLst>
            </p:cNvPr>
            <p:cNvSpPr/>
            <p:nvPr/>
          </p:nvSpPr>
          <p:spPr>
            <a:xfrm>
              <a:off x="1783422" y="2685132"/>
              <a:ext cx="1051085" cy="353421"/>
            </a:xfrm>
            <a:prstGeom prst="cube">
              <a:avLst>
                <a:gd name="adj" fmla="val 77174"/>
              </a:avLst>
            </a:prstGeom>
            <a:solidFill>
              <a:srgbClr val="BFBFBF"/>
            </a:solidFill>
            <a:ln w="25400">
              <a:solidFill>
                <a:srgbClr val="A5A5A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5" name="立方体 174">
              <a:extLst>
                <a:ext uri="{FF2B5EF4-FFF2-40B4-BE49-F238E27FC236}">
                  <a16:creationId xmlns:a16="http://schemas.microsoft.com/office/drawing/2014/main" id="{4E306CD0-32F9-922E-64A8-1286BFC5CAA5}"/>
                </a:ext>
              </a:extLst>
            </p:cNvPr>
            <p:cNvSpPr/>
            <p:nvPr/>
          </p:nvSpPr>
          <p:spPr>
            <a:xfrm>
              <a:off x="1783126" y="2423916"/>
              <a:ext cx="1051085" cy="353421"/>
            </a:xfrm>
            <a:prstGeom prst="cube">
              <a:avLst>
                <a:gd name="adj" fmla="val 77174"/>
              </a:avLst>
            </a:prstGeom>
            <a:solidFill>
              <a:srgbClr val="E5B9B5"/>
            </a:solidFill>
            <a:ln w="25400">
              <a:solidFill>
                <a:srgbClr val="D9958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6" name="立方体 175">
              <a:extLst>
                <a:ext uri="{FF2B5EF4-FFF2-40B4-BE49-F238E27FC236}">
                  <a16:creationId xmlns:a16="http://schemas.microsoft.com/office/drawing/2014/main" id="{040C1C37-F861-4F41-F986-C322253B992F}"/>
                </a:ext>
              </a:extLst>
            </p:cNvPr>
            <p:cNvSpPr/>
            <p:nvPr/>
          </p:nvSpPr>
          <p:spPr>
            <a:xfrm>
              <a:off x="1784152" y="2163425"/>
              <a:ext cx="1051085" cy="353421"/>
            </a:xfrm>
            <a:prstGeom prst="cube">
              <a:avLst>
                <a:gd name="adj" fmla="val 77174"/>
              </a:avLst>
            </a:prstGeom>
            <a:solidFill>
              <a:srgbClr val="B7DDE8"/>
            </a:solidFill>
            <a:ln w="25400">
              <a:solidFill>
                <a:srgbClr val="92CDD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7" name="立方体 176">
              <a:extLst>
                <a:ext uri="{FF2B5EF4-FFF2-40B4-BE49-F238E27FC236}">
                  <a16:creationId xmlns:a16="http://schemas.microsoft.com/office/drawing/2014/main" id="{9904405E-3571-A910-734E-7963058AE96E}"/>
                </a:ext>
              </a:extLst>
            </p:cNvPr>
            <p:cNvSpPr/>
            <p:nvPr/>
          </p:nvSpPr>
          <p:spPr>
            <a:xfrm>
              <a:off x="1781891" y="1903366"/>
              <a:ext cx="1051085" cy="353421"/>
            </a:xfrm>
            <a:prstGeom prst="cube">
              <a:avLst>
                <a:gd name="adj" fmla="val 77174"/>
              </a:avLst>
            </a:prstGeom>
            <a:solidFill>
              <a:srgbClr val="FBD7BB"/>
            </a:solidFill>
            <a:ln w="25400">
              <a:solidFill>
                <a:srgbClr val="F9C4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178" name="对象 177">
              <a:extLst>
                <a:ext uri="{FF2B5EF4-FFF2-40B4-BE49-F238E27FC236}">
                  <a16:creationId xmlns:a16="http://schemas.microsoft.com/office/drawing/2014/main" id="{C592D408-AAC7-A3E9-EE21-DBF3557C21E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05945343"/>
                </p:ext>
              </p:extLst>
            </p:nvPr>
          </p:nvGraphicFramePr>
          <p:xfrm>
            <a:off x="2212183" y="1932394"/>
            <a:ext cx="1905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90440" imgH="241200" progId="Equation.DSMT4">
                    <p:embed/>
                  </p:oleObj>
                </mc:Choice>
                <mc:Fallback>
                  <p:oleObj name="Equation" r:id="rId8" imgW="190440" imgH="241200" progId="Equation.DSMT4">
                    <p:embed/>
                    <p:pic>
                      <p:nvPicPr>
                        <p:cNvPr id="47" name="对象 46">
                          <a:extLst>
                            <a:ext uri="{FF2B5EF4-FFF2-40B4-BE49-F238E27FC236}">
                              <a16:creationId xmlns:a16="http://schemas.microsoft.com/office/drawing/2014/main" id="{BFAA078D-77CB-14D6-4EBF-FB79C9D5104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2212183" y="1932394"/>
                          <a:ext cx="190500" cy="241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9" name="对象 178">
              <a:extLst>
                <a:ext uri="{FF2B5EF4-FFF2-40B4-BE49-F238E27FC236}">
                  <a16:creationId xmlns:a16="http://schemas.microsoft.com/office/drawing/2014/main" id="{527399D2-8603-3463-EE19-759822BE234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81890865"/>
                </p:ext>
              </p:extLst>
            </p:nvPr>
          </p:nvGraphicFramePr>
          <p:xfrm>
            <a:off x="2185427" y="2262099"/>
            <a:ext cx="2159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215640" imgH="241200" progId="Equation.DSMT4">
                    <p:embed/>
                  </p:oleObj>
                </mc:Choice>
                <mc:Fallback>
                  <p:oleObj name="Equation" r:id="rId10" imgW="215640" imgH="241200" progId="Equation.DSMT4">
                    <p:embed/>
                    <p:pic>
                      <p:nvPicPr>
                        <p:cNvPr id="48" name="对象 47">
                          <a:extLst>
                            <a:ext uri="{FF2B5EF4-FFF2-40B4-BE49-F238E27FC236}">
                              <a16:creationId xmlns:a16="http://schemas.microsoft.com/office/drawing/2014/main" id="{A5F30781-0D86-846D-7808-9C9023CAD043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2185427" y="2262099"/>
                          <a:ext cx="215900" cy="241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0" name="对象 179">
              <a:extLst>
                <a:ext uri="{FF2B5EF4-FFF2-40B4-BE49-F238E27FC236}">
                  <a16:creationId xmlns:a16="http://schemas.microsoft.com/office/drawing/2014/main" id="{9A94B263-7049-E6A3-96E1-B977EEDB189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98903642"/>
                </p:ext>
              </p:extLst>
            </p:nvPr>
          </p:nvGraphicFramePr>
          <p:xfrm>
            <a:off x="2205833" y="2544566"/>
            <a:ext cx="2032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203040" imgH="241200" progId="Equation.DSMT4">
                    <p:embed/>
                  </p:oleObj>
                </mc:Choice>
                <mc:Fallback>
                  <p:oleObj name="Equation" r:id="rId12" imgW="203040" imgH="241200" progId="Equation.DSMT4">
                    <p:embed/>
                    <p:pic>
                      <p:nvPicPr>
                        <p:cNvPr id="49" name="对象 48">
                          <a:extLst>
                            <a:ext uri="{FF2B5EF4-FFF2-40B4-BE49-F238E27FC236}">
                              <a16:creationId xmlns:a16="http://schemas.microsoft.com/office/drawing/2014/main" id="{6C9744EE-A7D6-7103-1C25-D5BC67761DA8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2205833" y="2544566"/>
                          <a:ext cx="203200" cy="241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1" name="对象 180">
              <a:extLst>
                <a:ext uri="{FF2B5EF4-FFF2-40B4-BE49-F238E27FC236}">
                  <a16:creationId xmlns:a16="http://schemas.microsoft.com/office/drawing/2014/main" id="{07551FA5-1A63-CEEE-5BD1-B9938DC6DC3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19176771"/>
                </p:ext>
              </p:extLst>
            </p:nvPr>
          </p:nvGraphicFramePr>
          <p:xfrm>
            <a:off x="2190454" y="2790511"/>
            <a:ext cx="2159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215640" imgH="241200" progId="Equation.DSMT4">
                    <p:embed/>
                  </p:oleObj>
                </mc:Choice>
                <mc:Fallback>
                  <p:oleObj name="Equation" r:id="rId14" imgW="215640" imgH="241200" progId="Equation.DSMT4">
                    <p:embed/>
                    <p:pic>
                      <p:nvPicPr>
                        <p:cNvPr id="50" name="对象 49">
                          <a:extLst>
                            <a:ext uri="{FF2B5EF4-FFF2-40B4-BE49-F238E27FC236}">
                              <a16:creationId xmlns:a16="http://schemas.microsoft.com/office/drawing/2014/main" id="{A2AA667D-8A89-7A92-D9B2-2A494E18B78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2190454" y="2790511"/>
                          <a:ext cx="215900" cy="241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182" name="直接连接符 181">
              <a:extLst>
                <a:ext uri="{FF2B5EF4-FFF2-40B4-BE49-F238E27FC236}">
                  <a16:creationId xmlns:a16="http://schemas.microsoft.com/office/drawing/2014/main" id="{732CA471-35D0-10EA-25E1-2F50C0DE0D3F}"/>
                </a:ext>
              </a:extLst>
            </p:cNvPr>
            <p:cNvCxnSpPr/>
            <p:nvPr/>
          </p:nvCxnSpPr>
          <p:spPr>
            <a:xfrm>
              <a:off x="2724538" y="2071017"/>
              <a:ext cx="4320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aphicFrame>
          <p:nvGraphicFramePr>
            <p:cNvPr id="183" name="对象 182">
              <a:extLst>
                <a:ext uri="{FF2B5EF4-FFF2-40B4-BE49-F238E27FC236}">
                  <a16:creationId xmlns:a16="http://schemas.microsoft.com/office/drawing/2014/main" id="{4A4FA24F-8CBE-7FE0-CFA7-B98B8617FE5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88575092"/>
                </p:ext>
              </p:extLst>
            </p:nvPr>
          </p:nvGraphicFramePr>
          <p:xfrm>
            <a:off x="2864507" y="1911633"/>
            <a:ext cx="260710" cy="1613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266400" imgH="164880" progId="Equation.DSMT4">
                    <p:embed/>
                  </p:oleObj>
                </mc:Choice>
                <mc:Fallback>
                  <p:oleObj name="Equation" r:id="rId2" imgW="266400" imgH="164880" progId="Equation.DSMT4">
                    <p:embed/>
                    <p:pic>
                      <p:nvPicPr>
                        <p:cNvPr id="129" name="对象 128">
                          <a:extLst>
                            <a:ext uri="{FF2B5EF4-FFF2-40B4-BE49-F238E27FC236}">
                              <a16:creationId xmlns:a16="http://schemas.microsoft.com/office/drawing/2014/main" id="{A6856674-36C3-F345-0270-614E0A80604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2864507" y="1911633"/>
                          <a:ext cx="260710" cy="16139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184" name="直接连接符 183">
              <a:extLst>
                <a:ext uri="{FF2B5EF4-FFF2-40B4-BE49-F238E27FC236}">
                  <a16:creationId xmlns:a16="http://schemas.microsoft.com/office/drawing/2014/main" id="{C019BB5C-1454-9D19-7C83-F8AD55D2A1F2}"/>
                </a:ext>
              </a:extLst>
            </p:cNvPr>
            <p:cNvCxnSpPr/>
            <p:nvPr/>
          </p:nvCxnSpPr>
          <p:spPr>
            <a:xfrm>
              <a:off x="2727645" y="2335385"/>
              <a:ext cx="4320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5" name="直接连接符 184">
              <a:extLst>
                <a:ext uri="{FF2B5EF4-FFF2-40B4-BE49-F238E27FC236}">
                  <a16:creationId xmlns:a16="http://schemas.microsoft.com/office/drawing/2014/main" id="{13A4190D-C30B-08E6-44E3-5B3A4884F13C}"/>
                </a:ext>
              </a:extLst>
            </p:cNvPr>
            <p:cNvCxnSpPr/>
            <p:nvPr/>
          </p:nvCxnSpPr>
          <p:spPr>
            <a:xfrm>
              <a:off x="2724538" y="2587578"/>
              <a:ext cx="4320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6" name="直接连接符 185">
              <a:extLst>
                <a:ext uri="{FF2B5EF4-FFF2-40B4-BE49-F238E27FC236}">
                  <a16:creationId xmlns:a16="http://schemas.microsoft.com/office/drawing/2014/main" id="{2FFA3E9B-6D03-D357-4A3F-125F340D944B}"/>
                </a:ext>
              </a:extLst>
            </p:cNvPr>
            <p:cNvCxnSpPr/>
            <p:nvPr/>
          </p:nvCxnSpPr>
          <p:spPr>
            <a:xfrm>
              <a:off x="2719205" y="2861842"/>
              <a:ext cx="432000" cy="0"/>
            </a:xfrm>
            <a:prstGeom prst="line">
              <a:avLst/>
            </a:prstGeom>
            <a:ln w="63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43" name="直接箭头连接符 142">
            <a:extLst>
              <a:ext uri="{FF2B5EF4-FFF2-40B4-BE49-F238E27FC236}">
                <a16:creationId xmlns:a16="http://schemas.microsoft.com/office/drawing/2014/main" id="{12CC7815-3466-DF9A-3B85-482ADE0FACF6}"/>
              </a:ext>
            </a:extLst>
          </p:cNvPr>
          <p:cNvCxnSpPr>
            <a:cxnSpLocks/>
          </p:cNvCxnSpPr>
          <p:nvPr/>
        </p:nvCxnSpPr>
        <p:spPr>
          <a:xfrm flipV="1">
            <a:off x="9591634" y="4478922"/>
            <a:ext cx="360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4" name="直接箭头连接符 143">
            <a:extLst>
              <a:ext uri="{FF2B5EF4-FFF2-40B4-BE49-F238E27FC236}">
                <a16:creationId xmlns:a16="http://schemas.microsoft.com/office/drawing/2014/main" id="{3D4C31E4-22BC-24F0-D56F-E56EE86B4BC0}"/>
              </a:ext>
            </a:extLst>
          </p:cNvPr>
          <p:cNvCxnSpPr>
            <a:cxnSpLocks/>
          </p:cNvCxnSpPr>
          <p:nvPr/>
        </p:nvCxnSpPr>
        <p:spPr>
          <a:xfrm>
            <a:off x="7997952" y="5973148"/>
            <a:ext cx="5540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graphicFrame>
        <p:nvGraphicFramePr>
          <p:cNvPr id="145" name="对象 144">
            <a:extLst>
              <a:ext uri="{FF2B5EF4-FFF2-40B4-BE49-F238E27FC236}">
                <a16:creationId xmlns:a16="http://schemas.microsoft.com/office/drawing/2014/main" id="{966FAC64-314F-A8BA-0993-A5CAED2739B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5767419"/>
              </p:ext>
            </p:extLst>
          </p:nvPr>
        </p:nvGraphicFramePr>
        <p:xfrm>
          <a:off x="8528844" y="5839841"/>
          <a:ext cx="260709" cy="2807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7" imgW="164880" imgH="177480" progId="Equation.DSMT4">
                  <p:embed/>
                </p:oleObj>
              </mc:Choice>
              <mc:Fallback>
                <p:oleObj name="Equation" r:id="rId47" imgW="164880" imgH="177480" progId="Equation.DSMT4">
                  <p:embed/>
                  <p:pic>
                    <p:nvPicPr>
                      <p:cNvPr id="150" name="对象 149">
                        <a:extLst>
                          <a:ext uri="{FF2B5EF4-FFF2-40B4-BE49-F238E27FC236}">
                            <a16:creationId xmlns:a16="http://schemas.microsoft.com/office/drawing/2014/main" id="{4C332F6D-63AB-2251-AF15-81F3B0F204C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8"/>
                      <a:stretch>
                        <a:fillRect/>
                      </a:stretch>
                    </p:blipFill>
                    <p:spPr>
                      <a:xfrm>
                        <a:off x="8528844" y="5839841"/>
                        <a:ext cx="260709" cy="2807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46" name="直接连接符 145">
            <a:extLst>
              <a:ext uri="{FF2B5EF4-FFF2-40B4-BE49-F238E27FC236}">
                <a16:creationId xmlns:a16="http://schemas.microsoft.com/office/drawing/2014/main" id="{E62376DD-201B-301D-AC38-24E2738F2A24}"/>
              </a:ext>
            </a:extLst>
          </p:cNvPr>
          <p:cNvCxnSpPr/>
          <p:nvPr/>
        </p:nvCxnSpPr>
        <p:spPr>
          <a:xfrm>
            <a:off x="6319692" y="4073921"/>
            <a:ext cx="0" cy="792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47" name="组合 146">
            <a:extLst>
              <a:ext uri="{FF2B5EF4-FFF2-40B4-BE49-F238E27FC236}">
                <a16:creationId xmlns:a16="http://schemas.microsoft.com/office/drawing/2014/main" id="{E2CEFD87-A1DD-086B-187E-C7424AE17E8F}"/>
              </a:ext>
            </a:extLst>
          </p:cNvPr>
          <p:cNvGrpSpPr/>
          <p:nvPr/>
        </p:nvGrpSpPr>
        <p:grpSpPr>
          <a:xfrm>
            <a:off x="11003981" y="4062378"/>
            <a:ext cx="1051973" cy="862181"/>
            <a:chOff x="7189000" y="2057363"/>
            <a:chExt cx="1051973" cy="862181"/>
          </a:xfrm>
        </p:grpSpPr>
        <p:sp>
          <p:nvSpPr>
            <p:cNvPr id="167" name="立方体 166">
              <a:extLst>
                <a:ext uri="{FF2B5EF4-FFF2-40B4-BE49-F238E27FC236}">
                  <a16:creationId xmlns:a16="http://schemas.microsoft.com/office/drawing/2014/main" id="{9EE31F8A-2D86-A4A2-0343-F5705CBE855D}"/>
                </a:ext>
              </a:extLst>
            </p:cNvPr>
            <p:cNvSpPr/>
            <p:nvPr/>
          </p:nvSpPr>
          <p:spPr>
            <a:xfrm>
              <a:off x="7189888" y="2566123"/>
              <a:ext cx="1051085" cy="353421"/>
            </a:xfrm>
            <a:prstGeom prst="cube">
              <a:avLst>
                <a:gd name="adj" fmla="val 77174"/>
              </a:avLst>
            </a:prstGeom>
            <a:solidFill>
              <a:srgbClr val="BFBFBF"/>
            </a:solidFill>
            <a:ln w="25400">
              <a:solidFill>
                <a:srgbClr val="A5A5A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8" name="立方体 167">
              <a:extLst>
                <a:ext uri="{FF2B5EF4-FFF2-40B4-BE49-F238E27FC236}">
                  <a16:creationId xmlns:a16="http://schemas.microsoft.com/office/drawing/2014/main" id="{F92A45CF-B4F5-E846-E870-F400656CE08C}"/>
                </a:ext>
              </a:extLst>
            </p:cNvPr>
            <p:cNvSpPr/>
            <p:nvPr/>
          </p:nvSpPr>
          <p:spPr>
            <a:xfrm>
              <a:off x="7189592" y="2398217"/>
              <a:ext cx="1051085" cy="353421"/>
            </a:xfrm>
            <a:prstGeom prst="cube">
              <a:avLst>
                <a:gd name="adj" fmla="val 77174"/>
              </a:avLst>
            </a:prstGeom>
            <a:solidFill>
              <a:srgbClr val="E5B9B5"/>
            </a:solidFill>
            <a:ln w="25400">
              <a:solidFill>
                <a:srgbClr val="D9958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9" name="立方体 168">
              <a:extLst>
                <a:ext uri="{FF2B5EF4-FFF2-40B4-BE49-F238E27FC236}">
                  <a16:creationId xmlns:a16="http://schemas.microsoft.com/office/drawing/2014/main" id="{A0977EA1-4516-EB79-2149-8A56AF725D6F}"/>
                </a:ext>
              </a:extLst>
            </p:cNvPr>
            <p:cNvSpPr/>
            <p:nvPr/>
          </p:nvSpPr>
          <p:spPr>
            <a:xfrm>
              <a:off x="7189296" y="2228532"/>
              <a:ext cx="1051085" cy="353421"/>
            </a:xfrm>
            <a:prstGeom prst="cube">
              <a:avLst>
                <a:gd name="adj" fmla="val 77174"/>
              </a:avLst>
            </a:prstGeom>
            <a:solidFill>
              <a:srgbClr val="B7DDE8"/>
            </a:solidFill>
            <a:ln w="25400">
              <a:solidFill>
                <a:srgbClr val="92CDD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0" name="立方体 169">
              <a:extLst>
                <a:ext uri="{FF2B5EF4-FFF2-40B4-BE49-F238E27FC236}">
                  <a16:creationId xmlns:a16="http://schemas.microsoft.com/office/drawing/2014/main" id="{299C586F-E6E6-242D-C824-8F3F63204CA9}"/>
                </a:ext>
              </a:extLst>
            </p:cNvPr>
            <p:cNvSpPr/>
            <p:nvPr/>
          </p:nvSpPr>
          <p:spPr>
            <a:xfrm>
              <a:off x="7189000" y="2057363"/>
              <a:ext cx="1051085" cy="353421"/>
            </a:xfrm>
            <a:prstGeom prst="cube">
              <a:avLst>
                <a:gd name="adj" fmla="val 77174"/>
              </a:avLst>
            </a:prstGeom>
            <a:solidFill>
              <a:srgbClr val="FBD7BB"/>
            </a:solidFill>
            <a:ln w="25400">
              <a:solidFill>
                <a:srgbClr val="F9C4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148" name="直接连接符 147">
            <a:extLst>
              <a:ext uri="{FF2B5EF4-FFF2-40B4-BE49-F238E27FC236}">
                <a16:creationId xmlns:a16="http://schemas.microsoft.com/office/drawing/2014/main" id="{C5D850A8-E929-1F46-EFF4-018D313C59B9}"/>
              </a:ext>
            </a:extLst>
          </p:cNvPr>
          <p:cNvCxnSpPr>
            <a:cxnSpLocks/>
          </p:cNvCxnSpPr>
          <p:nvPr/>
        </p:nvCxnSpPr>
        <p:spPr>
          <a:xfrm flipV="1">
            <a:off x="5630957" y="3803985"/>
            <a:ext cx="0" cy="1080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9" name="直接连接符 148">
            <a:extLst>
              <a:ext uri="{FF2B5EF4-FFF2-40B4-BE49-F238E27FC236}">
                <a16:creationId xmlns:a16="http://schemas.microsoft.com/office/drawing/2014/main" id="{E7A2BEE0-9195-4FD7-6AD0-F47700B6066B}"/>
              </a:ext>
            </a:extLst>
          </p:cNvPr>
          <p:cNvCxnSpPr/>
          <p:nvPr/>
        </p:nvCxnSpPr>
        <p:spPr>
          <a:xfrm>
            <a:off x="5630957" y="3803985"/>
            <a:ext cx="4428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0" name="直接箭头连接符 149">
            <a:extLst>
              <a:ext uri="{FF2B5EF4-FFF2-40B4-BE49-F238E27FC236}">
                <a16:creationId xmlns:a16="http://schemas.microsoft.com/office/drawing/2014/main" id="{90DA8A78-487F-1BB7-9285-A03C258FB699}"/>
              </a:ext>
            </a:extLst>
          </p:cNvPr>
          <p:cNvCxnSpPr/>
          <p:nvPr/>
        </p:nvCxnSpPr>
        <p:spPr>
          <a:xfrm flipV="1">
            <a:off x="10145407" y="4474411"/>
            <a:ext cx="180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1" name="对象 150">
            <a:extLst>
              <a:ext uri="{FF2B5EF4-FFF2-40B4-BE49-F238E27FC236}">
                <a16:creationId xmlns:a16="http://schemas.microsoft.com/office/drawing/2014/main" id="{1A6696AA-F416-EEA2-42F1-2A72F9CB314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0469133"/>
              </p:ext>
            </p:extLst>
          </p:nvPr>
        </p:nvGraphicFramePr>
        <p:xfrm>
          <a:off x="10297809" y="4346053"/>
          <a:ext cx="260709" cy="2807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2" imgW="164880" imgH="177480" progId="Equation.DSMT4">
                  <p:embed/>
                </p:oleObj>
              </mc:Choice>
              <mc:Fallback>
                <p:oleObj name="Equation" r:id="rId52" imgW="164880" imgH="177480" progId="Equation.DSMT4">
                  <p:embed/>
                  <p:pic>
                    <p:nvPicPr>
                      <p:cNvPr id="181" name="对象 180">
                        <a:extLst>
                          <a:ext uri="{FF2B5EF4-FFF2-40B4-BE49-F238E27FC236}">
                            <a16:creationId xmlns:a16="http://schemas.microsoft.com/office/drawing/2014/main" id="{2D8BB42F-138D-0155-955B-19641120FB0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3"/>
                      <a:stretch>
                        <a:fillRect/>
                      </a:stretch>
                    </p:blipFill>
                    <p:spPr>
                      <a:xfrm>
                        <a:off x="10297809" y="4346053"/>
                        <a:ext cx="260709" cy="2807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52" name="直接箭头连接符 151">
            <a:extLst>
              <a:ext uri="{FF2B5EF4-FFF2-40B4-BE49-F238E27FC236}">
                <a16:creationId xmlns:a16="http://schemas.microsoft.com/office/drawing/2014/main" id="{373BC19B-3A88-AD72-F64B-3A6A4173936C}"/>
              </a:ext>
            </a:extLst>
          </p:cNvPr>
          <p:cNvCxnSpPr/>
          <p:nvPr/>
        </p:nvCxnSpPr>
        <p:spPr>
          <a:xfrm flipV="1">
            <a:off x="10512411" y="4483742"/>
            <a:ext cx="468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3" name="直接连接符 152">
            <a:extLst>
              <a:ext uri="{FF2B5EF4-FFF2-40B4-BE49-F238E27FC236}">
                <a16:creationId xmlns:a16="http://schemas.microsoft.com/office/drawing/2014/main" id="{9510A01B-AA9A-9FC0-333E-76616F0F50C3}"/>
              </a:ext>
            </a:extLst>
          </p:cNvPr>
          <p:cNvCxnSpPr>
            <a:cxnSpLocks/>
          </p:cNvCxnSpPr>
          <p:nvPr/>
        </p:nvCxnSpPr>
        <p:spPr>
          <a:xfrm>
            <a:off x="5341077" y="5041728"/>
            <a:ext cx="0" cy="918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4" name="直接箭头连接符 153">
            <a:extLst>
              <a:ext uri="{FF2B5EF4-FFF2-40B4-BE49-F238E27FC236}">
                <a16:creationId xmlns:a16="http://schemas.microsoft.com/office/drawing/2014/main" id="{93155102-E575-F96B-18CB-E66EA1B9CBC5}"/>
              </a:ext>
            </a:extLst>
          </p:cNvPr>
          <p:cNvCxnSpPr>
            <a:cxnSpLocks/>
          </p:cNvCxnSpPr>
          <p:nvPr/>
        </p:nvCxnSpPr>
        <p:spPr>
          <a:xfrm>
            <a:off x="5346317" y="5959235"/>
            <a:ext cx="8944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55" name="对象 154">
            <a:extLst>
              <a:ext uri="{FF2B5EF4-FFF2-40B4-BE49-F238E27FC236}">
                <a16:creationId xmlns:a16="http://schemas.microsoft.com/office/drawing/2014/main" id="{05221799-37A9-AD37-E4A5-E65204F30AE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7421875"/>
              </p:ext>
            </p:extLst>
          </p:nvPr>
        </p:nvGraphicFramePr>
        <p:xfrm>
          <a:off x="5693573" y="5706204"/>
          <a:ext cx="239839" cy="2278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53800" imgH="241200" progId="Equation.DSMT4">
                  <p:embed/>
                </p:oleObj>
              </mc:Choice>
              <mc:Fallback>
                <p:oleObj name="Equation" r:id="rId20" imgW="253800" imgH="241200" progId="Equation.DSMT4">
                  <p:embed/>
                  <p:pic>
                    <p:nvPicPr>
                      <p:cNvPr id="188" name="对象 187">
                        <a:extLst>
                          <a:ext uri="{FF2B5EF4-FFF2-40B4-BE49-F238E27FC236}">
                            <a16:creationId xmlns:a16="http://schemas.microsoft.com/office/drawing/2014/main" id="{E21231DA-4AD9-71BA-FF1B-368CBACECA4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5693573" y="5706204"/>
                        <a:ext cx="239839" cy="2278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56" name="直接连接符 155">
            <a:extLst>
              <a:ext uri="{FF2B5EF4-FFF2-40B4-BE49-F238E27FC236}">
                <a16:creationId xmlns:a16="http://schemas.microsoft.com/office/drawing/2014/main" id="{E93AC16B-CFE3-B520-29EF-935E6EAF14E9}"/>
              </a:ext>
            </a:extLst>
          </p:cNvPr>
          <p:cNvCxnSpPr>
            <a:cxnSpLocks/>
          </p:cNvCxnSpPr>
          <p:nvPr/>
        </p:nvCxnSpPr>
        <p:spPr>
          <a:xfrm>
            <a:off x="5627604" y="5048048"/>
            <a:ext cx="0" cy="10800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57" name="直接连接符 156">
            <a:extLst>
              <a:ext uri="{FF2B5EF4-FFF2-40B4-BE49-F238E27FC236}">
                <a16:creationId xmlns:a16="http://schemas.microsoft.com/office/drawing/2014/main" id="{1A8E135A-3AF4-2C20-88B9-5335183FEBB5}"/>
              </a:ext>
            </a:extLst>
          </p:cNvPr>
          <p:cNvCxnSpPr/>
          <p:nvPr/>
        </p:nvCxnSpPr>
        <p:spPr>
          <a:xfrm>
            <a:off x="5627604" y="5146717"/>
            <a:ext cx="3024000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58" name="直接连接符 157">
            <a:extLst>
              <a:ext uri="{FF2B5EF4-FFF2-40B4-BE49-F238E27FC236}">
                <a16:creationId xmlns:a16="http://schemas.microsoft.com/office/drawing/2014/main" id="{D0A302B6-6552-91EE-5309-25CF62909474}"/>
              </a:ext>
            </a:extLst>
          </p:cNvPr>
          <p:cNvCxnSpPr/>
          <p:nvPr/>
        </p:nvCxnSpPr>
        <p:spPr>
          <a:xfrm flipV="1">
            <a:off x="8754382" y="5973690"/>
            <a:ext cx="167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文本框 158">
            <a:extLst>
              <a:ext uri="{FF2B5EF4-FFF2-40B4-BE49-F238E27FC236}">
                <a16:creationId xmlns:a16="http://schemas.microsoft.com/office/drawing/2014/main" id="{7A622A53-CDA2-38D7-DD7E-F5A297109328}"/>
              </a:ext>
            </a:extLst>
          </p:cNvPr>
          <p:cNvSpPr txBox="1"/>
          <p:nvPr/>
        </p:nvSpPr>
        <p:spPr>
          <a:xfrm>
            <a:off x="10454587" y="4269026"/>
            <a:ext cx="5167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concat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0" name="直接箭头连接符 159">
            <a:extLst>
              <a:ext uri="{FF2B5EF4-FFF2-40B4-BE49-F238E27FC236}">
                <a16:creationId xmlns:a16="http://schemas.microsoft.com/office/drawing/2014/main" id="{D82565A4-7D83-C29F-539B-A3FF34E8E57B}"/>
              </a:ext>
            </a:extLst>
          </p:cNvPr>
          <p:cNvCxnSpPr/>
          <p:nvPr/>
        </p:nvCxnSpPr>
        <p:spPr>
          <a:xfrm>
            <a:off x="8656210" y="5146717"/>
            <a:ext cx="0" cy="720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61" name="直接箭头连接符 160">
            <a:extLst>
              <a:ext uri="{FF2B5EF4-FFF2-40B4-BE49-F238E27FC236}">
                <a16:creationId xmlns:a16="http://schemas.microsoft.com/office/drawing/2014/main" id="{2A600C4A-190B-0CEA-7E4D-AAB03DBE5EAA}"/>
              </a:ext>
            </a:extLst>
          </p:cNvPr>
          <p:cNvCxnSpPr/>
          <p:nvPr/>
        </p:nvCxnSpPr>
        <p:spPr>
          <a:xfrm>
            <a:off x="10051826" y="3803985"/>
            <a:ext cx="0" cy="576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2" name="直接箭头连接符 161">
            <a:extLst>
              <a:ext uri="{FF2B5EF4-FFF2-40B4-BE49-F238E27FC236}">
                <a16:creationId xmlns:a16="http://schemas.microsoft.com/office/drawing/2014/main" id="{3D9D2DF5-60EC-3A34-710E-8230B5262BC1}"/>
              </a:ext>
            </a:extLst>
          </p:cNvPr>
          <p:cNvCxnSpPr/>
          <p:nvPr/>
        </p:nvCxnSpPr>
        <p:spPr>
          <a:xfrm flipV="1">
            <a:off x="10428163" y="4587757"/>
            <a:ext cx="0" cy="1386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3" name="对象 162">
            <a:extLst>
              <a:ext uri="{FF2B5EF4-FFF2-40B4-BE49-F238E27FC236}">
                <a16:creationId xmlns:a16="http://schemas.microsoft.com/office/drawing/2014/main" id="{70E022DA-4D64-3089-FED0-0C7F66FC4B1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565586"/>
              </p:ext>
            </p:extLst>
          </p:nvPr>
        </p:nvGraphicFramePr>
        <p:xfrm>
          <a:off x="11421573" y="4086375"/>
          <a:ext cx="2159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4" imgW="215640" imgH="177480" progId="Equation.DSMT4">
                  <p:embed/>
                </p:oleObj>
              </mc:Choice>
              <mc:Fallback>
                <p:oleObj name="Equation" r:id="rId54" imgW="215640" imgH="177480" progId="Equation.DSMT4">
                  <p:embed/>
                  <p:pic>
                    <p:nvPicPr>
                      <p:cNvPr id="209" name="对象 208">
                        <a:extLst>
                          <a:ext uri="{FF2B5EF4-FFF2-40B4-BE49-F238E27FC236}">
                            <a16:creationId xmlns:a16="http://schemas.microsoft.com/office/drawing/2014/main" id="{9947B6A8-977C-7B74-23C8-552FA497D2A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5"/>
                      <a:stretch>
                        <a:fillRect/>
                      </a:stretch>
                    </p:blipFill>
                    <p:spPr>
                      <a:xfrm>
                        <a:off x="11421573" y="4086375"/>
                        <a:ext cx="2159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4" name="图片 163">
            <a:extLst>
              <a:ext uri="{FF2B5EF4-FFF2-40B4-BE49-F238E27FC236}">
                <a16:creationId xmlns:a16="http://schemas.microsoft.com/office/drawing/2014/main" id="{3C57ECE0-A66C-4B7C-5A81-8E419D4D5BB5}"/>
              </a:ext>
            </a:extLst>
          </p:cNvPr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7691783" y="5240024"/>
            <a:ext cx="244800" cy="1453500"/>
          </a:xfrm>
          <a:prstGeom prst="rect">
            <a:avLst/>
          </a:prstGeom>
        </p:spPr>
      </p:pic>
      <p:pic>
        <p:nvPicPr>
          <p:cNvPr id="165" name="图片 164">
            <a:extLst>
              <a:ext uri="{FF2B5EF4-FFF2-40B4-BE49-F238E27FC236}">
                <a16:creationId xmlns:a16="http://schemas.microsoft.com/office/drawing/2014/main" id="{206DD921-F543-7DC4-E787-6ABAAA3A049D}"/>
              </a:ext>
            </a:extLst>
          </p:cNvPr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6820312" y="5223685"/>
            <a:ext cx="244800" cy="1453500"/>
          </a:xfrm>
          <a:prstGeom prst="rect">
            <a:avLst/>
          </a:prstGeom>
        </p:spPr>
      </p:pic>
      <p:pic>
        <p:nvPicPr>
          <p:cNvPr id="166" name="图片 165">
            <a:extLst>
              <a:ext uri="{FF2B5EF4-FFF2-40B4-BE49-F238E27FC236}">
                <a16:creationId xmlns:a16="http://schemas.microsoft.com/office/drawing/2014/main" id="{A56859B3-D72B-5EE6-2D25-952D6260DEC8}"/>
              </a:ext>
            </a:extLst>
          </p:cNvPr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6221422" y="5222244"/>
            <a:ext cx="244800" cy="1453500"/>
          </a:xfrm>
          <a:prstGeom prst="rect">
            <a:avLst/>
          </a:prstGeom>
        </p:spPr>
      </p:pic>
      <p:sp>
        <p:nvSpPr>
          <p:cNvPr id="191" name="文本框 190">
            <a:extLst>
              <a:ext uri="{FF2B5EF4-FFF2-40B4-BE49-F238E27FC236}">
                <a16:creationId xmlns:a16="http://schemas.microsoft.com/office/drawing/2014/main" id="{C3A48543-093B-3F94-DD5C-7FD9EEF19E7F}"/>
              </a:ext>
            </a:extLst>
          </p:cNvPr>
          <p:cNvSpPr txBox="1"/>
          <p:nvPr/>
        </p:nvSpPr>
        <p:spPr>
          <a:xfrm>
            <a:off x="8320837" y="955084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修改前</a:t>
            </a:r>
          </a:p>
        </p:txBody>
      </p:sp>
      <p:sp>
        <p:nvSpPr>
          <p:cNvPr id="193" name="文本框 192">
            <a:extLst>
              <a:ext uri="{FF2B5EF4-FFF2-40B4-BE49-F238E27FC236}">
                <a16:creationId xmlns:a16="http://schemas.microsoft.com/office/drawing/2014/main" id="{5C29169E-1BDD-B988-58EA-345F9B04DD7D}"/>
              </a:ext>
            </a:extLst>
          </p:cNvPr>
          <p:cNvSpPr txBox="1"/>
          <p:nvPr/>
        </p:nvSpPr>
        <p:spPr>
          <a:xfrm>
            <a:off x="3614380" y="4391595"/>
            <a:ext cx="9268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修改后</a:t>
            </a:r>
          </a:p>
        </p:txBody>
      </p:sp>
      <p:sp>
        <p:nvSpPr>
          <p:cNvPr id="192" name="文本框 191">
            <a:extLst>
              <a:ext uri="{FF2B5EF4-FFF2-40B4-BE49-F238E27FC236}">
                <a16:creationId xmlns:a16="http://schemas.microsoft.com/office/drawing/2014/main" id="{DB2115EC-438E-DC63-8BDE-1BEA63CF28A4}"/>
              </a:ext>
            </a:extLst>
          </p:cNvPr>
          <p:cNvSpPr txBox="1"/>
          <p:nvPr/>
        </p:nvSpPr>
        <p:spPr>
          <a:xfrm>
            <a:off x="1318163" y="1202833"/>
            <a:ext cx="5886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concat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7" name="文本框 196">
            <a:extLst>
              <a:ext uri="{FF2B5EF4-FFF2-40B4-BE49-F238E27FC236}">
                <a16:creationId xmlns:a16="http://schemas.microsoft.com/office/drawing/2014/main" id="{8E952928-AA75-FF2D-BA3F-1ACFE8CC6C84}"/>
              </a:ext>
            </a:extLst>
          </p:cNvPr>
          <p:cNvSpPr txBox="1"/>
          <p:nvPr/>
        </p:nvSpPr>
        <p:spPr>
          <a:xfrm>
            <a:off x="3936036" y="984985"/>
            <a:ext cx="3642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0" name="对象 209">
                <a:extLst>
                  <a:ext uri="{FF2B5EF4-FFF2-40B4-BE49-F238E27FC236}">
                    <a16:creationId xmlns:a16="http://schemas.microsoft.com/office/drawing/2014/main" id="{39A8197A-6588-C4F4-100F-FBD289BEED0B}"/>
                  </a:ext>
                </a:extLst>
              </p:cNvPr>
              <p:cNvSpPr txBox="1"/>
              <p:nvPr/>
            </p:nvSpPr>
            <p:spPr>
              <a:xfrm>
                <a:off x="7580630" y="4214495"/>
                <a:ext cx="547370" cy="161925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1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zh-CN" altLang="en-US" sz="1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altLang="zh-CN" sz="1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0" name="对象 209">
                <a:extLst>
                  <a:ext uri="{FF2B5EF4-FFF2-40B4-BE49-F238E27FC236}">
                    <a16:creationId xmlns:a16="http://schemas.microsoft.com/office/drawing/2014/main" id="{39A8197A-6588-C4F4-100F-FBD289BEED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0630" y="4214495"/>
                <a:ext cx="547370" cy="161925"/>
              </a:xfrm>
              <a:prstGeom prst="rect">
                <a:avLst/>
              </a:prstGeom>
              <a:blipFill>
                <a:blip r:embed="rId58"/>
                <a:stretch>
                  <a:fillRect b="-296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6" name="组合 215">
            <a:extLst>
              <a:ext uri="{FF2B5EF4-FFF2-40B4-BE49-F238E27FC236}">
                <a16:creationId xmlns:a16="http://schemas.microsoft.com/office/drawing/2014/main" id="{06A9D692-E835-9F1E-9B8E-DFECE5DE4235}"/>
              </a:ext>
            </a:extLst>
          </p:cNvPr>
          <p:cNvGrpSpPr/>
          <p:nvPr/>
        </p:nvGrpSpPr>
        <p:grpSpPr>
          <a:xfrm>
            <a:off x="8212878" y="4114800"/>
            <a:ext cx="546260" cy="694832"/>
            <a:chOff x="3909222" y="1975230"/>
            <a:chExt cx="813283" cy="1034480"/>
          </a:xfrm>
        </p:grpSpPr>
        <p:sp>
          <p:nvSpPr>
            <p:cNvPr id="217" name="矩形 216">
              <a:extLst>
                <a:ext uri="{FF2B5EF4-FFF2-40B4-BE49-F238E27FC236}">
                  <a16:creationId xmlns:a16="http://schemas.microsoft.com/office/drawing/2014/main" id="{1513FD7E-F386-D59D-B616-858470F0B8A8}"/>
                </a:ext>
              </a:extLst>
            </p:cNvPr>
            <p:cNvSpPr/>
            <p:nvPr/>
          </p:nvSpPr>
          <p:spPr>
            <a:xfrm>
              <a:off x="3914278" y="2265730"/>
              <a:ext cx="765994" cy="743980"/>
            </a:xfrm>
            <a:prstGeom prst="rect">
              <a:avLst/>
            </a:prstGeom>
            <a:solidFill>
              <a:srgbClr val="BFBFBF"/>
            </a:solidFill>
            <a:ln>
              <a:solidFill>
                <a:schemeClr val="tx1"/>
              </a:solidFill>
            </a:ln>
            <a:scene3d>
              <a:camera prst="isometricOffAxis1Top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8" name="矩形 217">
              <a:extLst>
                <a:ext uri="{FF2B5EF4-FFF2-40B4-BE49-F238E27FC236}">
                  <a16:creationId xmlns:a16="http://schemas.microsoft.com/office/drawing/2014/main" id="{9469F030-6385-7737-E7A5-D466960A4F52}"/>
                </a:ext>
              </a:extLst>
            </p:cNvPr>
            <p:cNvSpPr/>
            <p:nvPr/>
          </p:nvSpPr>
          <p:spPr>
            <a:xfrm>
              <a:off x="3909222" y="2168072"/>
              <a:ext cx="765994" cy="743980"/>
            </a:xfrm>
            <a:prstGeom prst="rect">
              <a:avLst/>
            </a:prstGeom>
            <a:solidFill>
              <a:srgbClr val="E5B9B5"/>
            </a:solidFill>
            <a:ln>
              <a:solidFill>
                <a:schemeClr val="tx1"/>
              </a:solidFill>
            </a:ln>
            <a:scene3d>
              <a:camera prst="isometricOffAxis1Top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9" name="矩形 218">
              <a:extLst>
                <a:ext uri="{FF2B5EF4-FFF2-40B4-BE49-F238E27FC236}">
                  <a16:creationId xmlns:a16="http://schemas.microsoft.com/office/drawing/2014/main" id="{7A06C468-A991-B453-A066-3EBE21E3284F}"/>
                </a:ext>
              </a:extLst>
            </p:cNvPr>
            <p:cNvSpPr/>
            <p:nvPr/>
          </p:nvSpPr>
          <p:spPr>
            <a:xfrm>
              <a:off x="3921922" y="2072888"/>
              <a:ext cx="765994" cy="743980"/>
            </a:xfrm>
            <a:prstGeom prst="rect">
              <a:avLst/>
            </a:prstGeom>
            <a:solidFill>
              <a:srgbClr val="B7DDE8"/>
            </a:solidFill>
            <a:ln>
              <a:solidFill>
                <a:schemeClr val="tx1"/>
              </a:solidFill>
            </a:ln>
            <a:scene3d>
              <a:camera prst="isometricOffAxis1Top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0" name="矩形 219">
              <a:extLst>
                <a:ext uri="{FF2B5EF4-FFF2-40B4-BE49-F238E27FC236}">
                  <a16:creationId xmlns:a16="http://schemas.microsoft.com/office/drawing/2014/main" id="{F3EBFB83-D62C-5A4F-4FCE-0B3CB840EEB5}"/>
                </a:ext>
              </a:extLst>
            </p:cNvPr>
            <p:cNvSpPr/>
            <p:nvPr/>
          </p:nvSpPr>
          <p:spPr>
            <a:xfrm>
              <a:off x="3956511" y="1975230"/>
              <a:ext cx="765994" cy="743980"/>
            </a:xfrm>
            <a:prstGeom prst="rect">
              <a:avLst/>
            </a:prstGeom>
            <a:solidFill>
              <a:srgbClr val="FBD7BB"/>
            </a:solidFill>
            <a:ln>
              <a:solidFill>
                <a:schemeClr val="tx1"/>
              </a:solidFill>
            </a:ln>
            <a:scene3d>
              <a:camera prst="isometricOffAxis1Top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2" name="文本框 221">
            <a:extLst>
              <a:ext uri="{FF2B5EF4-FFF2-40B4-BE49-F238E27FC236}">
                <a16:creationId xmlns:a16="http://schemas.microsoft.com/office/drawing/2014/main" id="{009A6262-FFBD-1B14-9C9A-1A29E1CF9B17}"/>
              </a:ext>
            </a:extLst>
          </p:cNvPr>
          <p:cNvSpPr txBox="1"/>
          <p:nvPr/>
        </p:nvSpPr>
        <p:spPr>
          <a:xfrm>
            <a:off x="8770620" y="4169998"/>
            <a:ext cx="701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8" name="文本框 237">
            <a:extLst>
              <a:ext uri="{FF2B5EF4-FFF2-40B4-BE49-F238E27FC236}">
                <a16:creationId xmlns:a16="http://schemas.microsoft.com/office/drawing/2014/main" id="{E46CD461-C158-589D-C283-4D0C4F555EFB}"/>
              </a:ext>
            </a:extLst>
          </p:cNvPr>
          <p:cNvSpPr txBox="1"/>
          <p:nvPr/>
        </p:nvSpPr>
        <p:spPr>
          <a:xfrm>
            <a:off x="7039737" y="5627323"/>
            <a:ext cx="7010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sigmoid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立方体 1">
            <a:extLst>
              <a:ext uri="{FF2B5EF4-FFF2-40B4-BE49-F238E27FC236}">
                <a16:creationId xmlns:a16="http://schemas.microsoft.com/office/drawing/2014/main" id="{0CF84920-414D-C774-79DC-6A6B298BB139}"/>
              </a:ext>
            </a:extLst>
          </p:cNvPr>
          <p:cNvSpPr/>
          <p:nvPr/>
        </p:nvSpPr>
        <p:spPr>
          <a:xfrm>
            <a:off x="344742" y="263833"/>
            <a:ext cx="1051085" cy="353421"/>
          </a:xfrm>
          <a:prstGeom prst="cube">
            <a:avLst>
              <a:gd name="adj" fmla="val 77174"/>
            </a:avLst>
          </a:prstGeom>
          <a:solidFill>
            <a:srgbClr val="FBD7BB"/>
          </a:solidFill>
          <a:ln w="25400">
            <a:solidFill>
              <a:srgbClr val="F9C4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21943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FE6231-9745-4B64-D9F5-C738FD44C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0" name="组合 269">
            <a:extLst>
              <a:ext uri="{FF2B5EF4-FFF2-40B4-BE49-F238E27FC236}">
                <a16:creationId xmlns:a16="http://schemas.microsoft.com/office/drawing/2014/main" id="{F08228C7-00D9-D501-E70A-BB1A737FDCE1}"/>
              </a:ext>
            </a:extLst>
          </p:cNvPr>
          <p:cNvGrpSpPr/>
          <p:nvPr/>
        </p:nvGrpSpPr>
        <p:grpSpPr>
          <a:xfrm>
            <a:off x="2493391" y="1444336"/>
            <a:ext cx="4470251" cy="3345874"/>
            <a:chOff x="1121791" y="477981"/>
            <a:chExt cx="4470251" cy="3345874"/>
          </a:xfrm>
        </p:grpSpPr>
        <p:sp>
          <p:nvSpPr>
            <p:cNvPr id="192" name="矩形 191">
              <a:extLst>
                <a:ext uri="{FF2B5EF4-FFF2-40B4-BE49-F238E27FC236}">
                  <a16:creationId xmlns:a16="http://schemas.microsoft.com/office/drawing/2014/main" id="{19B2D934-414B-30A5-52B0-8FF77CE4757E}"/>
                </a:ext>
              </a:extLst>
            </p:cNvPr>
            <p:cNvSpPr/>
            <p:nvPr/>
          </p:nvSpPr>
          <p:spPr>
            <a:xfrm>
              <a:off x="1121791" y="477981"/>
              <a:ext cx="4151250" cy="2067791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16" name="直接箭头连接符 215">
              <a:extLst>
                <a:ext uri="{FF2B5EF4-FFF2-40B4-BE49-F238E27FC236}">
                  <a16:creationId xmlns:a16="http://schemas.microsoft.com/office/drawing/2014/main" id="{4F175F03-CBF0-7E21-BFF3-B46B71E10F0D}"/>
                </a:ext>
              </a:extLst>
            </p:cNvPr>
            <p:cNvCxnSpPr>
              <a:cxnSpLocks/>
              <a:stCxn id="194" idx="2"/>
            </p:cNvCxnSpPr>
            <p:nvPr/>
          </p:nvCxnSpPr>
          <p:spPr>
            <a:xfrm>
              <a:off x="1823605" y="2324100"/>
              <a:ext cx="0" cy="48006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直接箭头连接符 217">
              <a:extLst>
                <a:ext uri="{FF2B5EF4-FFF2-40B4-BE49-F238E27FC236}">
                  <a16:creationId xmlns:a16="http://schemas.microsoft.com/office/drawing/2014/main" id="{2C83807F-664B-3A54-3710-3564CDD1D654}"/>
                </a:ext>
              </a:extLst>
            </p:cNvPr>
            <p:cNvCxnSpPr>
              <a:cxnSpLocks/>
            </p:cNvCxnSpPr>
            <p:nvPr/>
          </p:nvCxnSpPr>
          <p:spPr>
            <a:xfrm>
              <a:off x="2738005" y="2324100"/>
              <a:ext cx="0" cy="48006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直接箭头连接符 218">
              <a:extLst>
                <a:ext uri="{FF2B5EF4-FFF2-40B4-BE49-F238E27FC236}">
                  <a16:creationId xmlns:a16="http://schemas.microsoft.com/office/drawing/2014/main" id="{B3CC68CF-58E2-6888-8ADF-409AB0381BA7}"/>
                </a:ext>
              </a:extLst>
            </p:cNvPr>
            <p:cNvCxnSpPr>
              <a:cxnSpLocks/>
            </p:cNvCxnSpPr>
            <p:nvPr/>
          </p:nvCxnSpPr>
          <p:spPr>
            <a:xfrm>
              <a:off x="3595255" y="2324100"/>
              <a:ext cx="0" cy="48006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直接箭头连接符 219">
              <a:extLst>
                <a:ext uri="{FF2B5EF4-FFF2-40B4-BE49-F238E27FC236}">
                  <a16:creationId xmlns:a16="http://schemas.microsoft.com/office/drawing/2014/main" id="{1384507A-3B1F-46B3-FEAD-FD34A29D9895}"/>
                </a:ext>
              </a:extLst>
            </p:cNvPr>
            <p:cNvCxnSpPr>
              <a:cxnSpLocks/>
            </p:cNvCxnSpPr>
            <p:nvPr/>
          </p:nvCxnSpPr>
          <p:spPr>
            <a:xfrm>
              <a:off x="4502035" y="2324100"/>
              <a:ext cx="0" cy="48006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9" name="组合 268">
              <a:extLst>
                <a:ext uri="{FF2B5EF4-FFF2-40B4-BE49-F238E27FC236}">
                  <a16:creationId xmlns:a16="http://schemas.microsoft.com/office/drawing/2014/main" id="{4E23D4ED-8E0B-FE11-EF43-2C98BA246F0D}"/>
                </a:ext>
              </a:extLst>
            </p:cNvPr>
            <p:cNvGrpSpPr/>
            <p:nvPr/>
          </p:nvGrpSpPr>
          <p:grpSpPr>
            <a:xfrm>
              <a:off x="1527464" y="924790"/>
              <a:ext cx="3266901" cy="1399310"/>
              <a:chOff x="1527464" y="924790"/>
              <a:chExt cx="3266901" cy="1399310"/>
            </a:xfrm>
          </p:grpSpPr>
          <p:sp>
            <p:nvSpPr>
              <p:cNvPr id="194" name="矩形: 圆角 193">
                <a:extLst>
                  <a:ext uri="{FF2B5EF4-FFF2-40B4-BE49-F238E27FC236}">
                    <a16:creationId xmlns:a16="http://schemas.microsoft.com/office/drawing/2014/main" id="{94EE2C45-7A0C-667A-FFFA-3EE90E5BD2B5}"/>
                  </a:ext>
                </a:extLst>
              </p:cNvPr>
              <p:cNvSpPr/>
              <p:nvPr/>
            </p:nvSpPr>
            <p:spPr>
              <a:xfrm>
                <a:off x="1527464" y="924790"/>
                <a:ext cx="592281" cy="1399310"/>
              </a:xfrm>
              <a:prstGeom prst="roundRect">
                <a:avLst/>
              </a:prstGeom>
              <a:solidFill>
                <a:srgbClr val="FFF2CC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5" name="矩形: 圆角 194">
                <a:extLst>
                  <a:ext uri="{FF2B5EF4-FFF2-40B4-BE49-F238E27FC236}">
                    <a16:creationId xmlns:a16="http://schemas.microsoft.com/office/drawing/2014/main" id="{64B03564-90A4-0D40-BBD4-C7DAAF8761D7}"/>
                  </a:ext>
                </a:extLst>
              </p:cNvPr>
              <p:cNvSpPr/>
              <p:nvPr/>
            </p:nvSpPr>
            <p:spPr>
              <a:xfrm>
                <a:off x="2419004" y="924790"/>
                <a:ext cx="592281" cy="1399310"/>
              </a:xfrm>
              <a:prstGeom prst="roundRect">
                <a:avLst/>
              </a:prstGeom>
              <a:solidFill>
                <a:srgbClr val="FFF2CC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6" name="矩形: 圆角 195">
                <a:extLst>
                  <a:ext uri="{FF2B5EF4-FFF2-40B4-BE49-F238E27FC236}">
                    <a16:creationId xmlns:a16="http://schemas.microsoft.com/office/drawing/2014/main" id="{F0BE1329-17D1-8057-29C2-135CF5748A3F}"/>
                  </a:ext>
                </a:extLst>
              </p:cNvPr>
              <p:cNvSpPr/>
              <p:nvPr/>
            </p:nvSpPr>
            <p:spPr>
              <a:xfrm>
                <a:off x="3310544" y="924790"/>
                <a:ext cx="592281" cy="1399310"/>
              </a:xfrm>
              <a:prstGeom prst="roundRect">
                <a:avLst/>
              </a:prstGeom>
              <a:solidFill>
                <a:srgbClr val="FFF2CC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7" name="矩形: 圆角 196">
                <a:extLst>
                  <a:ext uri="{FF2B5EF4-FFF2-40B4-BE49-F238E27FC236}">
                    <a16:creationId xmlns:a16="http://schemas.microsoft.com/office/drawing/2014/main" id="{AC2D1BCB-B23E-C858-D99E-678CADD32AD4}"/>
                  </a:ext>
                </a:extLst>
              </p:cNvPr>
              <p:cNvSpPr/>
              <p:nvPr/>
            </p:nvSpPr>
            <p:spPr>
              <a:xfrm>
                <a:off x="4202084" y="924790"/>
                <a:ext cx="592281" cy="1399310"/>
              </a:xfrm>
              <a:prstGeom prst="roundRect">
                <a:avLst/>
              </a:prstGeom>
              <a:solidFill>
                <a:srgbClr val="FFF2CC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8" name="文本框 197">
                <a:extLst>
                  <a:ext uri="{FF2B5EF4-FFF2-40B4-BE49-F238E27FC236}">
                    <a16:creationId xmlns:a16="http://schemas.microsoft.com/office/drawing/2014/main" id="{2818EF64-4184-9A39-EBB6-F382D3151940}"/>
                  </a:ext>
                </a:extLst>
              </p:cNvPr>
              <p:cNvSpPr txBox="1"/>
              <p:nvPr/>
            </p:nvSpPr>
            <p:spPr>
              <a:xfrm>
                <a:off x="1608160" y="1279318"/>
                <a:ext cx="430887" cy="976922"/>
              </a:xfrm>
              <a:prstGeom prst="rect">
                <a:avLst/>
              </a:prstGeom>
              <a:noFill/>
            </p:spPr>
            <p:txBody>
              <a:bodyPr vert="eaVert" wrap="square" rtlCol="0">
                <a:spAutoFit/>
              </a:bodyPr>
              <a:lstStyle/>
              <a:p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VIT block</a:t>
                </a:r>
                <a:endParaRPr lang="zh-CN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99" name="文本框 198">
                <a:extLst>
                  <a:ext uri="{FF2B5EF4-FFF2-40B4-BE49-F238E27FC236}">
                    <a16:creationId xmlns:a16="http://schemas.microsoft.com/office/drawing/2014/main" id="{F320651F-4B38-4FD7-5461-E7451E2C29C6}"/>
                  </a:ext>
                </a:extLst>
              </p:cNvPr>
              <p:cNvSpPr txBox="1"/>
              <p:nvPr/>
            </p:nvSpPr>
            <p:spPr>
              <a:xfrm>
                <a:off x="2499700" y="1279318"/>
                <a:ext cx="430887" cy="976922"/>
              </a:xfrm>
              <a:prstGeom prst="rect">
                <a:avLst/>
              </a:prstGeom>
              <a:noFill/>
            </p:spPr>
            <p:txBody>
              <a:bodyPr vert="eaVert" wrap="square" rtlCol="0">
                <a:spAutoFit/>
              </a:bodyPr>
              <a:lstStyle/>
              <a:p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VIT block</a:t>
                </a:r>
                <a:endParaRPr lang="zh-CN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00" name="文本框 199">
                <a:extLst>
                  <a:ext uri="{FF2B5EF4-FFF2-40B4-BE49-F238E27FC236}">
                    <a16:creationId xmlns:a16="http://schemas.microsoft.com/office/drawing/2014/main" id="{AB4CC9E5-BCBA-D5DE-BC51-E676BD2B6FC9}"/>
                  </a:ext>
                </a:extLst>
              </p:cNvPr>
              <p:cNvSpPr txBox="1"/>
              <p:nvPr/>
            </p:nvSpPr>
            <p:spPr>
              <a:xfrm>
                <a:off x="3387415" y="1279318"/>
                <a:ext cx="430887" cy="976922"/>
              </a:xfrm>
              <a:prstGeom prst="rect">
                <a:avLst/>
              </a:prstGeom>
              <a:noFill/>
            </p:spPr>
            <p:txBody>
              <a:bodyPr vert="eaVert" wrap="square" rtlCol="0">
                <a:spAutoFit/>
              </a:bodyPr>
              <a:lstStyle/>
              <a:p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VIT block</a:t>
                </a:r>
                <a:endParaRPr lang="zh-CN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01" name="文本框 200">
                <a:extLst>
                  <a:ext uri="{FF2B5EF4-FFF2-40B4-BE49-F238E27FC236}">
                    <a16:creationId xmlns:a16="http://schemas.microsoft.com/office/drawing/2014/main" id="{CFF82A55-9A91-6967-B454-9B971769C5B6}"/>
                  </a:ext>
                </a:extLst>
              </p:cNvPr>
              <p:cNvSpPr txBox="1"/>
              <p:nvPr/>
            </p:nvSpPr>
            <p:spPr>
              <a:xfrm>
                <a:off x="4282780" y="1279318"/>
                <a:ext cx="430887" cy="976922"/>
              </a:xfrm>
              <a:prstGeom prst="rect">
                <a:avLst/>
              </a:prstGeom>
              <a:noFill/>
            </p:spPr>
            <p:txBody>
              <a:bodyPr vert="eaVert" wrap="square" rtlCol="0">
                <a:spAutoFit/>
              </a:bodyPr>
              <a:lstStyle/>
              <a:p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VIT block</a:t>
                </a:r>
                <a:endParaRPr lang="zh-CN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205" name="组合 204">
                <a:extLst>
                  <a:ext uri="{FF2B5EF4-FFF2-40B4-BE49-F238E27FC236}">
                    <a16:creationId xmlns:a16="http://schemas.microsoft.com/office/drawing/2014/main" id="{6A2A49CE-B82E-257D-1114-E6B3E540DA17}"/>
                  </a:ext>
                </a:extLst>
              </p:cNvPr>
              <p:cNvGrpSpPr/>
              <p:nvPr/>
            </p:nvGrpSpPr>
            <p:grpSpPr>
              <a:xfrm>
                <a:off x="1706586" y="1014070"/>
                <a:ext cx="234034" cy="202650"/>
                <a:chOff x="1635983" y="1987000"/>
                <a:chExt cx="258740" cy="270510"/>
              </a:xfrm>
            </p:grpSpPr>
            <p:sp>
              <p:nvSpPr>
                <p:cNvPr id="202" name="梯形 201">
                  <a:extLst>
                    <a:ext uri="{FF2B5EF4-FFF2-40B4-BE49-F238E27FC236}">
                      <a16:creationId xmlns:a16="http://schemas.microsoft.com/office/drawing/2014/main" id="{8D4BB3FF-7545-C7CC-EBF4-773800795716}"/>
                    </a:ext>
                  </a:extLst>
                </p:cNvPr>
                <p:cNvSpPr/>
                <p:nvPr/>
              </p:nvSpPr>
              <p:spPr>
                <a:xfrm>
                  <a:off x="1635983" y="2143210"/>
                  <a:ext cx="258740" cy="114300"/>
                </a:xfrm>
                <a:prstGeom prst="trapezoid">
                  <a:avLst>
                    <a:gd name="adj" fmla="val 61667"/>
                  </a:avLst>
                </a:prstGeom>
                <a:solidFill>
                  <a:srgbClr val="F5B184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just"/>
                  <a:endParaRPr lang="zh-CN" altLang="en-US" dirty="0"/>
                </a:p>
              </p:txBody>
            </p:sp>
            <p:sp>
              <p:nvSpPr>
                <p:cNvPr id="204" name="梯形 203">
                  <a:extLst>
                    <a:ext uri="{FF2B5EF4-FFF2-40B4-BE49-F238E27FC236}">
                      <a16:creationId xmlns:a16="http://schemas.microsoft.com/office/drawing/2014/main" id="{FA93D06A-456D-E2C0-D5CD-4340F5393739}"/>
                    </a:ext>
                  </a:extLst>
                </p:cNvPr>
                <p:cNvSpPr/>
                <p:nvPr/>
              </p:nvSpPr>
              <p:spPr>
                <a:xfrm rot="10800000">
                  <a:off x="1635983" y="1987000"/>
                  <a:ext cx="258740" cy="114300"/>
                </a:xfrm>
                <a:prstGeom prst="trapezoid">
                  <a:avLst>
                    <a:gd name="adj" fmla="val 61667"/>
                  </a:avLst>
                </a:prstGeom>
                <a:solidFill>
                  <a:srgbClr val="F5B184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206" name="组合 205">
                <a:extLst>
                  <a:ext uri="{FF2B5EF4-FFF2-40B4-BE49-F238E27FC236}">
                    <a16:creationId xmlns:a16="http://schemas.microsoft.com/office/drawing/2014/main" id="{E94873A3-7992-781F-E758-425C75091CD0}"/>
                  </a:ext>
                </a:extLst>
              </p:cNvPr>
              <p:cNvGrpSpPr/>
              <p:nvPr/>
            </p:nvGrpSpPr>
            <p:grpSpPr>
              <a:xfrm>
                <a:off x="2598126" y="1008808"/>
                <a:ext cx="234034" cy="202650"/>
                <a:chOff x="1635983" y="1987000"/>
                <a:chExt cx="258740" cy="270510"/>
              </a:xfrm>
            </p:grpSpPr>
            <p:sp>
              <p:nvSpPr>
                <p:cNvPr id="207" name="梯形 206">
                  <a:extLst>
                    <a:ext uri="{FF2B5EF4-FFF2-40B4-BE49-F238E27FC236}">
                      <a16:creationId xmlns:a16="http://schemas.microsoft.com/office/drawing/2014/main" id="{B252ED50-77FE-3FD7-E358-3AF7D5CE00F4}"/>
                    </a:ext>
                  </a:extLst>
                </p:cNvPr>
                <p:cNvSpPr/>
                <p:nvPr/>
              </p:nvSpPr>
              <p:spPr>
                <a:xfrm>
                  <a:off x="1635983" y="2143210"/>
                  <a:ext cx="258740" cy="114300"/>
                </a:xfrm>
                <a:prstGeom prst="trapezoid">
                  <a:avLst>
                    <a:gd name="adj" fmla="val 61667"/>
                  </a:avLst>
                </a:prstGeom>
                <a:solidFill>
                  <a:srgbClr val="F5B184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just"/>
                  <a:endParaRPr lang="zh-CN" altLang="en-US" dirty="0"/>
                </a:p>
              </p:txBody>
            </p:sp>
            <p:sp>
              <p:nvSpPr>
                <p:cNvPr id="208" name="梯形 207">
                  <a:extLst>
                    <a:ext uri="{FF2B5EF4-FFF2-40B4-BE49-F238E27FC236}">
                      <a16:creationId xmlns:a16="http://schemas.microsoft.com/office/drawing/2014/main" id="{173FC7FF-F566-4906-EE79-40586131B19C}"/>
                    </a:ext>
                  </a:extLst>
                </p:cNvPr>
                <p:cNvSpPr/>
                <p:nvPr/>
              </p:nvSpPr>
              <p:spPr>
                <a:xfrm rot="10800000">
                  <a:off x="1635983" y="1987000"/>
                  <a:ext cx="258740" cy="114300"/>
                </a:xfrm>
                <a:prstGeom prst="trapezoid">
                  <a:avLst>
                    <a:gd name="adj" fmla="val 61667"/>
                  </a:avLst>
                </a:prstGeom>
                <a:solidFill>
                  <a:srgbClr val="F5B184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209" name="组合 208">
                <a:extLst>
                  <a:ext uri="{FF2B5EF4-FFF2-40B4-BE49-F238E27FC236}">
                    <a16:creationId xmlns:a16="http://schemas.microsoft.com/office/drawing/2014/main" id="{FAA8A130-0260-3650-05E6-81540E3E03E4}"/>
                  </a:ext>
                </a:extLst>
              </p:cNvPr>
              <p:cNvGrpSpPr/>
              <p:nvPr/>
            </p:nvGrpSpPr>
            <p:grpSpPr>
              <a:xfrm>
                <a:off x="3485841" y="1011226"/>
                <a:ext cx="234034" cy="202650"/>
                <a:chOff x="1635983" y="1987000"/>
                <a:chExt cx="258740" cy="270510"/>
              </a:xfrm>
            </p:grpSpPr>
            <p:sp>
              <p:nvSpPr>
                <p:cNvPr id="210" name="梯形 209">
                  <a:extLst>
                    <a:ext uri="{FF2B5EF4-FFF2-40B4-BE49-F238E27FC236}">
                      <a16:creationId xmlns:a16="http://schemas.microsoft.com/office/drawing/2014/main" id="{BFF39FC3-718C-E974-8227-2C7ACF6F98EA}"/>
                    </a:ext>
                  </a:extLst>
                </p:cNvPr>
                <p:cNvSpPr/>
                <p:nvPr/>
              </p:nvSpPr>
              <p:spPr>
                <a:xfrm>
                  <a:off x="1635983" y="2143210"/>
                  <a:ext cx="258740" cy="114300"/>
                </a:xfrm>
                <a:prstGeom prst="trapezoid">
                  <a:avLst>
                    <a:gd name="adj" fmla="val 61667"/>
                  </a:avLst>
                </a:prstGeom>
                <a:solidFill>
                  <a:srgbClr val="F5B184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just"/>
                  <a:endParaRPr lang="zh-CN" altLang="en-US" dirty="0"/>
                </a:p>
              </p:txBody>
            </p:sp>
            <p:sp>
              <p:nvSpPr>
                <p:cNvPr id="211" name="梯形 210">
                  <a:extLst>
                    <a:ext uri="{FF2B5EF4-FFF2-40B4-BE49-F238E27FC236}">
                      <a16:creationId xmlns:a16="http://schemas.microsoft.com/office/drawing/2014/main" id="{34B6D9BE-B410-4A90-7DCA-5179736AF01B}"/>
                    </a:ext>
                  </a:extLst>
                </p:cNvPr>
                <p:cNvSpPr/>
                <p:nvPr/>
              </p:nvSpPr>
              <p:spPr>
                <a:xfrm rot="10800000">
                  <a:off x="1635983" y="1987000"/>
                  <a:ext cx="258740" cy="114300"/>
                </a:xfrm>
                <a:prstGeom prst="trapezoid">
                  <a:avLst>
                    <a:gd name="adj" fmla="val 61667"/>
                  </a:avLst>
                </a:prstGeom>
                <a:solidFill>
                  <a:srgbClr val="F5B184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212" name="组合 211">
                <a:extLst>
                  <a:ext uri="{FF2B5EF4-FFF2-40B4-BE49-F238E27FC236}">
                    <a16:creationId xmlns:a16="http://schemas.microsoft.com/office/drawing/2014/main" id="{308A1169-0A37-1657-23C8-416EAF36CC7B}"/>
                  </a:ext>
                </a:extLst>
              </p:cNvPr>
              <p:cNvGrpSpPr/>
              <p:nvPr/>
            </p:nvGrpSpPr>
            <p:grpSpPr>
              <a:xfrm>
                <a:off x="4381206" y="998402"/>
                <a:ext cx="234034" cy="202650"/>
                <a:chOff x="1635983" y="1987000"/>
                <a:chExt cx="258740" cy="270510"/>
              </a:xfrm>
            </p:grpSpPr>
            <p:sp>
              <p:nvSpPr>
                <p:cNvPr id="213" name="梯形 212">
                  <a:extLst>
                    <a:ext uri="{FF2B5EF4-FFF2-40B4-BE49-F238E27FC236}">
                      <a16:creationId xmlns:a16="http://schemas.microsoft.com/office/drawing/2014/main" id="{BE5667DA-9242-5D0D-01DA-41F070D5A598}"/>
                    </a:ext>
                  </a:extLst>
                </p:cNvPr>
                <p:cNvSpPr/>
                <p:nvPr/>
              </p:nvSpPr>
              <p:spPr>
                <a:xfrm>
                  <a:off x="1635983" y="2143210"/>
                  <a:ext cx="258740" cy="114300"/>
                </a:xfrm>
                <a:prstGeom prst="trapezoid">
                  <a:avLst>
                    <a:gd name="adj" fmla="val 61667"/>
                  </a:avLst>
                </a:prstGeom>
                <a:solidFill>
                  <a:srgbClr val="F5B184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just"/>
                  <a:endParaRPr lang="zh-CN" altLang="en-US" dirty="0"/>
                </a:p>
              </p:txBody>
            </p:sp>
            <p:sp>
              <p:nvSpPr>
                <p:cNvPr id="214" name="梯形 213">
                  <a:extLst>
                    <a:ext uri="{FF2B5EF4-FFF2-40B4-BE49-F238E27FC236}">
                      <a16:creationId xmlns:a16="http://schemas.microsoft.com/office/drawing/2014/main" id="{DB07A9A7-F2A8-5495-565E-ADAAFB2F55A3}"/>
                    </a:ext>
                  </a:extLst>
                </p:cNvPr>
                <p:cNvSpPr/>
                <p:nvPr/>
              </p:nvSpPr>
              <p:spPr>
                <a:xfrm rot="10800000">
                  <a:off x="1635983" y="1987000"/>
                  <a:ext cx="258740" cy="114300"/>
                </a:xfrm>
                <a:prstGeom prst="trapezoid">
                  <a:avLst>
                    <a:gd name="adj" fmla="val 61667"/>
                  </a:avLst>
                </a:prstGeom>
                <a:solidFill>
                  <a:srgbClr val="F5B184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221" name="直接箭头连接符 220">
                <a:extLst>
                  <a:ext uri="{FF2B5EF4-FFF2-40B4-BE49-F238E27FC236}">
                    <a16:creationId xmlns:a16="http://schemas.microsoft.com/office/drawing/2014/main" id="{78C892EA-6673-7E0F-C6D3-4EB4D61F444C}"/>
                  </a:ext>
                </a:extLst>
              </p:cNvPr>
              <p:cNvCxnSpPr>
                <a:cxnSpLocks/>
                <a:stCxn id="194" idx="3"/>
                <a:endCxn id="195" idx="1"/>
              </p:cNvCxnSpPr>
              <p:nvPr/>
            </p:nvCxnSpPr>
            <p:spPr>
              <a:xfrm>
                <a:off x="2119745" y="1624445"/>
                <a:ext cx="299259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4" name="直接箭头连接符 223">
                <a:extLst>
                  <a:ext uri="{FF2B5EF4-FFF2-40B4-BE49-F238E27FC236}">
                    <a16:creationId xmlns:a16="http://schemas.microsoft.com/office/drawing/2014/main" id="{93D3D393-155E-9C09-4828-B31964FEA1B7}"/>
                  </a:ext>
                </a:extLst>
              </p:cNvPr>
              <p:cNvCxnSpPr>
                <a:cxnSpLocks/>
                <a:stCxn id="195" idx="3"/>
                <a:endCxn id="196" idx="1"/>
              </p:cNvCxnSpPr>
              <p:nvPr/>
            </p:nvCxnSpPr>
            <p:spPr>
              <a:xfrm>
                <a:off x="3011285" y="1624445"/>
                <a:ext cx="299259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7" name="直接箭头连接符 226">
                <a:extLst>
                  <a:ext uri="{FF2B5EF4-FFF2-40B4-BE49-F238E27FC236}">
                    <a16:creationId xmlns:a16="http://schemas.microsoft.com/office/drawing/2014/main" id="{8A2F8F15-29C7-B1AD-4A65-F55FA3AFC4C8}"/>
                  </a:ext>
                </a:extLst>
              </p:cNvPr>
              <p:cNvCxnSpPr>
                <a:cxnSpLocks/>
                <a:stCxn id="196" idx="3"/>
                <a:endCxn id="197" idx="1"/>
              </p:cNvCxnSpPr>
              <p:nvPr/>
            </p:nvCxnSpPr>
            <p:spPr>
              <a:xfrm>
                <a:off x="3902825" y="1624445"/>
                <a:ext cx="299259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8" name="组合 267">
              <a:extLst>
                <a:ext uri="{FF2B5EF4-FFF2-40B4-BE49-F238E27FC236}">
                  <a16:creationId xmlns:a16="http://schemas.microsoft.com/office/drawing/2014/main" id="{A067E069-061B-1846-1800-423AE744AA33}"/>
                </a:ext>
              </a:extLst>
            </p:cNvPr>
            <p:cNvGrpSpPr/>
            <p:nvPr/>
          </p:nvGrpSpPr>
          <p:grpSpPr>
            <a:xfrm>
              <a:off x="1121791" y="2909455"/>
              <a:ext cx="4151231" cy="914400"/>
              <a:chOff x="1121791" y="2909455"/>
              <a:chExt cx="4151231" cy="914400"/>
            </a:xfrm>
          </p:grpSpPr>
          <p:sp>
            <p:nvSpPr>
              <p:cNvPr id="230" name="矩形 229">
                <a:extLst>
                  <a:ext uri="{FF2B5EF4-FFF2-40B4-BE49-F238E27FC236}">
                    <a16:creationId xmlns:a16="http://schemas.microsoft.com/office/drawing/2014/main" id="{F52E9540-7615-6EB2-374F-15072D89DDC5}"/>
                  </a:ext>
                </a:extLst>
              </p:cNvPr>
              <p:cNvSpPr/>
              <p:nvPr/>
            </p:nvSpPr>
            <p:spPr>
              <a:xfrm>
                <a:off x="1121791" y="2909455"/>
                <a:ext cx="4151231" cy="914400"/>
              </a:xfrm>
              <a:prstGeom prst="rect">
                <a:avLst/>
              </a:prstGeom>
              <a:solidFill>
                <a:srgbClr val="D9DADC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1" name="文本框 230">
                <a:extLst>
                  <a:ext uri="{FF2B5EF4-FFF2-40B4-BE49-F238E27FC236}">
                    <a16:creationId xmlns:a16="http://schemas.microsoft.com/office/drawing/2014/main" id="{41801757-9B6C-38FD-A4AC-AB71F72F653F}"/>
                  </a:ext>
                </a:extLst>
              </p:cNvPr>
              <p:cNvSpPr txBox="1"/>
              <p:nvPr/>
            </p:nvSpPr>
            <p:spPr>
              <a:xfrm>
                <a:off x="2488644" y="3167843"/>
                <a:ext cx="15638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MiMi-Adaper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235" name="连接符: 肘形 234">
              <a:extLst>
                <a:ext uri="{FF2B5EF4-FFF2-40B4-BE49-F238E27FC236}">
                  <a16:creationId xmlns:a16="http://schemas.microsoft.com/office/drawing/2014/main" id="{6CF125C5-C635-7280-0C42-03AAB10DCE55}"/>
                </a:ext>
              </a:extLst>
            </p:cNvPr>
            <p:cNvCxnSpPr>
              <a:cxnSpLocks/>
              <a:stCxn id="192" idx="3"/>
              <a:endCxn id="241" idx="0"/>
            </p:cNvCxnSpPr>
            <p:nvPr/>
          </p:nvCxnSpPr>
          <p:spPr>
            <a:xfrm>
              <a:off x="5273041" y="1511877"/>
              <a:ext cx="257111" cy="911340"/>
            </a:xfrm>
            <a:prstGeom prst="bentConnector2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连接符: 肘形 236">
              <a:extLst>
                <a:ext uri="{FF2B5EF4-FFF2-40B4-BE49-F238E27FC236}">
                  <a16:creationId xmlns:a16="http://schemas.microsoft.com/office/drawing/2014/main" id="{F816B1E5-F546-F514-891D-65BE8225A2E7}"/>
                </a:ext>
              </a:extLst>
            </p:cNvPr>
            <p:cNvCxnSpPr>
              <a:cxnSpLocks/>
              <a:stCxn id="230" idx="3"/>
              <a:endCxn id="241" idx="4"/>
            </p:cNvCxnSpPr>
            <p:nvPr/>
          </p:nvCxnSpPr>
          <p:spPr>
            <a:xfrm flipV="1">
              <a:off x="5273022" y="2545772"/>
              <a:ext cx="257130" cy="820883"/>
            </a:xfrm>
            <a:prstGeom prst="bentConnector2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1" name="组合 250">
              <a:extLst>
                <a:ext uri="{FF2B5EF4-FFF2-40B4-BE49-F238E27FC236}">
                  <a16:creationId xmlns:a16="http://schemas.microsoft.com/office/drawing/2014/main" id="{0C7A8AD5-6CDC-2145-A89A-562DD2BD2F91}"/>
                </a:ext>
              </a:extLst>
            </p:cNvPr>
            <p:cNvGrpSpPr/>
            <p:nvPr/>
          </p:nvGrpSpPr>
          <p:grpSpPr>
            <a:xfrm>
              <a:off x="5468262" y="2423217"/>
              <a:ext cx="123780" cy="122555"/>
              <a:chOff x="5878461" y="2441864"/>
              <a:chExt cx="194678" cy="192751"/>
            </a:xfrm>
          </p:grpSpPr>
          <p:sp>
            <p:nvSpPr>
              <p:cNvPr id="241" name="椭圆 240">
                <a:extLst>
                  <a:ext uri="{FF2B5EF4-FFF2-40B4-BE49-F238E27FC236}">
                    <a16:creationId xmlns:a16="http://schemas.microsoft.com/office/drawing/2014/main" id="{94546B97-9438-2797-09C4-BEFAFB8875FB}"/>
                  </a:ext>
                </a:extLst>
              </p:cNvPr>
              <p:cNvSpPr/>
              <p:nvPr/>
            </p:nvSpPr>
            <p:spPr>
              <a:xfrm>
                <a:off x="5878461" y="2441864"/>
                <a:ext cx="194678" cy="192751"/>
              </a:xfrm>
              <a:prstGeom prst="ellipse">
                <a:avLst/>
              </a:prstGeom>
              <a:no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cxnSp>
            <p:nvCxnSpPr>
              <p:cNvPr id="248" name="直接连接符 247">
                <a:extLst>
                  <a:ext uri="{FF2B5EF4-FFF2-40B4-BE49-F238E27FC236}">
                    <a16:creationId xmlns:a16="http://schemas.microsoft.com/office/drawing/2014/main" id="{0B9AD1DA-A8B5-94BF-3844-2BDB99A453F6}"/>
                  </a:ext>
                </a:extLst>
              </p:cNvPr>
              <p:cNvCxnSpPr>
                <a:stCxn id="241" idx="2"/>
                <a:endCxn id="241" idx="6"/>
              </p:cNvCxnSpPr>
              <p:nvPr/>
            </p:nvCxnSpPr>
            <p:spPr>
              <a:xfrm>
                <a:off x="5878461" y="2538240"/>
                <a:ext cx="194678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0" name="直接连接符 249">
                <a:extLst>
                  <a:ext uri="{FF2B5EF4-FFF2-40B4-BE49-F238E27FC236}">
                    <a16:creationId xmlns:a16="http://schemas.microsoft.com/office/drawing/2014/main" id="{1381C80B-EB92-8CC1-9F61-46830988618B}"/>
                  </a:ext>
                </a:extLst>
              </p:cNvPr>
              <p:cNvCxnSpPr>
                <a:stCxn id="241" idx="0"/>
                <a:endCxn id="241" idx="4"/>
              </p:cNvCxnSpPr>
              <p:nvPr/>
            </p:nvCxnSpPr>
            <p:spPr>
              <a:xfrm>
                <a:off x="5975800" y="2441864"/>
                <a:ext cx="0" cy="19275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253" name="直接箭头连接符 252">
            <a:extLst>
              <a:ext uri="{FF2B5EF4-FFF2-40B4-BE49-F238E27FC236}">
                <a16:creationId xmlns:a16="http://schemas.microsoft.com/office/drawing/2014/main" id="{2A6C59C6-1022-DA6B-FD46-F16C4FAD23F1}"/>
              </a:ext>
            </a:extLst>
          </p:cNvPr>
          <p:cNvCxnSpPr>
            <a:cxnSpLocks/>
            <a:stCxn id="241" idx="6"/>
          </p:cNvCxnSpPr>
          <p:nvPr/>
        </p:nvCxnSpPr>
        <p:spPr>
          <a:xfrm>
            <a:off x="6963642" y="3450850"/>
            <a:ext cx="26496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0" name="组合 259">
            <a:extLst>
              <a:ext uri="{FF2B5EF4-FFF2-40B4-BE49-F238E27FC236}">
                <a16:creationId xmlns:a16="http://schemas.microsoft.com/office/drawing/2014/main" id="{BE61F4C1-0A84-C894-5BE8-B417FD74E849}"/>
              </a:ext>
            </a:extLst>
          </p:cNvPr>
          <p:cNvGrpSpPr/>
          <p:nvPr/>
        </p:nvGrpSpPr>
        <p:grpSpPr>
          <a:xfrm>
            <a:off x="7256292" y="3188946"/>
            <a:ext cx="302730" cy="523808"/>
            <a:chOff x="5907140" y="2021964"/>
            <a:chExt cx="534631" cy="925061"/>
          </a:xfrm>
        </p:grpSpPr>
        <p:sp>
          <p:nvSpPr>
            <p:cNvPr id="255" name="矩形 254">
              <a:extLst>
                <a:ext uri="{FF2B5EF4-FFF2-40B4-BE49-F238E27FC236}">
                  <a16:creationId xmlns:a16="http://schemas.microsoft.com/office/drawing/2014/main" id="{27D19B1C-F57C-E74F-F3A1-6CB7D9301B43}"/>
                </a:ext>
              </a:extLst>
            </p:cNvPr>
            <p:cNvSpPr/>
            <p:nvPr/>
          </p:nvSpPr>
          <p:spPr>
            <a:xfrm>
              <a:off x="5907140" y="2021964"/>
              <a:ext cx="86183" cy="925061"/>
            </a:xfrm>
            <a:prstGeom prst="rect">
              <a:avLst/>
            </a:prstGeom>
            <a:solidFill>
              <a:srgbClr val="FCDFC8"/>
            </a:solidFill>
            <a:ln w="381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6" name="矩形 255">
              <a:extLst>
                <a:ext uri="{FF2B5EF4-FFF2-40B4-BE49-F238E27FC236}">
                  <a16:creationId xmlns:a16="http://schemas.microsoft.com/office/drawing/2014/main" id="{57CD4129-117E-41A1-7F4D-34A43191ED8C}"/>
                </a:ext>
              </a:extLst>
            </p:cNvPr>
            <p:cNvSpPr/>
            <p:nvPr/>
          </p:nvSpPr>
          <p:spPr>
            <a:xfrm>
              <a:off x="6053976" y="2217996"/>
              <a:ext cx="86183" cy="532996"/>
            </a:xfrm>
            <a:prstGeom prst="rect">
              <a:avLst/>
            </a:prstGeom>
            <a:solidFill>
              <a:srgbClr val="FCDFC8"/>
            </a:solidFill>
            <a:ln w="381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7" name="矩形 256">
              <a:extLst>
                <a:ext uri="{FF2B5EF4-FFF2-40B4-BE49-F238E27FC236}">
                  <a16:creationId xmlns:a16="http://schemas.microsoft.com/office/drawing/2014/main" id="{5EA97736-F68C-4BC0-28D8-18F57E4748DB}"/>
                </a:ext>
              </a:extLst>
            </p:cNvPr>
            <p:cNvSpPr/>
            <p:nvPr/>
          </p:nvSpPr>
          <p:spPr>
            <a:xfrm>
              <a:off x="6204782" y="2339909"/>
              <a:ext cx="86183" cy="289169"/>
            </a:xfrm>
            <a:prstGeom prst="rect">
              <a:avLst/>
            </a:prstGeom>
            <a:solidFill>
              <a:srgbClr val="FCDFC8"/>
            </a:solidFill>
            <a:ln w="381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9" name="矩形 258">
              <a:extLst>
                <a:ext uri="{FF2B5EF4-FFF2-40B4-BE49-F238E27FC236}">
                  <a16:creationId xmlns:a16="http://schemas.microsoft.com/office/drawing/2014/main" id="{A32B99BC-98F9-C82A-5414-E31708B1101D}"/>
                </a:ext>
              </a:extLst>
            </p:cNvPr>
            <p:cNvSpPr/>
            <p:nvPr/>
          </p:nvSpPr>
          <p:spPr>
            <a:xfrm>
              <a:off x="6355588" y="2412201"/>
              <a:ext cx="86183" cy="144583"/>
            </a:xfrm>
            <a:prstGeom prst="rect">
              <a:avLst/>
            </a:prstGeom>
            <a:solidFill>
              <a:srgbClr val="FCDFC8"/>
            </a:solidFill>
            <a:ln w="381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261" name="直接箭头连接符 260">
            <a:extLst>
              <a:ext uri="{FF2B5EF4-FFF2-40B4-BE49-F238E27FC236}">
                <a16:creationId xmlns:a16="http://schemas.microsoft.com/office/drawing/2014/main" id="{FAB9A7AA-FC30-5E51-EB3E-16FBF015EFAC}"/>
              </a:ext>
            </a:extLst>
          </p:cNvPr>
          <p:cNvCxnSpPr>
            <a:cxnSpLocks/>
          </p:cNvCxnSpPr>
          <p:nvPr/>
        </p:nvCxnSpPr>
        <p:spPr>
          <a:xfrm>
            <a:off x="7583633" y="3438063"/>
            <a:ext cx="26496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8" name="文本框 287">
            <a:extLst>
              <a:ext uri="{FF2B5EF4-FFF2-40B4-BE49-F238E27FC236}">
                <a16:creationId xmlns:a16="http://schemas.microsoft.com/office/drawing/2014/main" id="{B781E7BA-5E83-EE35-9CF9-5E2CC6FA8F0E}"/>
              </a:ext>
            </a:extLst>
          </p:cNvPr>
          <p:cNvSpPr txBox="1"/>
          <p:nvPr/>
        </p:nvSpPr>
        <p:spPr>
          <a:xfrm>
            <a:off x="2515399" y="1452500"/>
            <a:ext cx="1125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编码器</a:t>
            </a:r>
          </a:p>
        </p:txBody>
      </p:sp>
      <p:grpSp>
        <p:nvGrpSpPr>
          <p:cNvPr id="301" name="组合 300">
            <a:extLst>
              <a:ext uri="{FF2B5EF4-FFF2-40B4-BE49-F238E27FC236}">
                <a16:creationId xmlns:a16="http://schemas.microsoft.com/office/drawing/2014/main" id="{A7C7DFF9-3CEC-FFAD-2169-F6A1A82282CE}"/>
              </a:ext>
            </a:extLst>
          </p:cNvPr>
          <p:cNvGrpSpPr/>
          <p:nvPr/>
        </p:nvGrpSpPr>
        <p:grpSpPr>
          <a:xfrm>
            <a:off x="755855" y="2134999"/>
            <a:ext cx="1662975" cy="1034480"/>
            <a:chOff x="737644" y="2176793"/>
            <a:chExt cx="1662975" cy="1034480"/>
          </a:xfrm>
        </p:grpSpPr>
        <p:sp>
          <p:nvSpPr>
            <p:cNvPr id="292" name="矩形 291">
              <a:extLst>
                <a:ext uri="{FF2B5EF4-FFF2-40B4-BE49-F238E27FC236}">
                  <a16:creationId xmlns:a16="http://schemas.microsoft.com/office/drawing/2014/main" id="{8376008A-597C-28DC-0F48-FF31F8B79521}"/>
                </a:ext>
              </a:extLst>
            </p:cNvPr>
            <p:cNvSpPr/>
            <p:nvPr/>
          </p:nvSpPr>
          <p:spPr>
            <a:xfrm>
              <a:off x="742700" y="2467293"/>
              <a:ext cx="765994" cy="743980"/>
            </a:xfrm>
            <a:prstGeom prst="rect">
              <a:avLst/>
            </a:prstGeom>
            <a:solidFill>
              <a:srgbClr val="BFBFBF"/>
            </a:solidFill>
            <a:ln>
              <a:solidFill>
                <a:schemeClr val="tx1"/>
              </a:solidFill>
            </a:ln>
            <a:scene3d>
              <a:camera prst="isometricOffAxis1Top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3" name="矩形 292">
              <a:extLst>
                <a:ext uri="{FF2B5EF4-FFF2-40B4-BE49-F238E27FC236}">
                  <a16:creationId xmlns:a16="http://schemas.microsoft.com/office/drawing/2014/main" id="{BD158C3F-E2C2-9D66-D5C8-0BEF5EE60BF0}"/>
                </a:ext>
              </a:extLst>
            </p:cNvPr>
            <p:cNvSpPr/>
            <p:nvPr/>
          </p:nvSpPr>
          <p:spPr>
            <a:xfrm>
              <a:off x="737644" y="2369635"/>
              <a:ext cx="765994" cy="743980"/>
            </a:xfrm>
            <a:prstGeom prst="rect">
              <a:avLst/>
            </a:prstGeom>
            <a:solidFill>
              <a:srgbClr val="E5B9B5"/>
            </a:solidFill>
            <a:ln>
              <a:solidFill>
                <a:schemeClr val="tx1"/>
              </a:solidFill>
            </a:ln>
            <a:scene3d>
              <a:camera prst="isometricOffAxis1Top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4" name="矩形 293">
              <a:extLst>
                <a:ext uri="{FF2B5EF4-FFF2-40B4-BE49-F238E27FC236}">
                  <a16:creationId xmlns:a16="http://schemas.microsoft.com/office/drawing/2014/main" id="{A0FF4D62-2A83-B0B5-6F78-89744FF1BE10}"/>
                </a:ext>
              </a:extLst>
            </p:cNvPr>
            <p:cNvSpPr/>
            <p:nvPr/>
          </p:nvSpPr>
          <p:spPr>
            <a:xfrm>
              <a:off x="750344" y="2274451"/>
              <a:ext cx="765994" cy="743980"/>
            </a:xfrm>
            <a:prstGeom prst="rect">
              <a:avLst/>
            </a:prstGeom>
            <a:solidFill>
              <a:srgbClr val="B7DDE8"/>
            </a:solidFill>
            <a:ln>
              <a:solidFill>
                <a:schemeClr val="tx1"/>
              </a:solidFill>
            </a:ln>
            <a:scene3d>
              <a:camera prst="isometricOffAxis1Top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5" name="矩形 294">
              <a:extLst>
                <a:ext uri="{FF2B5EF4-FFF2-40B4-BE49-F238E27FC236}">
                  <a16:creationId xmlns:a16="http://schemas.microsoft.com/office/drawing/2014/main" id="{A2AC0425-791F-2CF2-6FFD-5EAFE5E61050}"/>
                </a:ext>
              </a:extLst>
            </p:cNvPr>
            <p:cNvSpPr/>
            <p:nvPr/>
          </p:nvSpPr>
          <p:spPr>
            <a:xfrm>
              <a:off x="784933" y="2176793"/>
              <a:ext cx="765994" cy="743980"/>
            </a:xfrm>
            <a:prstGeom prst="rect">
              <a:avLst/>
            </a:prstGeom>
            <a:solidFill>
              <a:srgbClr val="FBD7BB"/>
            </a:solidFill>
            <a:ln>
              <a:solidFill>
                <a:schemeClr val="tx1"/>
              </a:solidFill>
            </a:ln>
            <a:scene3d>
              <a:camera prst="isometricOffAxis1Top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96" name="直接箭头连接符 295">
              <a:extLst>
                <a:ext uri="{FF2B5EF4-FFF2-40B4-BE49-F238E27FC236}">
                  <a16:creationId xmlns:a16="http://schemas.microsoft.com/office/drawing/2014/main" id="{5E1087C0-A8B0-19A4-FB65-4E19A8B20385}"/>
                </a:ext>
              </a:extLst>
            </p:cNvPr>
            <p:cNvCxnSpPr>
              <a:cxnSpLocks/>
            </p:cNvCxnSpPr>
            <p:nvPr/>
          </p:nvCxnSpPr>
          <p:spPr>
            <a:xfrm>
              <a:off x="1727547" y="2734134"/>
              <a:ext cx="673072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0" name="文本框 299">
              <a:extLst>
                <a:ext uri="{FF2B5EF4-FFF2-40B4-BE49-F238E27FC236}">
                  <a16:creationId xmlns:a16="http://schemas.microsoft.com/office/drawing/2014/main" id="{6E82FB48-AEEE-FE28-C16E-AADF956ACB3B}"/>
                </a:ext>
              </a:extLst>
            </p:cNvPr>
            <p:cNvSpPr txBox="1"/>
            <p:nvPr/>
          </p:nvSpPr>
          <p:spPr>
            <a:xfrm>
              <a:off x="1727547" y="2297627"/>
              <a:ext cx="6730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Input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1" name="矩形 30">
            <a:extLst>
              <a:ext uri="{FF2B5EF4-FFF2-40B4-BE49-F238E27FC236}">
                <a16:creationId xmlns:a16="http://schemas.microsoft.com/office/drawing/2014/main" id="{BBDD7CBD-F97F-D33A-C2D3-C7669DEE33FE}"/>
              </a:ext>
            </a:extLst>
          </p:cNvPr>
          <p:cNvSpPr/>
          <p:nvPr/>
        </p:nvSpPr>
        <p:spPr>
          <a:xfrm>
            <a:off x="10678859" y="1218322"/>
            <a:ext cx="1419994" cy="3516630"/>
          </a:xfrm>
          <a:prstGeom prst="rect">
            <a:avLst/>
          </a:prstGeom>
          <a:solidFill>
            <a:srgbClr val="FFF2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0315BECB-18F4-779D-4BEC-F48910ECA74F}"/>
              </a:ext>
            </a:extLst>
          </p:cNvPr>
          <p:cNvSpPr/>
          <p:nvPr/>
        </p:nvSpPr>
        <p:spPr>
          <a:xfrm>
            <a:off x="11016604" y="1489483"/>
            <a:ext cx="708780" cy="275328"/>
          </a:xfrm>
          <a:prstGeom prst="roundRect">
            <a:avLst/>
          </a:prstGeom>
          <a:solidFill>
            <a:srgbClr val="BBF9F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Norm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35CDFF9D-7707-075B-BCFF-70DE1D57CF35}"/>
              </a:ext>
            </a:extLst>
          </p:cNvPr>
          <p:cNvSpPr/>
          <p:nvPr/>
        </p:nvSpPr>
        <p:spPr>
          <a:xfrm>
            <a:off x="10849189" y="2040139"/>
            <a:ext cx="1043610" cy="454832"/>
          </a:xfrm>
          <a:prstGeom prst="roundRect">
            <a:avLst/>
          </a:prstGeom>
          <a:solidFill>
            <a:srgbClr val="BBF9F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多头注意力</a:t>
            </a:r>
          </a:p>
        </p:txBody>
      </p: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0C93D483-9402-7303-8EF9-AAD7AE3EE741}"/>
              </a:ext>
            </a:extLst>
          </p:cNvPr>
          <p:cNvCxnSpPr>
            <a:cxnSpLocks/>
          </p:cNvCxnSpPr>
          <p:nvPr/>
        </p:nvCxnSpPr>
        <p:spPr>
          <a:xfrm>
            <a:off x="11370994" y="1764811"/>
            <a:ext cx="0" cy="27532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34F2A230-2D91-2FBB-00A9-324214E7195D}"/>
              </a:ext>
            </a:extLst>
          </p:cNvPr>
          <p:cNvCxnSpPr>
            <a:cxnSpLocks/>
            <a:endCxn id="32" idx="0"/>
          </p:cNvCxnSpPr>
          <p:nvPr/>
        </p:nvCxnSpPr>
        <p:spPr>
          <a:xfrm>
            <a:off x="11370994" y="1077352"/>
            <a:ext cx="0" cy="41213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90C48104-2201-FFB2-B130-2BD31253AB3C}"/>
              </a:ext>
            </a:extLst>
          </p:cNvPr>
          <p:cNvCxnSpPr>
            <a:cxnSpLocks/>
            <a:stCxn id="33" idx="2"/>
            <a:endCxn id="37" idx="0"/>
          </p:cNvCxnSpPr>
          <p:nvPr/>
        </p:nvCxnSpPr>
        <p:spPr>
          <a:xfrm>
            <a:off x="11370994" y="2494971"/>
            <a:ext cx="0" cy="13494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椭圆 36">
            <a:extLst>
              <a:ext uri="{FF2B5EF4-FFF2-40B4-BE49-F238E27FC236}">
                <a16:creationId xmlns:a16="http://schemas.microsoft.com/office/drawing/2014/main" id="{95503436-907C-C0E5-2880-7EB120E427F0}"/>
              </a:ext>
            </a:extLst>
          </p:cNvPr>
          <p:cNvSpPr/>
          <p:nvPr/>
        </p:nvSpPr>
        <p:spPr>
          <a:xfrm>
            <a:off x="11297641" y="2629916"/>
            <a:ext cx="146706" cy="145254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82ACD4BA-1408-2CA1-9CD8-96DD93513A11}"/>
              </a:ext>
            </a:extLst>
          </p:cNvPr>
          <p:cNvCxnSpPr>
            <a:stCxn id="37" idx="0"/>
            <a:endCxn id="37" idx="4"/>
          </p:cNvCxnSpPr>
          <p:nvPr/>
        </p:nvCxnSpPr>
        <p:spPr>
          <a:xfrm>
            <a:off x="11370994" y="2629916"/>
            <a:ext cx="0" cy="14525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B031D4BF-EB70-163E-D79A-DE09F3BF5661}"/>
              </a:ext>
            </a:extLst>
          </p:cNvPr>
          <p:cNvCxnSpPr>
            <a:stCxn id="37" idx="2"/>
            <a:endCxn id="37" idx="6"/>
          </p:cNvCxnSpPr>
          <p:nvPr/>
        </p:nvCxnSpPr>
        <p:spPr>
          <a:xfrm>
            <a:off x="11297641" y="2702543"/>
            <a:ext cx="14670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D9641912-20B2-6506-1A9D-1B73EADEB676}"/>
              </a:ext>
            </a:extLst>
          </p:cNvPr>
          <p:cNvCxnSpPr>
            <a:cxnSpLocks/>
            <a:stCxn id="37" idx="4"/>
          </p:cNvCxnSpPr>
          <p:nvPr/>
        </p:nvCxnSpPr>
        <p:spPr>
          <a:xfrm>
            <a:off x="11370994" y="2775170"/>
            <a:ext cx="0" cy="23705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333CDD42-BCB3-3343-8FF3-E904143F63C4}"/>
              </a:ext>
            </a:extLst>
          </p:cNvPr>
          <p:cNvSpPr/>
          <p:nvPr/>
        </p:nvSpPr>
        <p:spPr>
          <a:xfrm>
            <a:off x="11016604" y="3016264"/>
            <a:ext cx="708780" cy="275328"/>
          </a:xfrm>
          <a:prstGeom prst="roundRect">
            <a:avLst/>
          </a:prstGeom>
          <a:solidFill>
            <a:srgbClr val="BBF9F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Norm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D199EE0D-B39D-60C1-E088-A34329585877}"/>
              </a:ext>
            </a:extLst>
          </p:cNvPr>
          <p:cNvSpPr/>
          <p:nvPr/>
        </p:nvSpPr>
        <p:spPr>
          <a:xfrm>
            <a:off x="11016604" y="3457138"/>
            <a:ext cx="708780" cy="275328"/>
          </a:xfrm>
          <a:prstGeom prst="roundRect">
            <a:avLst/>
          </a:prstGeom>
          <a:solidFill>
            <a:srgbClr val="BBF9F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MLP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5C2E6124-2C10-6D40-28EA-57EF8F2B4870}"/>
              </a:ext>
            </a:extLst>
          </p:cNvPr>
          <p:cNvSpPr/>
          <p:nvPr/>
        </p:nvSpPr>
        <p:spPr>
          <a:xfrm>
            <a:off x="10970772" y="4200991"/>
            <a:ext cx="800444" cy="420186"/>
          </a:xfrm>
          <a:prstGeom prst="roundRect">
            <a:avLst/>
          </a:prstGeom>
          <a:solidFill>
            <a:srgbClr val="EAC7C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MiMi</a:t>
            </a:r>
          </a:p>
          <a:p>
            <a:pPr algn="ctr"/>
            <a:r>
              <a: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适配器</a:t>
            </a:r>
          </a:p>
        </p:txBody>
      </p: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9CA971CD-5158-2C80-B82B-0F400311914E}"/>
              </a:ext>
            </a:extLst>
          </p:cNvPr>
          <p:cNvCxnSpPr>
            <a:cxnSpLocks/>
            <a:stCxn id="41" idx="2"/>
            <a:endCxn id="42" idx="0"/>
          </p:cNvCxnSpPr>
          <p:nvPr/>
        </p:nvCxnSpPr>
        <p:spPr>
          <a:xfrm>
            <a:off x="11370994" y="3291592"/>
            <a:ext cx="0" cy="16554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DD3D1BE7-9D27-7209-A58F-E78493BC5AE2}"/>
              </a:ext>
            </a:extLst>
          </p:cNvPr>
          <p:cNvCxnSpPr>
            <a:cxnSpLocks/>
            <a:stCxn id="42" idx="2"/>
          </p:cNvCxnSpPr>
          <p:nvPr/>
        </p:nvCxnSpPr>
        <p:spPr>
          <a:xfrm>
            <a:off x="11370994" y="3732466"/>
            <a:ext cx="0" cy="17444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223FDC85-0E5A-11E5-11C5-2D164238527C}"/>
              </a:ext>
            </a:extLst>
          </p:cNvPr>
          <p:cNvGrpSpPr/>
          <p:nvPr/>
        </p:nvGrpSpPr>
        <p:grpSpPr>
          <a:xfrm>
            <a:off x="11297641" y="3898012"/>
            <a:ext cx="146706" cy="145254"/>
            <a:chOff x="3044767" y="2832724"/>
            <a:chExt cx="146706" cy="145254"/>
          </a:xfrm>
        </p:grpSpPr>
        <p:sp>
          <p:nvSpPr>
            <p:cNvPr id="47" name="椭圆 46">
              <a:extLst>
                <a:ext uri="{FF2B5EF4-FFF2-40B4-BE49-F238E27FC236}">
                  <a16:creationId xmlns:a16="http://schemas.microsoft.com/office/drawing/2014/main" id="{D252CFB5-D796-5306-F8A8-C17DA4C7F6F5}"/>
                </a:ext>
              </a:extLst>
            </p:cNvPr>
            <p:cNvSpPr/>
            <p:nvPr/>
          </p:nvSpPr>
          <p:spPr>
            <a:xfrm>
              <a:off x="3044767" y="2832724"/>
              <a:ext cx="146706" cy="14525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01662AF5-27F0-2CE2-F646-ACBAE0B22B72}"/>
                </a:ext>
              </a:extLst>
            </p:cNvPr>
            <p:cNvCxnSpPr>
              <a:stCxn id="47" idx="0"/>
              <a:endCxn id="47" idx="4"/>
            </p:cNvCxnSpPr>
            <p:nvPr/>
          </p:nvCxnSpPr>
          <p:spPr>
            <a:xfrm>
              <a:off x="3118120" y="2832724"/>
              <a:ext cx="0" cy="14525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6E33C4BE-88B3-BF3D-D841-8EDEC7D091E6}"/>
                </a:ext>
              </a:extLst>
            </p:cNvPr>
            <p:cNvCxnSpPr>
              <a:stCxn id="47" idx="2"/>
              <a:endCxn id="47" idx="6"/>
            </p:cNvCxnSpPr>
            <p:nvPr/>
          </p:nvCxnSpPr>
          <p:spPr>
            <a:xfrm>
              <a:off x="3044767" y="2905351"/>
              <a:ext cx="14670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F613B676-27DB-709A-4A11-2D73D0D67178}"/>
              </a:ext>
            </a:extLst>
          </p:cNvPr>
          <p:cNvGrpSpPr/>
          <p:nvPr/>
        </p:nvGrpSpPr>
        <p:grpSpPr>
          <a:xfrm>
            <a:off x="10761531" y="2857740"/>
            <a:ext cx="601615" cy="1112899"/>
            <a:chOff x="2364105" y="1409700"/>
            <a:chExt cx="601615" cy="1112899"/>
          </a:xfrm>
        </p:grpSpPr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660F2E3D-2A60-0BD0-DEC6-9A4DE8418D0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64105" y="1413510"/>
              <a:ext cx="601615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EBEA4FAB-90CB-1F64-1398-9AD80D59587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66010" y="1409700"/>
              <a:ext cx="3810" cy="111289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箭头连接符 52">
              <a:extLst>
                <a:ext uri="{FF2B5EF4-FFF2-40B4-BE49-F238E27FC236}">
                  <a16:creationId xmlns:a16="http://schemas.microsoft.com/office/drawing/2014/main" id="{F592EE9C-75C9-44D7-EAD7-5EF57F355F69}"/>
                </a:ext>
              </a:extLst>
            </p:cNvPr>
            <p:cNvCxnSpPr>
              <a:cxnSpLocks/>
            </p:cNvCxnSpPr>
            <p:nvPr/>
          </p:nvCxnSpPr>
          <p:spPr>
            <a:xfrm>
              <a:off x="2364105" y="2522599"/>
              <a:ext cx="536110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FACDDD0F-6CFC-EA1F-AF09-0A290301E923}"/>
              </a:ext>
            </a:extLst>
          </p:cNvPr>
          <p:cNvCxnSpPr>
            <a:cxnSpLocks/>
            <a:endCxn id="43" idx="0"/>
          </p:cNvCxnSpPr>
          <p:nvPr/>
        </p:nvCxnSpPr>
        <p:spPr>
          <a:xfrm>
            <a:off x="11370994" y="4043266"/>
            <a:ext cx="0" cy="15772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3785049D-8C74-7EB4-D034-53CCC30291CA}"/>
              </a:ext>
            </a:extLst>
          </p:cNvPr>
          <p:cNvCxnSpPr>
            <a:cxnSpLocks/>
            <a:stCxn id="43" idx="2"/>
          </p:cNvCxnSpPr>
          <p:nvPr/>
        </p:nvCxnSpPr>
        <p:spPr>
          <a:xfrm flipH="1">
            <a:off x="11364358" y="4621177"/>
            <a:ext cx="6636" cy="38493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63B48C2F-DE47-4225-74D4-FAAC33AC17FC}"/>
                  </a:ext>
                </a:extLst>
              </p:cNvPr>
              <p:cNvSpPr txBox="1"/>
              <p:nvPr/>
            </p:nvSpPr>
            <p:spPr>
              <a:xfrm>
                <a:off x="11105868" y="4745979"/>
                <a:ext cx="93774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CN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63B48C2F-DE47-4225-74D4-FAAC33AC17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05868" y="4745979"/>
                <a:ext cx="937747" cy="33855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910207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F83249-1FA6-6019-3E81-2C02D0D95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>
            <a:extLst>
              <a:ext uri="{FF2B5EF4-FFF2-40B4-BE49-F238E27FC236}">
                <a16:creationId xmlns:a16="http://schemas.microsoft.com/office/drawing/2014/main" id="{36B2D64B-16AB-51DC-C1DA-4FE519A3740D}"/>
              </a:ext>
            </a:extLst>
          </p:cNvPr>
          <p:cNvGrpSpPr/>
          <p:nvPr/>
        </p:nvGrpSpPr>
        <p:grpSpPr>
          <a:xfrm>
            <a:off x="311197" y="664059"/>
            <a:ext cx="1543060" cy="5529881"/>
            <a:chOff x="7998604" y="1214436"/>
            <a:chExt cx="1543060" cy="5529881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40B7407B-EA86-E9F2-AFAF-05BE17093430}"/>
                </a:ext>
              </a:extLst>
            </p:cNvPr>
            <p:cNvSpPr/>
            <p:nvPr/>
          </p:nvSpPr>
          <p:spPr>
            <a:xfrm>
              <a:off x="8084334" y="1214436"/>
              <a:ext cx="1371600" cy="550068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2E75FEBE-275C-FFA3-1951-062AA3E865EB}"/>
                </a:ext>
              </a:extLst>
            </p:cNvPr>
            <p:cNvSpPr/>
            <p:nvPr/>
          </p:nvSpPr>
          <p:spPr>
            <a:xfrm>
              <a:off x="8239115" y="1334410"/>
              <a:ext cx="1073944" cy="1073944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6" name="图形 5" descr="智能手机">
              <a:extLst>
                <a:ext uri="{FF2B5EF4-FFF2-40B4-BE49-F238E27FC236}">
                  <a16:creationId xmlns:a16="http://schemas.microsoft.com/office/drawing/2014/main" id="{9CDCC96C-C7E9-4440-7A62-7DA20BD3EFA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408184" y="1513004"/>
              <a:ext cx="726291" cy="726291"/>
            </a:xfrm>
            <a:prstGeom prst="rect">
              <a:avLst/>
            </a:prstGeom>
          </p:spPr>
        </p:pic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B8205E5B-49D4-DAE7-B0BE-58CEE02DA8EB}"/>
                </a:ext>
              </a:extLst>
            </p:cNvPr>
            <p:cNvSpPr/>
            <p:nvPr/>
          </p:nvSpPr>
          <p:spPr>
            <a:xfrm>
              <a:off x="8239115" y="2586948"/>
              <a:ext cx="1073944" cy="1073944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1" name="图形 10" descr="笔记本电脑">
              <a:extLst>
                <a:ext uri="{FF2B5EF4-FFF2-40B4-BE49-F238E27FC236}">
                  <a16:creationId xmlns:a16="http://schemas.microsoft.com/office/drawing/2014/main" id="{F2F703C9-F5D6-9232-2CAD-D3B9D589016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386743" y="2730278"/>
              <a:ext cx="787283" cy="787283"/>
            </a:xfrm>
            <a:prstGeom prst="rect">
              <a:avLst/>
            </a:prstGeom>
          </p:spPr>
        </p:pic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35CECB05-9B44-DF0D-632D-AB2E0FFA6A16}"/>
                </a:ext>
              </a:extLst>
            </p:cNvPr>
            <p:cNvSpPr/>
            <p:nvPr/>
          </p:nvSpPr>
          <p:spPr>
            <a:xfrm>
              <a:off x="8239115" y="3839486"/>
              <a:ext cx="1073944" cy="1073944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pic>
          <p:nvPicPr>
            <p:cNvPr id="13" name="图形 12" descr="Web 设计">
              <a:extLst>
                <a:ext uri="{FF2B5EF4-FFF2-40B4-BE49-F238E27FC236}">
                  <a16:creationId xmlns:a16="http://schemas.microsoft.com/office/drawing/2014/main" id="{3D5AA602-1312-E2F4-3DA2-0BC81092196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434368" y="4006629"/>
              <a:ext cx="739658" cy="739658"/>
            </a:xfrm>
            <a:prstGeom prst="rect">
              <a:avLst/>
            </a:prstGeom>
          </p:spPr>
        </p:pic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4315F5A2-D0E1-C072-D3B5-792AEF4BE042}"/>
                </a:ext>
              </a:extLst>
            </p:cNvPr>
            <p:cNvSpPr/>
            <p:nvPr/>
          </p:nvSpPr>
          <p:spPr>
            <a:xfrm>
              <a:off x="8239115" y="5186700"/>
              <a:ext cx="1073944" cy="1073944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pic>
          <p:nvPicPr>
            <p:cNvPr id="17" name="图形 16" descr="Web 摄像头">
              <a:extLst>
                <a:ext uri="{FF2B5EF4-FFF2-40B4-BE49-F238E27FC236}">
                  <a16:creationId xmlns:a16="http://schemas.microsoft.com/office/drawing/2014/main" id="{5CD1F497-8522-8FB5-CFF6-358E7229689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8356690" y="5290856"/>
              <a:ext cx="847816" cy="847816"/>
            </a:xfrm>
            <a:prstGeom prst="rect">
              <a:avLst/>
            </a:prstGeom>
          </p:spPr>
        </p:pic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23D65ACC-B2BB-BE66-5FCB-23C3B8293A8F}"/>
                </a:ext>
              </a:extLst>
            </p:cNvPr>
            <p:cNvSpPr/>
            <p:nvPr/>
          </p:nvSpPr>
          <p:spPr>
            <a:xfrm>
              <a:off x="7998604" y="6348220"/>
              <a:ext cx="1543060" cy="396097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多端平台</a:t>
              </a:r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C79F6AC0-0F29-60D0-6D2E-E1A2598A19FB}"/>
              </a:ext>
            </a:extLst>
          </p:cNvPr>
          <p:cNvGrpSpPr/>
          <p:nvPr/>
        </p:nvGrpSpPr>
        <p:grpSpPr>
          <a:xfrm>
            <a:off x="2226942" y="2036571"/>
            <a:ext cx="1543060" cy="3057070"/>
            <a:chOff x="7713489" y="1991180"/>
            <a:chExt cx="1543060" cy="3057070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38CE08DF-7C5F-B74E-B809-9A3279CC0C61}"/>
                </a:ext>
              </a:extLst>
            </p:cNvPr>
            <p:cNvSpPr/>
            <p:nvPr/>
          </p:nvSpPr>
          <p:spPr>
            <a:xfrm>
              <a:off x="7799219" y="1991180"/>
              <a:ext cx="1371600" cy="287563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6A24BCBA-213E-1525-7090-357227EE9E51}"/>
                </a:ext>
              </a:extLst>
            </p:cNvPr>
            <p:cNvSpPr/>
            <p:nvPr/>
          </p:nvSpPr>
          <p:spPr>
            <a:xfrm>
              <a:off x="7713489" y="4688940"/>
              <a:ext cx="1543060" cy="35931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云处理服务</a:t>
              </a:r>
            </a:p>
          </p:txBody>
        </p:sp>
        <p:pic>
          <p:nvPicPr>
            <p:cNvPr id="25" name="图形 24" descr="数据库">
              <a:extLst>
                <a:ext uri="{FF2B5EF4-FFF2-40B4-BE49-F238E27FC236}">
                  <a16:creationId xmlns:a16="http://schemas.microsoft.com/office/drawing/2014/main" id="{D70CEABA-BB4D-7387-B33B-5E5A173A9D9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8054012" y="2345610"/>
              <a:ext cx="914400" cy="914400"/>
            </a:xfrm>
            <a:prstGeom prst="rect">
              <a:avLst/>
            </a:prstGeom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27" name="图形 26" descr="从云中下载">
              <a:extLst>
                <a:ext uri="{FF2B5EF4-FFF2-40B4-BE49-F238E27FC236}">
                  <a16:creationId xmlns:a16="http://schemas.microsoft.com/office/drawing/2014/main" id="{EC696ACD-64C7-A87E-1B76-CB143622F7F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8055431" y="3368881"/>
              <a:ext cx="914400" cy="914400"/>
            </a:xfrm>
            <a:prstGeom prst="rect">
              <a:avLst/>
            </a:prstGeom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358" name="组合 357">
            <a:extLst>
              <a:ext uri="{FF2B5EF4-FFF2-40B4-BE49-F238E27FC236}">
                <a16:creationId xmlns:a16="http://schemas.microsoft.com/office/drawing/2014/main" id="{CF05612F-E836-02A3-63D9-D488BF9B98C1}"/>
              </a:ext>
            </a:extLst>
          </p:cNvPr>
          <p:cNvGrpSpPr/>
          <p:nvPr/>
        </p:nvGrpSpPr>
        <p:grpSpPr>
          <a:xfrm>
            <a:off x="4228418" y="1845886"/>
            <a:ext cx="5491846" cy="3220732"/>
            <a:chOff x="4485531" y="1918530"/>
            <a:chExt cx="5491846" cy="3220732"/>
          </a:xfrm>
        </p:grpSpPr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6DD34640-5B83-FC3A-8A17-857A0873AB75}"/>
                </a:ext>
              </a:extLst>
            </p:cNvPr>
            <p:cNvSpPr/>
            <p:nvPr/>
          </p:nvSpPr>
          <p:spPr>
            <a:xfrm>
              <a:off x="4485531" y="1918530"/>
              <a:ext cx="5491846" cy="302094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56" name="图片 355">
              <a:extLst>
                <a:ext uri="{FF2B5EF4-FFF2-40B4-BE49-F238E27FC236}">
                  <a16:creationId xmlns:a16="http://schemas.microsoft.com/office/drawing/2014/main" id="{0037D896-3732-C05A-B102-241FB01D4FFD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4767439" y="2113024"/>
              <a:ext cx="5013124" cy="2577824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357" name="矩形 356">
              <a:extLst>
                <a:ext uri="{FF2B5EF4-FFF2-40B4-BE49-F238E27FC236}">
                  <a16:creationId xmlns:a16="http://schemas.microsoft.com/office/drawing/2014/main" id="{D0DAE6AE-9F36-7CE3-4A2C-F2316D08CD72}"/>
                </a:ext>
              </a:extLst>
            </p:cNvPr>
            <p:cNvSpPr/>
            <p:nvPr/>
          </p:nvSpPr>
          <p:spPr>
            <a:xfrm>
              <a:off x="5812534" y="4779952"/>
              <a:ext cx="2521237" cy="35931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遥感微调视觉基础模型</a:t>
              </a:r>
            </a:p>
          </p:txBody>
        </p:sp>
      </p:grpSp>
      <p:grpSp>
        <p:nvGrpSpPr>
          <p:cNvPr id="374" name="组合 373">
            <a:extLst>
              <a:ext uri="{FF2B5EF4-FFF2-40B4-BE49-F238E27FC236}">
                <a16:creationId xmlns:a16="http://schemas.microsoft.com/office/drawing/2014/main" id="{F3DE0B22-959B-885C-5260-A6D1D252839D}"/>
              </a:ext>
            </a:extLst>
          </p:cNvPr>
          <p:cNvGrpSpPr/>
          <p:nvPr/>
        </p:nvGrpSpPr>
        <p:grpSpPr>
          <a:xfrm>
            <a:off x="10154534" y="664060"/>
            <a:ext cx="1828539" cy="4924235"/>
            <a:chOff x="10134214" y="664060"/>
            <a:chExt cx="1828539" cy="4924235"/>
          </a:xfrm>
        </p:grpSpPr>
        <p:grpSp>
          <p:nvGrpSpPr>
            <p:cNvPr id="359" name="组合 358">
              <a:extLst>
                <a:ext uri="{FF2B5EF4-FFF2-40B4-BE49-F238E27FC236}">
                  <a16:creationId xmlns:a16="http://schemas.microsoft.com/office/drawing/2014/main" id="{42B51108-6802-9129-B1FA-4701B06646D3}"/>
                </a:ext>
              </a:extLst>
            </p:cNvPr>
            <p:cNvGrpSpPr/>
            <p:nvPr/>
          </p:nvGrpSpPr>
          <p:grpSpPr>
            <a:xfrm>
              <a:off x="10134214" y="664060"/>
              <a:ext cx="1828539" cy="4924235"/>
              <a:chOff x="7799219" y="1991180"/>
              <a:chExt cx="1371600" cy="2925710"/>
            </a:xfrm>
          </p:grpSpPr>
          <p:sp>
            <p:nvSpPr>
              <p:cNvPr id="360" name="矩形 359">
                <a:extLst>
                  <a:ext uri="{FF2B5EF4-FFF2-40B4-BE49-F238E27FC236}">
                    <a16:creationId xmlns:a16="http://schemas.microsoft.com/office/drawing/2014/main" id="{15466904-277D-6851-8BDB-BCF7F4AF05AF}"/>
                  </a:ext>
                </a:extLst>
              </p:cNvPr>
              <p:cNvSpPr/>
              <p:nvPr/>
            </p:nvSpPr>
            <p:spPr>
              <a:xfrm>
                <a:off x="7892405" y="1991180"/>
                <a:ext cx="1207249" cy="287563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1" name="矩形 360">
                <a:extLst>
                  <a:ext uri="{FF2B5EF4-FFF2-40B4-BE49-F238E27FC236}">
                    <a16:creationId xmlns:a16="http://schemas.microsoft.com/office/drawing/2014/main" id="{88CD62BE-6662-477B-E505-22B2C0E34468}"/>
                  </a:ext>
                </a:extLst>
              </p:cNvPr>
              <p:cNvSpPr/>
              <p:nvPr/>
            </p:nvSpPr>
            <p:spPr>
              <a:xfrm>
                <a:off x="7799219" y="4688940"/>
                <a:ext cx="1371600" cy="227950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tx1"/>
                </a:solidFill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dirty="0"/>
                  <a:t>下游分割任务</a:t>
                </a:r>
              </a:p>
            </p:txBody>
          </p:sp>
        </p:grpSp>
        <p:pic>
          <p:nvPicPr>
            <p:cNvPr id="365" name="图片 364">
              <a:extLst>
                <a:ext uri="{FF2B5EF4-FFF2-40B4-BE49-F238E27FC236}">
                  <a16:creationId xmlns:a16="http://schemas.microsoft.com/office/drawing/2014/main" id="{4A6B3E14-A0EC-6F6F-FC3A-E55527E9B6E4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10469989" y="784034"/>
              <a:ext cx="1171974" cy="1163740"/>
            </a:xfrm>
            <a:prstGeom prst="rect">
              <a:avLst/>
            </a:prstGeom>
            <a:ln>
              <a:solidFill>
                <a:schemeClr val="accent5">
                  <a:lumMod val="50000"/>
                </a:schemeClr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367" name="图片 366">
              <a:extLst>
                <a:ext uri="{FF2B5EF4-FFF2-40B4-BE49-F238E27FC236}">
                  <a16:creationId xmlns:a16="http://schemas.microsoft.com/office/drawing/2014/main" id="{33D886EE-423F-FD43-CEAE-E62D85ABAB38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10469989" y="2277979"/>
              <a:ext cx="1171974" cy="1178274"/>
            </a:xfrm>
            <a:prstGeom prst="rect">
              <a:avLst/>
            </a:prstGeom>
            <a:ln>
              <a:solidFill>
                <a:schemeClr val="accent5">
                  <a:lumMod val="50000"/>
                </a:schemeClr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369" name="图片 368">
              <a:extLst>
                <a:ext uri="{FF2B5EF4-FFF2-40B4-BE49-F238E27FC236}">
                  <a16:creationId xmlns:a16="http://schemas.microsoft.com/office/drawing/2014/main" id="{21C92B52-72E6-0862-DFAC-2BF22782981C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10469988" y="3719466"/>
              <a:ext cx="1171973" cy="1178632"/>
            </a:xfrm>
            <a:prstGeom prst="rect">
              <a:avLst/>
            </a:prstGeom>
            <a:ln>
              <a:solidFill>
                <a:schemeClr val="accent5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371" name="箭头: 右 370">
            <a:extLst>
              <a:ext uri="{FF2B5EF4-FFF2-40B4-BE49-F238E27FC236}">
                <a16:creationId xmlns:a16="http://schemas.microsoft.com/office/drawing/2014/main" id="{F2219CEE-6FFB-7C21-4481-1B189E6C8A06}"/>
              </a:ext>
            </a:extLst>
          </p:cNvPr>
          <p:cNvSpPr/>
          <p:nvPr/>
        </p:nvSpPr>
        <p:spPr>
          <a:xfrm>
            <a:off x="1796240" y="3215734"/>
            <a:ext cx="510468" cy="534135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2" name="箭头: 右 371">
            <a:extLst>
              <a:ext uri="{FF2B5EF4-FFF2-40B4-BE49-F238E27FC236}">
                <a16:creationId xmlns:a16="http://schemas.microsoft.com/office/drawing/2014/main" id="{22E74187-C611-F964-38BC-F2A911319483}"/>
              </a:ext>
            </a:extLst>
          </p:cNvPr>
          <p:cNvSpPr/>
          <p:nvPr/>
        </p:nvSpPr>
        <p:spPr>
          <a:xfrm>
            <a:off x="3693409" y="3215734"/>
            <a:ext cx="510468" cy="534135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3" name="箭头: 右 372">
            <a:extLst>
              <a:ext uri="{FF2B5EF4-FFF2-40B4-BE49-F238E27FC236}">
                <a16:creationId xmlns:a16="http://schemas.microsoft.com/office/drawing/2014/main" id="{67BC77A2-3A07-68BF-D9AF-396A16E06FF0}"/>
              </a:ext>
            </a:extLst>
          </p:cNvPr>
          <p:cNvSpPr/>
          <p:nvPr/>
        </p:nvSpPr>
        <p:spPr>
          <a:xfrm>
            <a:off x="9747976" y="3216717"/>
            <a:ext cx="510468" cy="534135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50569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48E6F-73A3-6D7E-79AD-4D36E7EB3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矩形 335">
            <a:extLst>
              <a:ext uri="{FF2B5EF4-FFF2-40B4-BE49-F238E27FC236}">
                <a16:creationId xmlns:a16="http://schemas.microsoft.com/office/drawing/2014/main" id="{9C78AB68-2039-0A08-777A-41628BE62E97}"/>
              </a:ext>
            </a:extLst>
          </p:cNvPr>
          <p:cNvSpPr/>
          <p:nvPr/>
        </p:nvSpPr>
        <p:spPr>
          <a:xfrm rot="5400000">
            <a:off x="6361240" y="462878"/>
            <a:ext cx="3515370" cy="4073903"/>
          </a:xfrm>
          <a:prstGeom prst="rect">
            <a:avLst/>
          </a:prstGeom>
          <a:solidFill>
            <a:srgbClr val="B4C7E7">
              <a:alpha val="30000"/>
            </a:srgbClr>
          </a:solidFill>
          <a:ln w="6350"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94" name="矩形 193">
            <a:extLst>
              <a:ext uri="{FF2B5EF4-FFF2-40B4-BE49-F238E27FC236}">
                <a16:creationId xmlns:a16="http://schemas.microsoft.com/office/drawing/2014/main" id="{55368D88-CE8D-BF64-B892-A50E56CA34FB}"/>
              </a:ext>
            </a:extLst>
          </p:cNvPr>
          <p:cNvSpPr/>
          <p:nvPr/>
        </p:nvSpPr>
        <p:spPr>
          <a:xfrm rot="5400000">
            <a:off x="7285027" y="732399"/>
            <a:ext cx="349747" cy="15181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Transformer</a:t>
            </a:r>
            <a:r>
              <a:rPr lang="zh-CN" altLang="en-US" sz="1400" dirty="0">
                <a:solidFill>
                  <a:schemeClr val="tx1"/>
                </a:solidFill>
              </a:rPr>
              <a:t>块</a:t>
            </a:r>
            <a:r>
              <a:rPr lang="en-US" altLang="zh-CN" sz="1400" dirty="0">
                <a:solidFill>
                  <a:schemeClr val="tx1"/>
                </a:solidFill>
              </a:rPr>
              <a:t> × 3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9296221-7AA0-FA58-9581-2AE54233B01B}"/>
              </a:ext>
            </a:extLst>
          </p:cNvPr>
          <p:cNvSpPr/>
          <p:nvPr/>
        </p:nvSpPr>
        <p:spPr>
          <a:xfrm rot="5400000">
            <a:off x="7288861" y="1519875"/>
            <a:ext cx="349747" cy="15181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Transformer</a:t>
            </a:r>
            <a:r>
              <a:rPr lang="zh-CN" altLang="en-US" sz="1400" dirty="0">
                <a:solidFill>
                  <a:schemeClr val="tx1"/>
                </a:solidFill>
              </a:rPr>
              <a:t>块</a:t>
            </a:r>
            <a:r>
              <a:rPr lang="en-US" altLang="zh-CN" sz="1400" dirty="0">
                <a:solidFill>
                  <a:schemeClr val="tx1"/>
                </a:solidFill>
              </a:rPr>
              <a:t> × 3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65B6FBA-C20D-DDB5-79FC-1B8E72A3C9B2}"/>
              </a:ext>
            </a:extLst>
          </p:cNvPr>
          <p:cNvSpPr/>
          <p:nvPr/>
        </p:nvSpPr>
        <p:spPr>
          <a:xfrm rot="5400000">
            <a:off x="7285027" y="2307351"/>
            <a:ext cx="349747" cy="15181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Transformer</a:t>
            </a:r>
            <a:r>
              <a:rPr lang="zh-CN" altLang="en-US" sz="1400" dirty="0">
                <a:solidFill>
                  <a:schemeClr val="tx1"/>
                </a:solidFill>
              </a:rPr>
              <a:t>块</a:t>
            </a:r>
            <a:r>
              <a:rPr lang="en-US" altLang="zh-CN" sz="1400" dirty="0">
                <a:solidFill>
                  <a:schemeClr val="tx1"/>
                </a:solidFill>
              </a:rPr>
              <a:t> × 3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3763BB0-ECA4-8A71-F3AC-F4CD83871309}"/>
              </a:ext>
            </a:extLst>
          </p:cNvPr>
          <p:cNvSpPr/>
          <p:nvPr/>
        </p:nvSpPr>
        <p:spPr>
          <a:xfrm rot="5400000">
            <a:off x="7285027" y="3094827"/>
            <a:ext cx="349747" cy="151813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Transformer</a:t>
            </a:r>
            <a:r>
              <a:rPr lang="zh-CN" altLang="en-US" sz="1400" dirty="0">
                <a:solidFill>
                  <a:schemeClr val="tx1"/>
                </a:solidFill>
              </a:rPr>
              <a:t>块</a:t>
            </a:r>
            <a:r>
              <a:rPr lang="en-US" altLang="zh-CN" sz="1400" dirty="0">
                <a:solidFill>
                  <a:schemeClr val="tx1"/>
                </a:solidFill>
              </a:rPr>
              <a:t> × 3</a:t>
            </a:r>
          </a:p>
        </p:txBody>
      </p: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50B63AB2-236B-E7D7-692A-E163318D8DE7}"/>
              </a:ext>
            </a:extLst>
          </p:cNvPr>
          <p:cNvCxnSpPr>
            <a:cxnSpLocks/>
            <a:stCxn id="194" idx="3"/>
            <a:endCxn id="20" idx="1"/>
          </p:cNvCxnSpPr>
          <p:nvPr/>
        </p:nvCxnSpPr>
        <p:spPr>
          <a:xfrm>
            <a:off x="7459900" y="1666339"/>
            <a:ext cx="3834" cy="4377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ECDED232-2B1A-2220-805D-9A4D693ABB45}"/>
              </a:ext>
            </a:extLst>
          </p:cNvPr>
          <p:cNvCxnSpPr>
            <a:stCxn id="20" idx="3"/>
            <a:endCxn id="21" idx="1"/>
          </p:cNvCxnSpPr>
          <p:nvPr/>
        </p:nvCxnSpPr>
        <p:spPr>
          <a:xfrm flipH="1">
            <a:off x="7459900" y="2453815"/>
            <a:ext cx="3834" cy="4377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6F6E4D97-FA91-83C1-8CC6-BFCD81ABBDF2}"/>
              </a:ext>
            </a:extLst>
          </p:cNvPr>
          <p:cNvCxnSpPr>
            <a:stCxn id="21" idx="3"/>
            <a:endCxn id="22" idx="1"/>
          </p:cNvCxnSpPr>
          <p:nvPr/>
        </p:nvCxnSpPr>
        <p:spPr>
          <a:xfrm>
            <a:off x="7459900" y="3241291"/>
            <a:ext cx="0" cy="4377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9" name="矩形 388">
            <a:extLst>
              <a:ext uri="{FF2B5EF4-FFF2-40B4-BE49-F238E27FC236}">
                <a16:creationId xmlns:a16="http://schemas.microsoft.com/office/drawing/2014/main" id="{0099FFC7-64F9-4D04-DA68-3C0095F3F566}"/>
              </a:ext>
            </a:extLst>
          </p:cNvPr>
          <p:cNvSpPr/>
          <p:nvPr/>
        </p:nvSpPr>
        <p:spPr>
          <a:xfrm rot="5400000">
            <a:off x="4812417" y="2591196"/>
            <a:ext cx="1725603" cy="5406840"/>
          </a:xfrm>
          <a:prstGeom prst="rect">
            <a:avLst/>
          </a:prstGeom>
          <a:solidFill>
            <a:srgbClr val="FBE5D6">
              <a:alpha val="40000"/>
            </a:srgbClr>
          </a:solidFill>
          <a:ln w="6350"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25" name="直接箭头连接符 324">
            <a:extLst>
              <a:ext uri="{FF2B5EF4-FFF2-40B4-BE49-F238E27FC236}">
                <a16:creationId xmlns:a16="http://schemas.microsoft.com/office/drawing/2014/main" id="{84C8F447-E618-97EC-7259-1A0FAB6C0C3D}"/>
              </a:ext>
            </a:extLst>
          </p:cNvPr>
          <p:cNvCxnSpPr>
            <a:cxnSpLocks/>
            <a:endCxn id="265" idx="0"/>
          </p:cNvCxnSpPr>
          <p:nvPr/>
        </p:nvCxnSpPr>
        <p:spPr>
          <a:xfrm>
            <a:off x="5497968" y="4010384"/>
            <a:ext cx="0" cy="1286258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1" name="立方体 260">
            <a:extLst>
              <a:ext uri="{FF2B5EF4-FFF2-40B4-BE49-F238E27FC236}">
                <a16:creationId xmlns:a16="http://schemas.microsoft.com/office/drawing/2014/main" id="{ABB674CD-5BCE-44DE-1CDC-CC401673A3F9}"/>
              </a:ext>
            </a:extLst>
          </p:cNvPr>
          <p:cNvSpPr/>
          <p:nvPr/>
        </p:nvSpPr>
        <p:spPr>
          <a:xfrm>
            <a:off x="4946277" y="5525389"/>
            <a:ext cx="1051085" cy="353421"/>
          </a:xfrm>
          <a:prstGeom prst="cube">
            <a:avLst>
              <a:gd name="adj" fmla="val 77174"/>
            </a:avLst>
          </a:prstGeom>
          <a:solidFill>
            <a:srgbClr val="FBE5D6"/>
          </a:solidFill>
          <a:ln w="25400">
            <a:solidFill>
              <a:srgbClr val="F9C4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2" name="立方体 261">
            <a:extLst>
              <a:ext uri="{FF2B5EF4-FFF2-40B4-BE49-F238E27FC236}">
                <a16:creationId xmlns:a16="http://schemas.microsoft.com/office/drawing/2014/main" id="{B1D90FC3-B78F-9522-89AC-54F383A84054}"/>
              </a:ext>
            </a:extLst>
          </p:cNvPr>
          <p:cNvSpPr/>
          <p:nvPr/>
        </p:nvSpPr>
        <p:spPr>
          <a:xfrm>
            <a:off x="5093432" y="5471747"/>
            <a:ext cx="744842" cy="271667"/>
          </a:xfrm>
          <a:prstGeom prst="cube">
            <a:avLst>
              <a:gd name="adj" fmla="val 63251"/>
            </a:avLst>
          </a:prstGeom>
          <a:solidFill>
            <a:srgbClr val="FBE5D6"/>
          </a:solidFill>
          <a:ln w="25400">
            <a:solidFill>
              <a:srgbClr val="F9C4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4" name="立方体 263">
            <a:extLst>
              <a:ext uri="{FF2B5EF4-FFF2-40B4-BE49-F238E27FC236}">
                <a16:creationId xmlns:a16="http://schemas.microsoft.com/office/drawing/2014/main" id="{F7046C29-9C6F-8F13-6AE8-2807C0940EF0}"/>
              </a:ext>
            </a:extLst>
          </p:cNvPr>
          <p:cNvSpPr/>
          <p:nvPr/>
        </p:nvSpPr>
        <p:spPr>
          <a:xfrm>
            <a:off x="5239205" y="5394713"/>
            <a:ext cx="482693" cy="195517"/>
          </a:xfrm>
          <a:prstGeom prst="cube">
            <a:avLst>
              <a:gd name="adj" fmla="val 55456"/>
            </a:avLst>
          </a:prstGeom>
          <a:solidFill>
            <a:srgbClr val="FBE5D6"/>
          </a:solidFill>
          <a:ln w="25400">
            <a:solidFill>
              <a:srgbClr val="F9C4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5" name="立方体 264">
            <a:extLst>
              <a:ext uri="{FF2B5EF4-FFF2-40B4-BE49-F238E27FC236}">
                <a16:creationId xmlns:a16="http://schemas.microsoft.com/office/drawing/2014/main" id="{2C09D748-7BE6-255E-B9D2-43138B555764}"/>
              </a:ext>
            </a:extLst>
          </p:cNvPr>
          <p:cNvSpPr/>
          <p:nvPr/>
        </p:nvSpPr>
        <p:spPr>
          <a:xfrm>
            <a:off x="5344529" y="5296642"/>
            <a:ext cx="252904" cy="152041"/>
          </a:xfrm>
          <a:prstGeom prst="cube">
            <a:avLst>
              <a:gd name="adj" fmla="val 35499"/>
            </a:avLst>
          </a:prstGeom>
          <a:solidFill>
            <a:srgbClr val="FBE5D6"/>
          </a:solidFill>
          <a:ln w="25400">
            <a:solidFill>
              <a:srgbClr val="F9C4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56" name="连接符: 肘形 255">
            <a:extLst>
              <a:ext uri="{FF2B5EF4-FFF2-40B4-BE49-F238E27FC236}">
                <a16:creationId xmlns:a16="http://schemas.microsoft.com/office/drawing/2014/main" id="{6C02B28C-EF4A-E2E6-858D-A12921AC1D2A}"/>
              </a:ext>
            </a:extLst>
          </p:cNvPr>
          <p:cNvCxnSpPr>
            <a:cxnSpLocks/>
            <a:endCxn id="264" idx="2"/>
          </p:cNvCxnSpPr>
          <p:nvPr/>
        </p:nvCxnSpPr>
        <p:spPr>
          <a:xfrm rot="16200000" flipH="1">
            <a:off x="3893858" y="4201337"/>
            <a:ext cx="2383722" cy="306971"/>
          </a:xfrm>
          <a:prstGeom prst="bentConnector2">
            <a:avLst/>
          </a:prstGeom>
          <a:ln>
            <a:solidFill>
              <a:schemeClr val="dk1"/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0" name="连接符: 肘形 249">
            <a:extLst>
              <a:ext uri="{FF2B5EF4-FFF2-40B4-BE49-F238E27FC236}">
                <a16:creationId xmlns:a16="http://schemas.microsoft.com/office/drawing/2014/main" id="{12D6D5EE-D380-C3C2-4952-F534FDDC7D52}"/>
              </a:ext>
            </a:extLst>
          </p:cNvPr>
          <p:cNvCxnSpPr>
            <a:cxnSpLocks/>
            <a:endCxn id="262" idx="2"/>
          </p:cNvCxnSpPr>
          <p:nvPr/>
        </p:nvCxnSpPr>
        <p:spPr>
          <a:xfrm rot="16200000" flipH="1">
            <a:off x="3225670" y="3825734"/>
            <a:ext cx="3312321" cy="423204"/>
          </a:xfrm>
          <a:prstGeom prst="bentConnector2">
            <a:avLst/>
          </a:prstGeom>
          <a:ln>
            <a:solidFill>
              <a:schemeClr val="dk1"/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3" name="连接符: 肘形 242">
            <a:extLst>
              <a:ext uri="{FF2B5EF4-FFF2-40B4-BE49-F238E27FC236}">
                <a16:creationId xmlns:a16="http://schemas.microsoft.com/office/drawing/2014/main" id="{D722A9B9-8E19-AF70-12D5-6A9288A1B265}"/>
              </a:ext>
            </a:extLst>
          </p:cNvPr>
          <p:cNvCxnSpPr>
            <a:cxnSpLocks/>
            <a:endCxn id="261" idx="2"/>
          </p:cNvCxnSpPr>
          <p:nvPr/>
        </p:nvCxnSpPr>
        <p:spPr>
          <a:xfrm rot="16200000" flipH="1">
            <a:off x="2605426" y="3497623"/>
            <a:ext cx="4157362" cy="524340"/>
          </a:xfrm>
          <a:prstGeom prst="bentConnector2">
            <a:avLst/>
          </a:prstGeom>
          <a:ln>
            <a:solidFill>
              <a:schemeClr val="dk1"/>
            </a:solidFill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8" name="文本框 287">
            <a:extLst>
              <a:ext uri="{FF2B5EF4-FFF2-40B4-BE49-F238E27FC236}">
                <a16:creationId xmlns:a16="http://schemas.microsoft.com/office/drawing/2014/main" id="{8C5A0077-B413-E6A7-91CD-B4851C4BFE49}"/>
              </a:ext>
            </a:extLst>
          </p:cNvPr>
          <p:cNvSpPr txBox="1"/>
          <p:nvPr/>
        </p:nvSpPr>
        <p:spPr>
          <a:xfrm>
            <a:off x="7466506" y="763576"/>
            <a:ext cx="17736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主编码器分支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3AFBB2D-205E-8805-6022-6E2017959A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8748" y="255774"/>
            <a:ext cx="684202" cy="691961"/>
          </a:xfrm>
          <a:prstGeom prst="rect">
            <a:avLst/>
          </a:prstGeom>
        </p:spPr>
      </p:pic>
      <p:grpSp>
        <p:nvGrpSpPr>
          <p:cNvPr id="60" name="组合 59">
            <a:extLst>
              <a:ext uri="{FF2B5EF4-FFF2-40B4-BE49-F238E27FC236}">
                <a16:creationId xmlns:a16="http://schemas.microsoft.com/office/drawing/2014/main" id="{FC40246C-C5D3-0AD1-149F-512680684AD3}"/>
              </a:ext>
            </a:extLst>
          </p:cNvPr>
          <p:cNvGrpSpPr/>
          <p:nvPr/>
        </p:nvGrpSpPr>
        <p:grpSpPr>
          <a:xfrm>
            <a:off x="1487052" y="742138"/>
            <a:ext cx="2580640" cy="3515371"/>
            <a:chOff x="1420151" y="1133181"/>
            <a:chExt cx="3504656" cy="4715057"/>
          </a:xfrm>
        </p:grpSpPr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D45B1177-5065-9571-4101-187413D9901A}"/>
                </a:ext>
              </a:extLst>
            </p:cNvPr>
            <p:cNvSpPr/>
            <p:nvPr/>
          </p:nvSpPr>
          <p:spPr>
            <a:xfrm rot="5400000">
              <a:off x="814950" y="1738382"/>
              <a:ext cx="4715057" cy="3504656"/>
            </a:xfrm>
            <a:prstGeom prst="rect">
              <a:avLst/>
            </a:prstGeom>
            <a:solidFill>
              <a:srgbClr val="FFF2CC">
                <a:alpha val="20000"/>
              </a:srgbClr>
            </a:solidFill>
            <a:ln w="6350"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2DB787F3-178C-758F-E7FC-7E4E5CC49F1E}"/>
                </a:ext>
              </a:extLst>
            </p:cNvPr>
            <p:cNvSpPr/>
            <p:nvPr/>
          </p:nvSpPr>
          <p:spPr>
            <a:xfrm rot="5400000">
              <a:off x="2962126" y="1101557"/>
              <a:ext cx="469105" cy="2061711"/>
            </a:xfrm>
            <a:prstGeom prst="rect">
              <a:avLst/>
            </a:prstGeom>
            <a:solidFill>
              <a:srgbClr val="FFF2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CNN</a:t>
              </a:r>
              <a:r>
                <a:rPr lang="zh-CN" altLang="en-US" sz="1400" dirty="0">
                  <a:solidFill>
                    <a:schemeClr val="tx1"/>
                  </a:solidFill>
                </a:rPr>
                <a:t>块</a:t>
              </a:r>
              <a:r>
                <a:rPr lang="en-US" altLang="zh-CN" sz="1400" dirty="0">
                  <a:solidFill>
                    <a:schemeClr val="tx1"/>
                  </a:solidFill>
                </a:rPr>
                <a:t> </a:t>
              </a:r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8BC5454C-43EC-153C-50EB-7FAC11259965}"/>
                </a:ext>
              </a:extLst>
            </p:cNvPr>
            <p:cNvSpPr/>
            <p:nvPr/>
          </p:nvSpPr>
          <p:spPr>
            <a:xfrm rot="5400000">
              <a:off x="2962125" y="2163592"/>
              <a:ext cx="469105" cy="2061711"/>
            </a:xfrm>
            <a:prstGeom prst="rect">
              <a:avLst/>
            </a:prstGeom>
            <a:solidFill>
              <a:srgbClr val="FFF2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CNN</a:t>
              </a:r>
              <a:r>
                <a:rPr lang="zh-CN" altLang="en-US" sz="1400" dirty="0">
                  <a:solidFill>
                    <a:schemeClr val="tx1"/>
                  </a:solidFill>
                </a:rPr>
                <a:t>块</a:t>
              </a:r>
              <a:r>
                <a:rPr lang="en-US" altLang="zh-CN" sz="1400" dirty="0">
                  <a:solidFill>
                    <a:schemeClr val="tx1"/>
                  </a:solidFill>
                </a:rPr>
                <a:t> </a:t>
              </a:r>
            </a:p>
          </p:txBody>
        </p:sp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0FEC9525-8E92-7880-B6B5-32B4111EEE4F}"/>
                </a:ext>
              </a:extLst>
            </p:cNvPr>
            <p:cNvSpPr/>
            <p:nvPr/>
          </p:nvSpPr>
          <p:spPr>
            <a:xfrm rot="5400000">
              <a:off x="2962124" y="3215178"/>
              <a:ext cx="469105" cy="2061711"/>
            </a:xfrm>
            <a:prstGeom prst="rect">
              <a:avLst/>
            </a:prstGeom>
            <a:solidFill>
              <a:srgbClr val="FFF2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CNN</a:t>
              </a:r>
              <a:r>
                <a:rPr lang="zh-CN" altLang="en-US" sz="1400" dirty="0">
                  <a:solidFill>
                    <a:schemeClr val="tx1"/>
                  </a:solidFill>
                </a:rPr>
                <a:t>块</a:t>
              </a:r>
              <a:r>
                <a:rPr lang="en-US" altLang="zh-CN" sz="1400" dirty="0">
                  <a:solidFill>
                    <a:schemeClr val="tx1"/>
                  </a:solidFill>
                </a:rPr>
                <a:t> </a:t>
              </a:r>
            </a:p>
          </p:txBody>
        </p:sp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364A716D-6F57-3A70-ED4F-28FAAF5BDD1D}"/>
                </a:ext>
              </a:extLst>
            </p:cNvPr>
            <p:cNvSpPr/>
            <p:nvPr/>
          </p:nvSpPr>
          <p:spPr>
            <a:xfrm rot="5400000">
              <a:off x="2962123" y="4276026"/>
              <a:ext cx="469105" cy="2061711"/>
            </a:xfrm>
            <a:prstGeom prst="rect">
              <a:avLst/>
            </a:prstGeom>
            <a:solidFill>
              <a:srgbClr val="FFF2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CNN</a:t>
              </a:r>
              <a:r>
                <a:rPr lang="zh-CN" altLang="en-US" sz="1400" dirty="0">
                  <a:solidFill>
                    <a:schemeClr val="tx1"/>
                  </a:solidFill>
                </a:rPr>
                <a:t>块</a:t>
              </a:r>
              <a:r>
                <a:rPr lang="en-US" altLang="zh-CN" sz="1400" dirty="0">
                  <a:solidFill>
                    <a:schemeClr val="tx1"/>
                  </a:solidFill>
                </a:rPr>
                <a:t> </a:t>
              </a:r>
            </a:p>
          </p:txBody>
        </p:sp>
        <p:cxnSp>
          <p:nvCxnSpPr>
            <p:cNvPr id="55" name="直接箭头连接符 54">
              <a:extLst>
                <a:ext uri="{FF2B5EF4-FFF2-40B4-BE49-F238E27FC236}">
                  <a16:creationId xmlns:a16="http://schemas.microsoft.com/office/drawing/2014/main" id="{7ED8890F-250D-93E4-5CBB-A3DD876CF621}"/>
                </a:ext>
              </a:extLst>
            </p:cNvPr>
            <p:cNvCxnSpPr>
              <a:stCxn id="42" idx="3"/>
              <a:endCxn id="46" idx="1"/>
            </p:cNvCxnSpPr>
            <p:nvPr/>
          </p:nvCxnSpPr>
          <p:spPr>
            <a:xfrm flipH="1">
              <a:off x="3196677" y="2366965"/>
              <a:ext cx="1" cy="59293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7" name="直接箭头连接符 56">
              <a:extLst>
                <a:ext uri="{FF2B5EF4-FFF2-40B4-BE49-F238E27FC236}">
                  <a16:creationId xmlns:a16="http://schemas.microsoft.com/office/drawing/2014/main" id="{564EE853-E07B-0D86-408A-F33FD3509F3E}"/>
                </a:ext>
              </a:extLst>
            </p:cNvPr>
            <p:cNvCxnSpPr>
              <a:stCxn id="46" idx="3"/>
              <a:endCxn id="51" idx="1"/>
            </p:cNvCxnSpPr>
            <p:nvPr/>
          </p:nvCxnSpPr>
          <p:spPr>
            <a:xfrm flipH="1">
              <a:off x="3196676" y="3429000"/>
              <a:ext cx="1" cy="58248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9" name="直接箭头连接符 58">
              <a:extLst>
                <a:ext uri="{FF2B5EF4-FFF2-40B4-BE49-F238E27FC236}">
                  <a16:creationId xmlns:a16="http://schemas.microsoft.com/office/drawing/2014/main" id="{A7B5995F-6A2B-5497-4D68-638D1E34A8D5}"/>
                </a:ext>
              </a:extLst>
            </p:cNvPr>
            <p:cNvCxnSpPr>
              <a:stCxn id="51" idx="3"/>
              <a:endCxn id="52" idx="1"/>
            </p:cNvCxnSpPr>
            <p:nvPr/>
          </p:nvCxnSpPr>
          <p:spPr>
            <a:xfrm flipH="1">
              <a:off x="3196675" y="4480586"/>
              <a:ext cx="1" cy="59174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92" name="连接符: 肘形 191">
            <a:extLst>
              <a:ext uri="{FF2B5EF4-FFF2-40B4-BE49-F238E27FC236}">
                <a16:creationId xmlns:a16="http://schemas.microsoft.com/office/drawing/2014/main" id="{2C30DFFC-66B6-7D64-0EFF-90621F84BA26}"/>
              </a:ext>
            </a:extLst>
          </p:cNvPr>
          <p:cNvCxnSpPr>
            <a:stCxn id="4" idx="1"/>
            <a:endCxn id="42" idx="1"/>
          </p:cNvCxnSpPr>
          <p:nvPr/>
        </p:nvCxnSpPr>
        <p:spPr>
          <a:xfrm rot="10800000" flipV="1">
            <a:off x="2795192" y="601754"/>
            <a:ext cx="1993557" cy="7105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7" name="连接符: 肘形 196">
            <a:extLst>
              <a:ext uri="{FF2B5EF4-FFF2-40B4-BE49-F238E27FC236}">
                <a16:creationId xmlns:a16="http://schemas.microsoft.com/office/drawing/2014/main" id="{986B6A8E-8181-716D-01CD-40D4BE2092F9}"/>
              </a:ext>
            </a:extLst>
          </p:cNvPr>
          <p:cNvCxnSpPr>
            <a:cxnSpLocks/>
            <a:stCxn id="4" idx="3"/>
            <a:endCxn id="194" idx="1"/>
          </p:cNvCxnSpPr>
          <p:nvPr/>
        </p:nvCxnSpPr>
        <p:spPr>
          <a:xfrm>
            <a:off x="5472950" y="601755"/>
            <a:ext cx="1986951" cy="71483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9" name="文本框 198">
            <a:extLst>
              <a:ext uri="{FF2B5EF4-FFF2-40B4-BE49-F238E27FC236}">
                <a16:creationId xmlns:a16="http://schemas.microsoft.com/office/drawing/2014/main" id="{17951195-3720-A6B1-A171-009BFFC9FC48}"/>
              </a:ext>
            </a:extLst>
          </p:cNvPr>
          <p:cNvSpPr txBox="1"/>
          <p:nvPr/>
        </p:nvSpPr>
        <p:spPr>
          <a:xfrm>
            <a:off x="1441871" y="763575"/>
            <a:ext cx="16687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辅助编码分支</a:t>
            </a:r>
          </a:p>
        </p:txBody>
      </p:sp>
      <p:sp>
        <p:nvSpPr>
          <p:cNvPr id="200" name="矩形 199">
            <a:extLst>
              <a:ext uri="{FF2B5EF4-FFF2-40B4-BE49-F238E27FC236}">
                <a16:creationId xmlns:a16="http://schemas.microsoft.com/office/drawing/2014/main" id="{AC1188F4-E358-CCFB-CDA4-63E0F7A3E01C}"/>
              </a:ext>
            </a:extLst>
          </p:cNvPr>
          <p:cNvSpPr/>
          <p:nvPr/>
        </p:nvSpPr>
        <p:spPr>
          <a:xfrm rot="5400000">
            <a:off x="4893681" y="732399"/>
            <a:ext cx="349747" cy="1518133"/>
          </a:xfrm>
          <a:prstGeom prst="rect">
            <a:avLst/>
          </a:prstGeom>
          <a:solidFill>
            <a:srgbClr val="FBE5D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交叉融合模块</a:t>
            </a:r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201" name="矩形 200">
            <a:extLst>
              <a:ext uri="{FF2B5EF4-FFF2-40B4-BE49-F238E27FC236}">
                <a16:creationId xmlns:a16="http://schemas.microsoft.com/office/drawing/2014/main" id="{FDDA3B64-F0EF-483A-21BD-830DFD42FE1A}"/>
              </a:ext>
            </a:extLst>
          </p:cNvPr>
          <p:cNvSpPr/>
          <p:nvPr/>
        </p:nvSpPr>
        <p:spPr>
          <a:xfrm rot="5400000">
            <a:off x="4893683" y="1519875"/>
            <a:ext cx="349747" cy="1518133"/>
          </a:xfrm>
          <a:prstGeom prst="rect">
            <a:avLst/>
          </a:prstGeom>
          <a:solidFill>
            <a:srgbClr val="FBE5D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交叉融合模块</a:t>
            </a:r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202" name="矩形 201">
            <a:extLst>
              <a:ext uri="{FF2B5EF4-FFF2-40B4-BE49-F238E27FC236}">
                <a16:creationId xmlns:a16="http://schemas.microsoft.com/office/drawing/2014/main" id="{E880F4AA-FEB7-02E8-DBBA-72356A341737}"/>
              </a:ext>
            </a:extLst>
          </p:cNvPr>
          <p:cNvSpPr/>
          <p:nvPr/>
        </p:nvSpPr>
        <p:spPr>
          <a:xfrm rot="5400000">
            <a:off x="4893682" y="2303898"/>
            <a:ext cx="349747" cy="1518133"/>
          </a:xfrm>
          <a:prstGeom prst="rect">
            <a:avLst/>
          </a:prstGeom>
          <a:solidFill>
            <a:srgbClr val="FBE5D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交叉融合模块</a:t>
            </a:r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206" name="矩形 205">
            <a:extLst>
              <a:ext uri="{FF2B5EF4-FFF2-40B4-BE49-F238E27FC236}">
                <a16:creationId xmlns:a16="http://schemas.microsoft.com/office/drawing/2014/main" id="{E8B9C161-BD21-DBC5-EBEC-00B511FBEB43}"/>
              </a:ext>
            </a:extLst>
          </p:cNvPr>
          <p:cNvSpPr/>
          <p:nvPr/>
        </p:nvSpPr>
        <p:spPr>
          <a:xfrm rot="5400000">
            <a:off x="4893681" y="3094827"/>
            <a:ext cx="349747" cy="1518133"/>
          </a:xfrm>
          <a:prstGeom prst="rect">
            <a:avLst/>
          </a:prstGeom>
          <a:solidFill>
            <a:srgbClr val="FBE5D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zh-CN" altLang="en-US" sz="1400" dirty="0">
                <a:solidFill>
                  <a:schemeClr val="tx1"/>
                </a:solidFill>
              </a:rPr>
              <a:t>交叉融合模块</a:t>
            </a:r>
            <a:endParaRPr lang="en-US" altLang="zh-CN" sz="1400" dirty="0">
              <a:solidFill>
                <a:schemeClr val="tx1"/>
              </a:solidFill>
            </a:endParaRPr>
          </a:p>
        </p:txBody>
      </p:sp>
      <p:cxnSp>
        <p:nvCxnSpPr>
          <p:cNvPr id="208" name="直接箭头连接符 207">
            <a:extLst>
              <a:ext uri="{FF2B5EF4-FFF2-40B4-BE49-F238E27FC236}">
                <a16:creationId xmlns:a16="http://schemas.microsoft.com/office/drawing/2014/main" id="{AF5A07EA-7603-8071-C8C5-8AD24C53A9D2}"/>
              </a:ext>
            </a:extLst>
          </p:cNvPr>
          <p:cNvCxnSpPr>
            <a:stCxn id="42" idx="0"/>
            <a:endCxn id="200" idx="2"/>
          </p:cNvCxnSpPr>
          <p:nvPr/>
        </p:nvCxnSpPr>
        <p:spPr>
          <a:xfrm>
            <a:off x="3554258" y="1487128"/>
            <a:ext cx="755230" cy="43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0" name="直接箭头连接符 209">
            <a:extLst>
              <a:ext uri="{FF2B5EF4-FFF2-40B4-BE49-F238E27FC236}">
                <a16:creationId xmlns:a16="http://schemas.microsoft.com/office/drawing/2014/main" id="{CC8FEF63-F33A-11FB-6457-5193E3980F1B}"/>
              </a:ext>
            </a:extLst>
          </p:cNvPr>
          <p:cNvCxnSpPr>
            <a:stCxn id="46" idx="0"/>
            <a:endCxn id="201" idx="2"/>
          </p:cNvCxnSpPr>
          <p:nvPr/>
        </p:nvCxnSpPr>
        <p:spPr>
          <a:xfrm>
            <a:off x="3554258" y="2278942"/>
            <a:ext cx="7552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2" name="直接箭头连接符 211">
            <a:extLst>
              <a:ext uri="{FF2B5EF4-FFF2-40B4-BE49-F238E27FC236}">
                <a16:creationId xmlns:a16="http://schemas.microsoft.com/office/drawing/2014/main" id="{ED087A94-B414-8FFF-B398-4D05D0BAAC39}"/>
              </a:ext>
            </a:extLst>
          </p:cNvPr>
          <p:cNvCxnSpPr>
            <a:stCxn id="51" idx="0"/>
            <a:endCxn id="202" idx="2"/>
          </p:cNvCxnSpPr>
          <p:nvPr/>
        </p:nvCxnSpPr>
        <p:spPr>
          <a:xfrm flipV="1">
            <a:off x="3554257" y="3062965"/>
            <a:ext cx="75523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4" name="直接箭头连接符 213">
            <a:extLst>
              <a:ext uri="{FF2B5EF4-FFF2-40B4-BE49-F238E27FC236}">
                <a16:creationId xmlns:a16="http://schemas.microsoft.com/office/drawing/2014/main" id="{3B17A1B2-C43E-C84B-EC76-E0967384FB90}"/>
              </a:ext>
            </a:extLst>
          </p:cNvPr>
          <p:cNvCxnSpPr>
            <a:stCxn id="52" idx="0"/>
            <a:endCxn id="206" idx="2"/>
          </p:cNvCxnSpPr>
          <p:nvPr/>
        </p:nvCxnSpPr>
        <p:spPr>
          <a:xfrm flipV="1">
            <a:off x="3554256" y="3853894"/>
            <a:ext cx="75523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6" name="直接箭头连接符 215">
            <a:extLst>
              <a:ext uri="{FF2B5EF4-FFF2-40B4-BE49-F238E27FC236}">
                <a16:creationId xmlns:a16="http://schemas.microsoft.com/office/drawing/2014/main" id="{BD487A50-C630-F3EA-20FE-84F2F0416683}"/>
              </a:ext>
            </a:extLst>
          </p:cNvPr>
          <p:cNvCxnSpPr>
            <a:cxnSpLocks/>
            <a:stCxn id="194" idx="2"/>
            <a:endCxn id="200" idx="0"/>
          </p:cNvCxnSpPr>
          <p:nvPr/>
        </p:nvCxnSpPr>
        <p:spPr>
          <a:xfrm flipH="1">
            <a:off x="5827621" y="1491466"/>
            <a:ext cx="87321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8" name="直接箭头连接符 217">
            <a:extLst>
              <a:ext uri="{FF2B5EF4-FFF2-40B4-BE49-F238E27FC236}">
                <a16:creationId xmlns:a16="http://schemas.microsoft.com/office/drawing/2014/main" id="{D7C0A8A8-6D8F-887E-D746-AEE9258243A1}"/>
              </a:ext>
            </a:extLst>
          </p:cNvPr>
          <p:cNvCxnSpPr>
            <a:cxnSpLocks/>
            <a:stCxn id="20" idx="2"/>
            <a:endCxn id="201" idx="0"/>
          </p:cNvCxnSpPr>
          <p:nvPr/>
        </p:nvCxnSpPr>
        <p:spPr>
          <a:xfrm flipH="1">
            <a:off x="5827623" y="2278942"/>
            <a:ext cx="87704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0" name="直接箭头连接符 219">
            <a:extLst>
              <a:ext uri="{FF2B5EF4-FFF2-40B4-BE49-F238E27FC236}">
                <a16:creationId xmlns:a16="http://schemas.microsoft.com/office/drawing/2014/main" id="{966C41BB-48F9-2A23-788F-15C0DCB716DE}"/>
              </a:ext>
            </a:extLst>
          </p:cNvPr>
          <p:cNvCxnSpPr>
            <a:stCxn id="21" idx="2"/>
            <a:endCxn id="202" idx="0"/>
          </p:cNvCxnSpPr>
          <p:nvPr/>
        </p:nvCxnSpPr>
        <p:spPr>
          <a:xfrm flipH="1" flipV="1">
            <a:off x="5827622" y="3062965"/>
            <a:ext cx="873212" cy="34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3" name="直接箭头连接符 222">
            <a:extLst>
              <a:ext uri="{FF2B5EF4-FFF2-40B4-BE49-F238E27FC236}">
                <a16:creationId xmlns:a16="http://schemas.microsoft.com/office/drawing/2014/main" id="{E9FF4206-CC29-25CA-84EF-2C74C1156009}"/>
              </a:ext>
            </a:extLst>
          </p:cNvPr>
          <p:cNvCxnSpPr>
            <a:stCxn id="22" idx="2"/>
            <a:endCxn id="206" idx="0"/>
          </p:cNvCxnSpPr>
          <p:nvPr/>
        </p:nvCxnSpPr>
        <p:spPr>
          <a:xfrm flipH="1" flipV="1">
            <a:off x="5827621" y="3853894"/>
            <a:ext cx="87321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9" name="直接箭头连接符 308">
            <a:extLst>
              <a:ext uri="{FF2B5EF4-FFF2-40B4-BE49-F238E27FC236}">
                <a16:creationId xmlns:a16="http://schemas.microsoft.com/office/drawing/2014/main" id="{8F99FDAF-9F97-33BA-D7B6-740929A9A954}"/>
              </a:ext>
            </a:extLst>
          </p:cNvPr>
          <p:cNvCxnSpPr>
            <a:cxnSpLocks/>
            <a:stCxn id="22" idx="3"/>
            <a:endCxn id="314" idx="1"/>
          </p:cNvCxnSpPr>
          <p:nvPr/>
        </p:nvCxnSpPr>
        <p:spPr>
          <a:xfrm>
            <a:off x="7459900" y="4028767"/>
            <a:ext cx="0" cy="7606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4" name="矩形 313">
            <a:extLst>
              <a:ext uri="{FF2B5EF4-FFF2-40B4-BE49-F238E27FC236}">
                <a16:creationId xmlns:a16="http://schemas.microsoft.com/office/drawing/2014/main" id="{263AD946-9E30-9ABF-29EF-3DE908B551C3}"/>
              </a:ext>
            </a:extLst>
          </p:cNvPr>
          <p:cNvSpPr/>
          <p:nvPr/>
        </p:nvSpPr>
        <p:spPr>
          <a:xfrm rot="5400000">
            <a:off x="7322564" y="4415339"/>
            <a:ext cx="274672" cy="1022827"/>
          </a:xfrm>
          <a:prstGeom prst="rect">
            <a:avLst/>
          </a:prstGeom>
          <a:solidFill>
            <a:srgbClr val="C1E9F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金字塔池化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cxnSp>
        <p:nvCxnSpPr>
          <p:cNvPr id="328" name="直接连接符 327">
            <a:extLst>
              <a:ext uri="{FF2B5EF4-FFF2-40B4-BE49-F238E27FC236}">
                <a16:creationId xmlns:a16="http://schemas.microsoft.com/office/drawing/2014/main" id="{5DDC9A0E-3C6B-73B7-FED0-7930DE7C4404}"/>
              </a:ext>
            </a:extLst>
          </p:cNvPr>
          <p:cNvCxnSpPr>
            <a:cxnSpLocks/>
            <a:stCxn id="314" idx="2"/>
            <a:endCxn id="330" idx="6"/>
          </p:cNvCxnSpPr>
          <p:nvPr/>
        </p:nvCxnSpPr>
        <p:spPr>
          <a:xfrm flipH="1">
            <a:off x="5539718" y="4926753"/>
            <a:ext cx="1408769" cy="3371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0" name="椭圆 329">
            <a:extLst>
              <a:ext uri="{FF2B5EF4-FFF2-40B4-BE49-F238E27FC236}">
                <a16:creationId xmlns:a16="http://schemas.microsoft.com/office/drawing/2014/main" id="{CFD57AF3-FD78-86EF-BEE5-865A5114456B}"/>
              </a:ext>
            </a:extLst>
          </p:cNvPr>
          <p:cNvSpPr/>
          <p:nvPr/>
        </p:nvSpPr>
        <p:spPr>
          <a:xfrm>
            <a:off x="5460138" y="4890334"/>
            <a:ext cx="79580" cy="79580"/>
          </a:xfrm>
          <a:prstGeom prst="ellipse">
            <a:avLst/>
          </a:prstGeom>
          <a:solidFill>
            <a:schemeClr val="bg1"/>
          </a:solidFill>
          <a:ln w="1016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37" name="直接连接符 336">
            <a:extLst>
              <a:ext uri="{FF2B5EF4-FFF2-40B4-BE49-F238E27FC236}">
                <a16:creationId xmlns:a16="http://schemas.microsoft.com/office/drawing/2014/main" id="{541D4765-FE16-C9C2-3484-1A55A284C11D}"/>
              </a:ext>
            </a:extLst>
          </p:cNvPr>
          <p:cNvCxnSpPr>
            <a:stCxn id="330" idx="0"/>
            <a:endCxn id="330" idx="4"/>
          </p:cNvCxnSpPr>
          <p:nvPr/>
        </p:nvCxnSpPr>
        <p:spPr>
          <a:xfrm>
            <a:off x="5499928" y="4890334"/>
            <a:ext cx="0" cy="795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9" name="直接连接符 338">
            <a:extLst>
              <a:ext uri="{FF2B5EF4-FFF2-40B4-BE49-F238E27FC236}">
                <a16:creationId xmlns:a16="http://schemas.microsoft.com/office/drawing/2014/main" id="{C3E541DB-99C2-8185-3096-D2174266EA7E}"/>
              </a:ext>
            </a:extLst>
          </p:cNvPr>
          <p:cNvCxnSpPr>
            <a:stCxn id="330" idx="2"/>
            <a:endCxn id="330" idx="6"/>
          </p:cNvCxnSpPr>
          <p:nvPr/>
        </p:nvCxnSpPr>
        <p:spPr>
          <a:xfrm>
            <a:off x="5460138" y="4930124"/>
            <a:ext cx="7958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0" name="矩形 339">
            <a:extLst>
              <a:ext uri="{FF2B5EF4-FFF2-40B4-BE49-F238E27FC236}">
                <a16:creationId xmlns:a16="http://schemas.microsoft.com/office/drawing/2014/main" id="{02E3341E-E265-1F73-C7DA-1B996DB3CF66}"/>
              </a:ext>
            </a:extLst>
          </p:cNvPr>
          <p:cNvSpPr/>
          <p:nvPr/>
        </p:nvSpPr>
        <p:spPr>
          <a:xfrm rot="10800000">
            <a:off x="6510870" y="5214735"/>
            <a:ext cx="202202" cy="615538"/>
          </a:xfrm>
          <a:prstGeom prst="rect">
            <a:avLst/>
          </a:prstGeom>
          <a:solidFill>
            <a:srgbClr val="C1E9F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Concat</a:t>
            </a:r>
          </a:p>
        </p:txBody>
      </p:sp>
      <p:cxnSp>
        <p:nvCxnSpPr>
          <p:cNvPr id="375" name="直接箭头连接符 374">
            <a:extLst>
              <a:ext uri="{FF2B5EF4-FFF2-40B4-BE49-F238E27FC236}">
                <a16:creationId xmlns:a16="http://schemas.microsoft.com/office/drawing/2014/main" id="{5788FDC8-A957-92CD-FBD5-7C84F4AD5FD4}"/>
              </a:ext>
            </a:extLst>
          </p:cNvPr>
          <p:cNvCxnSpPr/>
          <p:nvPr/>
        </p:nvCxnSpPr>
        <p:spPr>
          <a:xfrm>
            <a:off x="5597432" y="5347724"/>
            <a:ext cx="900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6" name="直接箭头连接符 375">
            <a:extLst>
              <a:ext uri="{FF2B5EF4-FFF2-40B4-BE49-F238E27FC236}">
                <a16:creationId xmlns:a16="http://schemas.microsoft.com/office/drawing/2014/main" id="{D040F6BB-5BA9-87CE-715E-206A0B6F62B0}"/>
              </a:ext>
            </a:extLst>
          </p:cNvPr>
          <p:cNvCxnSpPr/>
          <p:nvPr/>
        </p:nvCxnSpPr>
        <p:spPr>
          <a:xfrm>
            <a:off x="5687348" y="5469644"/>
            <a:ext cx="810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7" name="直接箭头连接符 376">
            <a:extLst>
              <a:ext uri="{FF2B5EF4-FFF2-40B4-BE49-F238E27FC236}">
                <a16:creationId xmlns:a16="http://schemas.microsoft.com/office/drawing/2014/main" id="{8DB761E5-4209-6D14-4347-1E9E4B3D2DA6}"/>
              </a:ext>
            </a:extLst>
          </p:cNvPr>
          <p:cNvCxnSpPr/>
          <p:nvPr/>
        </p:nvCxnSpPr>
        <p:spPr>
          <a:xfrm>
            <a:off x="5760346" y="5590230"/>
            <a:ext cx="738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8" name="直接箭头连接符 377">
            <a:extLst>
              <a:ext uri="{FF2B5EF4-FFF2-40B4-BE49-F238E27FC236}">
                <a16:creationId xmlns:a16="http://schemas.microsoft.com/office/drawing/2014/main" id="{4D023F9C-8424-7654-EF83-ACB561E43FBB}"/>
              </a:ext>
            </a:extLst>
          </p:cNvPr>
          <p:cNvCxnSpPr/>
          <p:nvPr/>
        </p:nvCxnSpPr>
        <p:spPr>
          <a:xfrm>
            <a:off x="5827621" y="5717230"/>
            <a:ext cx="666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81" name="图片 380">
            <a:extLst>
              <a:ext uri="{FF2B5EF4-FFF2-40B4-BE49-F238E27FC236}">
                <a16:creationId xmlns:a16="http://schemas.microsoft.com/office/drawing/2014/main" id="{595EE1B3-AE36-833D-81D4-4B64C4F921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1774" y="5214735"/>
            <a:ext cx="616251" cy="615539"/>
          </a:xfrm>
          <a:prstGeom prst="rect">
            <a:avLst/>
          </a:prstGeom>
        </p:spPr>
      </p:pic>
      <p:cxnSp>
        <p:nvCxnSpPr>
          <p:cNvPr id="383" name="直接箭头连接符 382">
            <a:extLst>
              <a:ext uri="{FF2B5EF4-FFF2-40B4-BE49-F238E27FC236}">
                <a16:creationId xmlns:a16="http://schemas.microsoft.com/office/drawing/2014/main" id="{B8AF3485-FC24-770C-3FD9-82A26811C33C}"/>
              </a:ext>
            </a:extLst>
          </p:cNvPr>
          <p:cNvCxnSpPr>
            <a:stCxn id="340" idx="1"/>
            <a:endCxn id="381" idx="1"/>
          </p:cNvCxnSpPr>
          <p:nvPr/>
        </p:nvCxnSpPr>
        <p:spPr>
          <a:xfrm>
            <a:off x="6713072" y="5522504"/>
            <a:ext cx="43870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0" name="文本框 389">
            <a:extLst>
              <a:ext uri="{FF2B5EF4-FFF2-40B4-BE49-F238E27FC236}">
                <a16:creationId xmlns:a16="http://schemas.microsoft.com/office/drawing/2014/main" id="{21ECA6B1-1FEA-070C-E8E1-CDC7CD06473B}"/>
              </a:ext>
            </a:extLst>
          </p:cNvPr>
          <p:cNvSpPr txBox="1"/>
          <p:nvPr/>
        </p:nvSpPr>
        <p:spPr>
          <a:xfrm>
            <a:off x="2972161" y="4472144"/>
            <a:ext cx="11910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UperNet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解码头</a:t>
            </a:r>
          </a:p>
        </p:txBody>
      </p:sp>
      <p:sp>
        <p:nvSpPr>
          <p:cNvPr id="404" name="文本框 403">
            <a:extLst>
              <a:ext uri="{FF2B5EF4-FFF2-40B4-BE49-F238E27FC236}">
                <a16:creationId xmlns:a16="http://schemas.microsoft.com/office/drawing/2014/main" id="{15E5B8BC-D490-16EA-5157-A9B16AD2B02A}"/>
              </a:ext>
            </a:extLst>
          </p:cNvPr>
          <p:cNvSpPr txBox="1"/>
          <p:nvPr/>
        </p:nvSpPr>
        <p:spPr>
          <a:xfrm>
            <a:off x="4753771" y="933755"/>
            <a:ext cx="8339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输入图像</a:t>
            </a:r>
          </a:p>
        </p:txBody>
      </p:sp>
      <p:sp>
        <p:nvSpPr>
          <p:cNvPr id="405" name="文本框 404">
            <a:extLst>
              <a:ext uri="{FF2B5EF4-FFF2-40B4-BE49-F238E27FC236}">
                <a16:creationId xmlns:a16="http://schemas.microsoft.com/office/drawing/2014/main" id="{F56C77B4-D2BE-AC20-5940-07D5F6992655}"/>
              </a:ext>
            </a:extLst>
          </p:cNvPr>
          <p:cNvSpPr txBox="1"/>
          <p:nvPr/>
        </p:nvSpPr>
        <p:spPr>
          <a:xfrm>
            <a:off x="7064757" y="5856619"/>
            <a:ext cx="8339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语义掩码</a:t>
            </a:r>
          </a:p>
        </p:txBody>
      </p:sp>
      <p:pic>
        <p:nvPicPr>
          <p:cNvPr id="409" name="图形 408" descr="雪花">
            <a:extLst>
              <a:ext uri="{FF2B5EF4-FFF2-40B4-BE49-F238E27FC236}">
                <a16:creationId xmlns:a16="http://schemas.microsoft.com/office/drawing/2014/main" id="{8893C490-8277-721A-6F0F-2242719D8C8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44502" y="740042"/>
            <a:ext cx="314863" cy="314863"/>
          </a:xfrm>
          <a:prstGeom prst="rect">
            <a:avLst/>
          </a:prstGeom>
        </p:spPr>
      </p:pic>
      <p:pic>
        <p:nvPicPr>
          <p:cNvPr id="413" name="图形 412" descr="火">
            <a:extLst>
              <a:ext uri="{FF2B5EF4-FFF2-40B4-BE49-F238E27FC236}">
                <a16:creationId xmlns:a16="http://schemas.microsoft.com/office/drawing/2014/main" id="{DE43B2FF-F578-1756-39F1-54AF646F652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767854" y="775198"/>
            <a:ext cx="244549" cy="244549"/>
          </a:xfrm>
          <a:prstGeom prst="rect">
            <a:avLst/>
          </a:prstGeom>
        </p:spPr>
      </p:pic>
      <p:grpSp>
        <p:nvGrpSpPr>
          <p:cNvPr id="419" name="组合 418">
            <a:extLst>
              <a:ext uri="{FF2B5EF4-FFF2-40B4-BE49-F238E27FC236}">
                <a16:creationId xmlns:a16="http://schemas.microsoft.com/office/drawing/2014/main" id="{CCA0C222-B57B-10FA-12B2-D623F5CBF14C}"/>
              </a:ext>
            </a:extLst>
          </p:cNvPr>
          <p:cNvGrpSpPr/>
          <p:nvPr/>
        </p:nvGrpSpPr>
        <p:grpSpPr>
          <a:xfrm>
            <a:off x="8555571" y="1312255"/>
            <a:ext cx="1369086" cy="349747"/>
            <a:chOff x="9090787" y="1482458"/>
            <a:chExt cx="1554351" cy="377663"/>
          </a:xfrm>
        </p:grpSpPr>
        <p:sp>
          <p:nvSpPr>
            <p:cNvPr id="418" name="矩形 417">
              <a:extLst>
                <a:ext uri="{FF2B5EF4-FFF2-40B4-BE49-F238E27FC236}">
                  <a16:creationId xmlns:a16="http://schemas.microsoft.com/office/drawing/2014/main" id="{07BEDE70-382F-72EF-AE9D-11880A7E0A15}"/>
                </a:ext>
              </a:extLst>
            </p:cNvPr>
            <p:cNvSpPr/>
            <p:nvPr/>
          </p:nvSpPr>
          <p:spPr>
            <a:xfrm rot="5400000">
              <a:off x="9679131" y="894114"/>
              <a:ext cx="377663" cy="1554351"/>
            </a:xfrm>
            <a:prstGeom prst="rect">
              <a:avLst/>
            </a:prstGeom>
            <a:solidFill>
              <a:srgbClr val="F3CA8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  MSDC</a:t>
              </a:r>
              <a:r>
                <a:rPr lang="zh-CN" altLang="en-US" sz="1400" dirty="0">
                  <a:solidFill>
                    <a:schemeClr val="tx1"/>
                  </a:solidFill>
                </a:rPr>
                <a:t>模块</a:t>
              </a:r>
              <a:endParaRPr lang="en-US" altLang="zh-CN" sz="1400" dirty="0">
                <a:solidFill>
                  <a:schemeClr val="tx1"/>
                </a:solidFill>
              </a:endParaRPr>
            </a:p>
          </p:txBody>
        </p:sp>
        <p:pic>
          <p:nvPicPr>
            <p:cNvPr id="414" name="图形 413" descr="火">
              <a:extLst>
                <a:ext uri="{FF2B5EF4-FFF2-40B4-BE49-F238E27FC236}">
                  <a16:creationId xmlns:a16="http://schemas.microsoft.com/office/drawing/2014/main" id="{DABEC77E-40E6-5128-060E-D4C0BA123FB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118738" y="1549014"/>
              <a:ext cx="244550" cy="244549"/>
            </a:xfrm>
            <a:prstGeom prst="rect">
              <a:avLst/>
            </a:prstGeom>
          </p:spPr>
        </p:pic>
      </p:grpSp>
      <p:grpSp>
        <p:nvGrpSpPr>
          <p:cNvPr id="420" name="组合 419">
            <a:extLst>
              <a:ext uri="{FF2B5EF4-FFF2-40B4-BE49-F238E27FC236}">
                <a16:creationId xmlns:a16="http://schemas.microsoft.com/office/drawing/2014/main" id="{25C0922B-4FD8-3B85-1DFF-D15C1D555E09}"/>
              </a:ext>
            </a:extLst>
          </p:cNvPr>
          <p:cNvGrpSpPr/>
          <p:nvPr/>
        </p:nvGrpSpPr>
        <p:grpSpPr>
          <a:xfrm>
            <a:off x="8555571" y="2104069"/>
            <a:ext cx="1369086" cy="349747"/>
            <a:chOff x="9090787" y="1487131"/>
            <a:chExt cx="1554351" cy="377663"/>
          </a:xfrm>
        </p:grpSpPr>
        <p:sp>
          <p:nvSpPr>
            <p:cNvPr id="421" name="矩形 420">
              <a:extLst>
                <a:ext uri="{FF2B5EF4-FFF2-40B4-BE49-F238E27FC236}">
                  <a16:creationId xmlns:a16="http://schemas.microsoft.com/office/drawing/2014/main" id="{347C7504-B625-AE01-87A6-BA176C7453C6}"/>
                </a:ext>
              </a:extLst>
            </p:cNvPr>
            <p:cNvSpPr/>
            <p:nvPr/>
          </p:nvSpPr>
          <p:spPr>
            <a:xfrm rot="5400000">
              <a:off x="9679131" y="898787"/>
              <a:ext cx="377663" cy="1554351"/>
            </a:xfrm>
            <a:prstGeom prst="rect">
              <a:avLst/>
            </a:prstGeom>
            <a:solidFill>
              <a:srgbClr val="F3CA8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  MSDC</a:t>
              </a:r>
              <a:r>
                <a:rPr lang="zh-CN" altLang="en-US" sz="1400" dirty="0">
                  <a:solidFill>
                    <a:schemeClr val="tx1"/>
                  </a:solidFill>
                </a:rPr>
                <a:t>模块</a:t>
              </a:r>
              <a:endParaRPr lang="en-US" altLang="zh-CN" sz="1400" dirty="0">
                <a:solidFill>
                  <a:schemeClr val="tx1"/>
                </a:solidFill>
              </a:endParaRPr>
            </a:p>
          </p:txBody>
        </p:sp>
        <p:pic>
          <p:nvPicPr>
            <p:cNvPr id="422" name="图形 421" descr="火">
              <a:extLst>
                <a:ext uri="{FF2B5EF4-FFF2-40B4-BE49-F238E27FC236}">
                  <a16:creationId xmlns:a16="http://schemas.microsoft.com/office/drawing/2014/main" id="{BD1E57C3-5C7B-FE96-3D2D-E8F24BAB23D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118738" y="1549014"/>
              <a:ext cx="244550" cy="244549"/>
            </a:xfrm>
            <a:prstGeom prst="rect">
              <a:avLst/>
            </a:prstGeom>
          </p:spPr>
        </p:pic>
      </p:grpSp>
      <p:grpSp>
        <p:nvGrpSpPr>
          <p:cNvPr id="423" name="组合 422">
            <a:extLst>
              <a:ext uri="{FF2B5EF4-FFF2-40B4-BE49-F238E27FC236}">
                <a16:creationId xmlns:a16="http://schemas.microsoft.com/office/drawing/2014/main" id="{BBA0348F-52EE-DF0E-A55D-D75C52990043}"/>
              </a:ext>
            </a:extLst>
          </p:cNvPr>
          <p:cNvGrpSpPr/>
          <p:nvPr/>
        </p:nvGrpSpPr>
        <p:grpSpPr>
          <a:xfrm>
            <a:off x="8555570" y="2888092"/>
            <a:ext cx="1369086" cy="349747"/>
            <a:chOff x="9090786" y="1503093"/>
            <a:chExt cx="1554351" cy="377663"/>
          </a:xfrm>
        </p:grpSpPr>
        <p:sp>
          <p:nvSpPr>
            <p:cNvPr id="424" name="矩形 423">
              <a:extLst>
                <a:ext uri="{FF2B5EF4-FFF2-40B4-BE49-F238E27FC236}">
                  <a16:creationId xmlns:a16="http://schemas.microsoft.com/office/drawing/2014/main" id="{E7573A33-56E4-7BA0-21FD-E0E8E01232A8}"/>
                </a:ext>
              </a:extLst>
            </p:cNvPr>
            <p:cNvSpPr/>
            <p:nvPr/>
          </p:nvSpPr>
          <p:spPr>
            <a:xfrm rot="5400000">
              <a:off x="9679130" y="914749"/>
              <a:ext cx="377663" cy="1554351"/>
            </a:xfrm>
            <a:prstGeom prst="rect">
              <a:avLst/>
            </a:prstGeom>
            <a:solidFill>
              <a:srgbClr val="F3CA8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  MSDC</a:t>
              </a:r>
              <a:r>
                <a:rPr lang="zh-CN" altLang="en-US" sz="1400" dirty="0">
                  <a:solidFill>
                    <a:schemeClr val="tx1"/>
                  </a:solidFill>
                </a:rPr>
                <a:t>模块</a:t>
              </a:r>
              <a:endParaRPr lang="en-US" altLang="zh-CN" sz="1400" dirty="0">
                <a:solidFill>
                  <a:schemeClr val="tx1"/>
                </a:solidFill>
              </a:endParaRPr>
            </a:p>
          </p:txBody>
        </p:sp>
        <p:pic>
          <p:nvPicPr>
            <p:cNvPr id="425" name="图形 424" descr="火">
              <a:extLst>
                <a:ext uri="{FF2B5EF4-FFF2-40B4-BE49-F238E27FC236}">
                  <a16:creationId xmlns:a16="http://schemas.microsoft.com/office/drawing/2014/main" id="{78BE3CE7-B593-400A-C6F8-D704E8201E6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118738" y="1549014"/>
              <a:ext cx="244550" cy="244549"/>
            </a:xfrm>
            <a:prstGeom prst="rect">
              <a:avLst/>
            </a:prstGeom>
          </p:spPr>
        </p:pic>
      </p:grpSp>
      <p:grpSp>
        <p:nvGrpSpPr>
          <p:cNvPr id="426" name="组合 425">
            <a:extLst>
              <a:ext uri="{FF2B5EF4-FFF2-40B4-BE49-F238E27FC236}">
                <a16:creationId xmlns:a16="http://schemas.microsoft.com/office/drawing/2014/main" id="{0A730DB6-EFD5-BD8A-ECB4-4C7D64BC4CF8}"/>
              </a:ext>
            </a:extLst>
          </p:cNvPr>
          <p:cNvGrpSpPr/>
          <p:nvPr/>
        </p:nvGrpSpPr>
        <p:grpSpPr>
          <a:xfrm>
            <a:off x="8555571" y="3679020"/>
            <a:ext cx="1369086" cy="349748"/>
            <a:chOff x="9090787" y="1487131"/>
            <a:chExt cx="1554351" cy="377664"/>
          </a:xfrm>
        </p:grpSpPr>
        <p:sp>
          <p:nvSpPr>
            <p:cNvPr id="427" name="矩形 426">
              <a:extLst>
                <a:ext uri="{FF2B5EF4-FFF2-40B4-BE49-F238E27FC236}">
                  <a16:creationId xmlns:a16="http://schemas.microsoft.com/office/drawing/2014/main" id="{42E2FF4E-740D-F8D3-711C-4EFCE4BA36E3}"/>
                </a:ext>
              </a:extLst>
            </p:cNvPr>
            <p:cNvSpPr/>
            <p:nvPr/>
          </p:nvSpPr>
          <p:spPr>
            <a:xfrm rot="5400000">
              <a:off x="9679131" y="898787"/>
              <a:ext cx="377664" cy="1554351"/>
            </a:xfrm>
            <a:prstGeom prst="rect">
              <a:avLst/>
            </a:prstGeom>
            <a:solidFill>
              <a:srgbClr val="F3CA87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</a:rPr>
                <a:t>  MSDC</a:t>
              </a:r>
              <a:r>
                <a:rPr lang="zh-CN" altLang="en-US" sz="1400" dirty="0">
                  <a:solidFill>
                    <a:schemeClr val="tx1"/>
                  </a:solidFill>
                </a:rPr>
                <a:t>模块</a:t>
              </a:r>
              <a:endParaRPr lang="en-US" altLang="zh-CN" sz="1400" dirty="0">
                <a:solidFill>
                  <a:schemeClr val="tx1"/>
                </a:solidFill>
              </a:endParaRPr>
            </a:p>
          </p:txBody>
        </p:sp>
        <p:pic>
          <p:nvPicPr>
            <p:cNvPr id="428" name="图形 427" descr="火">
              <a:extLst>
                <a:ext uri="{FF2B5EF4-FFF2-40B4-BE49-F238E27FC236}">
                  <a16:creationId xmlns:a16="http://schemas.microsoft.com/office/drawing/2014/main" id="{69429ABC-D06E-47FD-05A0-4BEB25E482C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118738" y="1549014"/>
              <a:ext cx="244550" cy="244549"/>
            </a:xfrm>
            <a:prstGeom prst="rect">
              <a:avLst/>
            </a:prstGeom>
          </p:spPr>
        </p:pic>
      </p:grpSp>
      <p:cxnSp>
        <p:nvCxnSpPr>
          <p:cNvPr id="430" name="直接箭头连接符 429">
            <a:extLst>
              <a:ext uri="{FF2B5EF4-FFF2-40B4-BE49-F238E27FC236}">
                <a16:creationId xmlns:a16="http://schemas.microsoft.com/office/drawing/2014/main" id="{B0C32A25-0314-526B-FA0C-BDC2133E7BAC}"/>
              </a:ext>
            </a:extLst>
          </p:cNvPr>
          <p:cNvCxnSpPr>
            <a:endCxn id="194" idx="0"/>
          </p:cNvCxnSpPr>
          <p:nvPr/>
        </p:nvCxnSpPr>
        <p:spPr>
          <a:xfrm flipH="1">
            <a:off x="8218967" y="1487128"/>
            <a:ext cx="33660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2" name="直接箭头连接符 431">
            <a:extLst>
              <a:ext uri="{FF2B5EF4-FFF2-40B4-BE49-F238E27FC236}">
                <a16:creationId xmlns:a16="http://schemas.microsoft.com/office/drawing/2014/main" id="{86A1C6BC-D499-ED88-1914-2B2E1E041053}"/>
              </a:ext>
            </a:extLst>
          </p:cNvPr>
          <p:cNvCxnSpPr>
            <a:stCxn id="421" idx="2"/>
          </p:cNvCxnSpPr>
          <p:nvPr/>
        </p:nvCxnSpPr>
        <p:spPr>
          <a:xfrm flipH="1" flipV="1">
            <a:off x="8218967" y="2278942"/>
            <a:ext cx="336605" cy="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4" name="直接箭头连接符 433">
            <a:extLst>
              <a:ext uri="{FF2B5EF4-FFF2-40B4-BE49-F238E27FC236}">
                <a16:creationId xmlns:a16="http://schemas.microsoft.com/office/drawing/2014/main" id="{08CD5034-CA79-93E8-F6A4-6B89F3E09383}"/>
              </a:ext>
            </a:extLst>
          </p:cNvPr>
          <p:cNvCxnSpPr>
            <a:stCxn id="424" idx="2"/>
            <a:endCxn id="21" idx="0"/>
          </p:cNvCxnSpPr>
          <p:nvPr/>
        </p:nvCxnSpPr>
        <p:spPr>
          <a:xfrm flipH="1" flipV="1">
            <a:off x="8272272" y="3062965"/>
            <a:ext cx="283299" cy="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6" name="直接箭头连接符 435">
            <a:extLst>
              <a:ext uri="{FF2B5EF4-FFF2-40B4-BE49-F238E27FC236}">
                <a16:creationId xmlns:a16="http://schemas.microsoft.com/office/drawing/2014/main" id="{5E548617-D96D-2185-9B2E-5AFFC86C2DA9}"/>
              </a:ext>
            </a:extLst>
          </p:cNvPr>
          <p:cNvCxnSpPr/>
          <p:nvPr/>
        </p:nvCxnSpPr>
        <p:spPr>
          <a:xfrm flipH="1">
            <a:off x="8218967" y="3853894"/>
            <a:ext cx="33660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38" name="文本框 437">
                <a:extLst>
                  <a:ext uri="{FF2B5EF4-FFF2-40B4-BE49-F238E27FC236}">
                    <a16:creationId xmlns:a16="http://schemas.microsoft.com/office/drawing/2014/main" id="{B55A5B42-7340-180E-50A4-A9B8E923A325}"/>
                  </a:ext>
                </a:extLst>
              </p:cNvPr>
              <p:cNvSpPr txBox="1"/>
              <p:nvPr/>
            </p:nvSpPr>
            <p:spPr>
              <a:xfrm>
                <a:off x="5941768" y="1183548"/>
                <a:ext cx="763345" cy="3100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sepChr m:val=","/>
                          <m:ctrlPr>
                            <a:rPr lang="zh-CN" altLang="en-US" sz="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en-US" sz="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8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num>
                            <m:den>
                              <m:r>
                                <a:rPr lang="zh-CN" altLang="en-US" sz="80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  <m:e>
                          <m:f>
                            <m:fPr>
                              <m:ctrlPr>
                                <a:rPr lang="zh-CN" altLang="en-US" sz="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80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num>
                            <m:den>
                              <m:r>
                                <a:rPr lang="zh-CN" altLang="en-US" sz="80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zh-CN" altLang="en-US" sz="800" dirty="0"/>
              </a:p>
            </p:txBody>
          </p:sp>
        </mc:Choice>
        <mc:Fallback>
          <p:sp>
            <p:nvSpPr>
              <p:cNvPr id="438" name="文本框 437">
                <a:extLst>
                  <a:ext uri="{FF2B5EF4-FFF2-40B4-BE49-F238E27FC236}">
                    <a16:creationId xmlns:a16="http://schemas.microsoft.com/office/drawing/2014/main" id="{B55A5B42-7340-180E-50A4-A9B8E923A3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1768" y="1183548"/>
                <a:ext cx="763345" cy="31002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9" name="文本框 438">
                <a:extLst>
                  <a:ext uri="{FF2B5EF4-FFF2-40B4-BE49-F238E27FC236}">
                    <a16:creationId xmlns:a16="http://schemas.microsoft.com/office/drawing/2014/main" id="{758D99CD-03DB-F6FE-CE5F-D4C9F68596D0}"/>
                  </a:ext>
                </a:extLst>
              </p:cNvPr>
              <p:cNvSpPr txBox="1"/>
              <p:nvPr/>
            </p:nvSpPr>
            <p:spPr>
              <a:xfrm>
                <a:off x="3479858" y="1190303"/>
                <a:ext cx="763345" cy="3100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sepChr m:val=","/>
                          <m:ctrlPr>
                            <a:rPr lang="zh-CN" altLang="en-US" sz="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en-US" sz="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8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num>
                            <m:den>
                              <m:r>
                                <a:rPr lang="zh-CN" altLang="en-US" sz="80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  <m:e>
                          <m:f>
                            <m:fPr>
                              <m:ctrlPr>
                                <a:rPr lang="zh-CN" altLang="en-US" sz="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80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num>
                            <m:den>
                              <m:r>
                                <a:rPr lang="zh-CN" altLang="en-US" sz="80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zh-CN" altLang="en-US" sz="800" dirty="0"/>
              </a:p>
            </p:txBody>
          </p:sp>
        </mc:Choice>
        <mc:Fallback>
          <p:sp>
            <p:nvSpPr>
              <p:cNvPr id="439" name="文本框 438">
                <a:extLst>
                  <a:ext uri="{FF2B5EF4-FFF2-40B4-BE49-F238E27FC236}">
                    <a16:creationId xmlns:a16="http://schemas.microsoft.com/office/drawing/2014/main" id="{758D99CD-03DB-F6FE-CE5F-D4C9F68596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9858" y="1190303"/>
                <a:ext cx="763345" cy="31002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0" name="文本框 439">
                <a:extLst>
                  <a:ext uri="{FF2B5EF4-FFF2-40B4-BE49-F238E27FC236}">
                    <a16:creationId xmlns:a16="http://schemas.microsoft.com/office/drawing/2014/main" id="{73FDBB9B-AA89-1F5F-5A00-EC84EF9F405E}"/>
                  </a:ext>
                </a:extLst>
              </p:cNvPr>
              <p:cNvSpPr txBox="1"/>
              <p:nvPr/>
            </p:nvSpPr>
            <p:spPr>
              <a:xfrm>
                <a:off x="3458240" y="1973232"/>
                <a:ext cx="763345" cy="3100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sepChr m:val=","/>
                          <m:ctrlPr>
                            <a:rPr lang="zh-CN" altLang="en-US" sz="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en-US" sz="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8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num>
                            <m:den>
                              <m:r>
                                <a:rPr lang="en-US" altLang="zh-CN" sz="800" b="0" i="0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  <m:e>
                          <m:f>
                            <m:fPr>
                              <m:ctrlPr>
                                <a:rPr lang="zh-CN" altLang="en-US" sz="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80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num>
                            <m:den>
                              <m:r>
                                <a:rPr lang="en-US" altLang="zh-CN" sz="800" b="0" i="0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zh-CN" altLang="en-US" sz="800" dirty="0"/>
              </a:p>
            </p:txBody>
          </p:sp>
        </mc:Choice>
        <mc:Fallback>
          <p:sp>
            <p:nvSpPr>
              <p:cNvPr id="440" name="文本框 439">
                <a:extLst>
                  <a:ext uri="{FF2B5EF4-FFF2-40B4-BE49-F238E27FC236}">
                    <a16:creationId xmlns:a16="http://schemas.microsoft.com/office/drawing/2014/main" id="{73FDBB9B-AA89-1F5F-5A00-EC84EF9F40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8240" y="1973232"/>
                <a:ext cx="763345" cy="31002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1" name="文本框 440">
                <a:extLst>
                  <a:ext uri="{FF2B5EF4-FFF2-40B4-BE49-F238E27FC236}">
                    <a16:creationId xmlns:a16="http://schemas.microsoft.com/office/drawing/2014/main" id="{23935879-DF08-323E-EA7F-B91F2C0CE9E0}"/>
                  </a:ext>
                </a:extLst>
              </p:cNvPr>
              <p:cNvSpPr txBox="1"/>
              <p:nvPr/>
            </p:nvSpPr>
            <p:spPr>
              <a:xfrm>
                <a:off x="3479858" y="2735486"/>
                <a:ext cx="763345" cy="3100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sepChr m:val=","/>
                          <m:ctrlPr>
                            <a:rPr lang="zh-CN" altLang="en-US" sz="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en-US" sz="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8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num>
                            <m:den>
                              <m:r>
                                <a:rPr lang="en-US" altLang="zh-CN" sz="800" b="0" i="0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  <m:e>
                          <m:f>
                            <m:fPr>
                              <m:ctrlPr>
                                <a:rPr lang="zh-CN" altLang="en-US" sz="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80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num>
                            <m:den>
                              <m:r>
                                <a:rPr lang="en-US" altLang="zh-CN" sz="800" b="0" i="0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zh-CN" altLang="en-US" sz="800" dirty="0"/>
              </a:p>
            </p:txBody>
          </p:sp>
        </mc:Choice>
        <mc:Fallback>
          <p:sp>
            <p:nvSpPr>
              <p:cNvPr id="441" name="文本框 440">
                <a:extLst>
                  <a:ext uri="{FF2B5EF4-FFF2-40B4-BE49-F238E27FC236}">
                    <a16:creationId xmlns:a16="http://schemas.microsoft.com/office/drawing/2014/main" id="{23935879-DF08-323E-EA7F-B91F2C0CE9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9858" y="2735486"/>
                <a:ext cx="763345" cy="31002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2" name="文本框 441">
                <a:extLst>
                  <a:ext uri="{FF2B5EF4-FFF2-40B4-BE49-F238E27FC236}">
                    <a16:creationId xmlns:a16="http://schemas.microsoft.com/office/drawing/2014/main" id="{A898E6E8-4B8A-0A79-B994-F66E0C8EAAC3}"/>
                  </a:ext>
                </a:extLst>
              </p:cNvPr>
              <p:cNvSpPr txBox="1"/>
              <p:nvPr/>
            </p:nvSpPr>
            <p:spPr>
              <a:xfrm>
                <a:off x="3461644" y="3551990"/>
                <a:ext cx="763345" cy="3100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sepChr m:val=","/>
                          <m:ctrlPr>
                            <a:rPr lang="zh-CN" altLang="en-US" sz="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en-US" sz="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8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num>
                            <m:den>
                              <m:r>
                                <a:rPr lang="en-US" altLang="zh-CN" sz="800" b="0" i="0" smtClean="0">
                                  <a:latin typeface="Cambria Math" panose="02040503050406030204" pitchFamily="18" charset="0"/>
                                </a:rPr>
                                <m:t>32</m:t>
                              </m:r>
                            </m:den>
                          </m:f>
                        </m:e>
                        <m:e>
                          <m:f>
                            <m:fPr>
                              <m:ctrlPr>
                                <a:rPr lang="zh-CN" altLang="en-US" sz="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80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num>
                            <m:den>
                              <m:r>
                                <a:rPr lang="en-US" altLang="zh-CN" sz="800" b="0" i="0" smtClean="0">
                                  <a:latin typeface="Cambria Math" panose="02040503050406030204" pitchFamily="18" charset="0"/>
                                </a:rPr>
                                <m:t>32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zh-CN" altLang="en-US" sz="800" dirty="0"/>
              </a:p>
            </p:txBody>
          </p:sp>
        </mc:Choice>
        <mc:Fallback>
          <p:sp>
            <p:nvSpPr>
              <p:cNvPr id="442" name="文本框 441">
                <a:extLst>
                  <a:ext uri="{FF2B5EF4-FFF2-40B4-BE49-F238E27FC236}">
                    <a16:creationId xmlns:a16="http://schemas.microsoft.com/office/drawing/2014/main" id="{A898E6E8-4B8A-0A79-B994-F66E0C8EAA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1644" y="3551990"/>
                <a:ext cx="763345" cy="31002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3" name="文本框 442">
                <a:extLst>
                  <a:ext uri="{FF2B5EF4-FFF2-40B4-BE49-F238E27FC236}">
                    <a16:creationId xmlns:a16="http://schemas.microsoft.com/office/drawing/2014/main" id="{1500F735-8EF0-9B46-8A02-017383B3AE15}"/>
                  </a:ext>
                </a:extLst>
              </p:cNvPr>
              <p:cNvSpPr txBox="1"/>
              <p:nvPr/>
            </p:nvSpPr>
            <p:spPr>
              <a:xfrm>
                <a:off x="5941768" y="1993469"/>
                <a:ext cx="763345" cy="3100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sepChr m:val=","/>
                          <m:ctrlPr>
                            <a:rPr lang="zh-CN" altLang="en-US" sz="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en-US" sz="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8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num>
                            <m:den>
                              <m:r>
                                <a:rPr lang="en-US" altLang="zh-CN" sz="800" b="0" i="0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  <m:e>
                          <m:f>
                            <m:fPr>
                              <m:ctrlPr>
                                <a:rPr lang="zh-CN" altLang="en-US" sz="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80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num>
                            <m:den>
                              <m:r>
                                <a:rPr lang="en-US" altLang="zh-CN" sz="800" b="0" i="0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zh-CN" altLang="en-US" sz="800" dirty="0"/>
              </a:p>
            </p:txBody>
          </p:sp>
        </mc:Choice>
        <mc:Fallback>
          <p:sp>
            <p:nvSpPr>
              <p:cNvPr id="443" name="文本框 442">
                <a:extLst>
                  <a:ext uri="{FF2B5EF4-FFF2-40B4-BE49-F238E27FC236}">
                    <a16:creationId xmlns:a16="http://schemas.microsoft.com/office/drawing/2014/main" id="{1500F735-8EF0-9B46-8A02-017383B3AE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1768" y="1993469"/>
                <a:ext cx="763345" cy="310021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4" name="文本框 443">
                <a:extLst>
                  <a:ext uri="{FF2B5EF4-FFF2-40B4-BE49-F238E27FC236}">
                    <a16:creationId xmlns:a16="http://schemas.microsoft.com/office/drawing/2014/main" id="{2AC9AD9C-D51F-7D16-892C-C61D0692E77F}"/>
                  </a:ext>
                </a:extLst>
              </p:cNvPr>
              <p:cNvSpPr txBox="1"/>
              <p:nvPr/>
            </p:nvSpPr>
            <p:spPr>
              <a:xfrm>
                <a:off x="5941546" y="2735486"/>
                <a:ext cx="763345" cy="3100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sepChr m:val=","/>
                          <m:ctrlPr>
                            <a:rPr lang="zh-CN" altLang="en-US" sz="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en-US" sz="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8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num>
                            <m:den>
                              <m:r>
                                <a:rPr lang="en-US" altLang="zh-CN" sz="800" b="0" i="0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  <m:e>
                          <m:f>
                            <m:fPr>
                              <m:ctrlPr>
                                <a:rPr lang="zh-CN" altLang="en-US" sz="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80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num>
                            <m:den>
                              <m:r>
                                <a:rPr lang="en-US" altLang="zh-CN" sz="800" b="0" i="0" smtClean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zh-CN" altLang="en-US" sz="800" dirty="0"/>
              </a:p>
            </p:txBody>
          </p:sp>
        </mc:Choice>
        <mc:Fallback>
          <p:sp>
            <p:nvSpPr>
              <p:cNvPr id="444" name="文本框 443">
                <a:extLst>
                  <a:ext uri="{FF2B5EF4-FFF2-40B4-BE49-F238E27FC236}">
                    <a16:creationId xmlns:a16="http://schemas.microsoft.com/office/drawing/2014/main" id="{2AC9AD9C-D51F-7D16-892C-C61D0692E7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1546" y="2735486"/>
                <a:ext cx="763345" cy="310021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5" name="文本框 444">
                <a:extLst>
                  <a:ext uri="{FF2B5EF4-FFF2-40B4-BE49-F238E27FC236}">
                    <a16:creationId xmlns:a16="http://schemas.microsoft.com/office/drawing/2014/main" id="{973C71DA-2D3F-9A29-7C12-C2B9DB49F80E}"/>
                  </a:ext>
                </a:extLst>
              </p:cNvPr>
              <p:cNvSpPr txBox="1"/>
              <p:nvPr/>
            </p:nvSpPr>
            <p:spPr>
              <a:xfrm>
                <a:off x="5937488" y="3559796"/>
                <a:ext cx="763345" cy="3100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sepChr m:val=","/>
                          <m:ctrlPr>
                            <a:rPr lang="zh-CN" altLang="en-US" sz="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en-US" sz="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8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num>
                            <m:den>
                              <m:r>
                                <a:rPr lang="en-US" altLang="zh-CN" sz="800" b="0" i="0" smtClean="0">
                                  <a:latin typeface="Cambria Math" panose="02040503050406030204" pitchFamily="18" charset="0"/>
                                </a:rPr>
                                <m:t>32</m:t>
                              </m:r>
                            </m:den>
                          </m:f>
                        </m:e>
                        <m:e>
                          <m:f>
                            <m:fPr>
                              <m:ctrlPr>
                                <a:rPr lang="zh-CN" altLang="en-US" sz="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80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num>
                            <m:den>
                              <m:r>
                                <a:rPr lang="en-US" altLang="zh-CN" sz="800" b="0" i="0" smtClean="0">
                                  <a:latin typeface="Cambria Math" panose="02040503050406030204" pitchFamily="18" charset="0"/>
                                </a:rPr>
                                <m:t>32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zh-CN" altLang="en-US" sz="800" dirty="0"/>
              </a:p>
            </p:txBody>
          </p:sp>
        </mc:Choice>
        <mc:Fallback>
          <p:sp>
            <p:nvSpPr>
              <p:cNvPr id="445" name="文本框 444">
                <a:extLst>
                  <a:ext uri="{FF2B5EF4-FFF2-40B4-BE49-F238E27FC236}">
                    <a16:creationId xmlns:a16="http://schemas.microsoft.com/office/drawing/2014/main" id="{973C71DA-2D3F-9A29-7C12-C2B9DB49F8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7488" y="3559796"/>
                <a:ext cx="763345" cy="310021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9" name="文本框 448">
                <a:extLst>
                  <a:ext uri="{FF2B5EF4-FFF2-40B4-BE49-F238E27FC236}">
                    <a16:creationId xmlns:a16="http://schemas.microsoft.com/office/drawing/2014/main" id="{D7E3B592-D2BC-7875-AC65-CD27AB7C07C4}"/>
                  </a:ext>
                </a:extLst>
              </p:cNvPr>
              <p:cNvSpPr txBox="1"/>
              <p:nvPr/>
            </p:nvSpPr>
            <p:spPr>
              <a:xfrm>
                <a:off x="3973954" y="1220258"/>
                <a:ext cx="431095" cy="2531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CN" altLang="en-US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sz="1000">
                              <a:latin typeface="Cambria Math" panose="02040503050406030204" pitchFamily="18" charset="0"/>
                            </a:rPr>
                            <m:t>𝖥</m:t>
                          </m:r>
                        </m:e>
                        <m:sub>
                          <m:r>
                            <a:rPr lang="en-US" altLang="zh-CN" sz="1000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CN" sz="1000" i="1">
                              <a:latin typeface="Cambria Math" panose="02040503050406030204" pitchFamily="18" charset="0"/>
                            </a:rPr>
                            <m:t>C</m:t>
                          </m:r>
                        </m:sup>
                      </m:sSubSup>
                    </m:oMath>
                  </m:oMathPara>
                </a14:m>
                <a:endParaRPr lang="zh-CN" altLang="en-US" sz="1000" dirty="0"/>
              </a:p>
            </p:txBody>
          </p:sp>
        </mc:Choice>
        <mc:Fallback>
          <p:sp>
            <p:nvSpPr>
              <p:cNvPr id="449" name="文本框 448">
                <a:extLst>
                  <a:ext uri="{FF2B5EF4-FFF2-40B4-BE49-F238E27FC236}">
                    <a16:creationId xmlns:a16="http://schemas.microsoft.com/office/drawing/2014/main" id="{D7E3B592-D2BC-7875-AC65-CD27AB7C07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3954" y="1220258"/>
                <a:ext cx="431095" cy="253146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0" name="文本框 449">
                <a:extLst>
                  <a:ext uri="{FF2B5EF4-FFF2-40B4-BE49-F238E27FC236}">
                    <a16:creationId xmlns:a16="http://schemas.microsoft.com/office/drawing/2014/main" id="{0B13D433-386B-7BE0-81F5-772F0BE60D78}"/>
                  </a:ext>
                </a:extLst>
              </p:cNvPr>
              <p:cNvSpPr txBox="1"/>
              <p:nvPr/>
            </p:nvSpPr>
            <p:spPr>
              <a:xfrm>
                <a:off x="3973954" y="2019135"/>
                <a:ext cx="431095" cy="2542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CN" altLang="en-US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sz="1000">
                              <a:latin typeface="Cambria Math" panose="02040503050406030204" pitchFamily="18" charset="0"/>
                            </a:rPr>
                            <m:t>𝖥</m:t>
                          </m:r>
                        </m:e>
                        <m:sub>
                          <m:r>
                            <a:rPr lang="en-US" altLang="zh-CN" sz="1000" b="0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CN" sz="1000" i="1">
                              <a:latin typeface="Cambria Math" panose="02040503050406030204" pitchFamily="18" charset="0"/>
                            </a:rPr>
                            <m:t>C</m:t>
                          </m:r>
                        </m:sup>
                      </m:sSubSup>
                    </m:oMath>
                  </m:oMathPara>
                </a14:m>
                <a:endParaRPr lang="zh-CN" altLang="en-US" sz="1000" dirty="0"/>
              </a:p>
            </p:txBody>
          </p:sp>
        </mc:Choice>
        <mc:Fallback>
          <p:sp>
            <p:nvSpPr>
              <p:cNvPr id="450" name="文本框 449">
                <a:extLst>
                  <a:ext uri="{FF2B5EF4-FFF2-40B4-BE49-F238E27FC236}">
                    <a16:creationId xmlns:a16="http://schemas.microsoft.com/office/drawing/2014/main" id="{0B13D433-386B-7BE0-81F5-772F0BE60D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3954" y="2019135"/>
                <a:ext cx="431095" cy="25423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3" name="文本框 452">
                <a:extLst>
                  <a:ext uri="{FF2B5EF4-FFF2-40B4-BE49-F238E27FC236}">
                    <a16:creationId xmlns:a16="http://schemas.microsoft.com/office/drawing/2014/main" id="{6E63017F-32E2-C38B-0C68-45C74F21CC11}"/>
                  </a:ext>
                </a:extLst>
              </p:cNvPr>
              <p:cNvSpPr txBox="1"/>
              <p:nvPr/>
            </p:nvSpPr>
            <p:spPr>
              <a:xfrm>
                <a:off x="3973954" y="2796991"/>
                <a:ext cx="431095" cy="2528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CN" altLang="en-US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sz="1000">
                              <a:latin typeface="Cambria Math" panose="02040503050406030204" pitchFamily="18" charset="0"/>
                            </a:rPr>
                            <m:t>𝖥</m:t>
                          </m:r>
                        </m:e>
                        <m:sub>
                          <m:r>
                            <a:rPr lang="en-US" altLang="zh-CN" sz="1000" b="0" i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CN" sz="1000" i="1">
                              <a:latin typeface="Cambria Math" panose="02040503050406030204" pitchFamily="18" charset="0"/>
                            </a:rPr>
                            <m:t>C</m:t>
                          </m:r>
                        </m:sup>
                      </m:sSubSup>
                    </m:oMath>
                  </m:oMathPara>
                </a14:m>
                <a:endParaRPr lang="zh-CN" altLang="en-US" sz="1000" dirty="0"/>
              </a:p>
            </p:txBody>
          </p:sp>
        </mc:Choice>
        <mc:Fallback>
          <p:sp>
            <p:nvSpPr>
              <p:cNvPr id="453" name="文本框 452">
                <a:extLst>
                  <a:ext uri="{FF2B5EF4-FFF2-40B4-BE49-F238E27FC236}">
                    <a16:creationId xmlns:a16="http://schemas.microsoft.com/office/drawing/2014/main" id="{6E63017F-32E2-C38B-0C68-45C74F21CC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3954" y="2796991"/>
                <a:ext cx="431095" cy="252826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4" name="文本框 453">
                <a:extLst>
                  <a:ext uri="{FF2B5EF4-FFF2-40B4-BE49-F238E27FC236}">
                    <a16:creationId xmlns:a16="http://schemas.microsoft.com/office/drawing/2014/main" id="{7B7D19F7-E6E9-1AF6-52AD-8FAAEA55B753}"/>
                  </a:ext>
                </a:extLst>
              </p:cNvPr>
              <p:cNvSpPr txBox="1"/>
              <p:nvPr/>
            </p:nvSpPr>
            <p:spPr>
              <a:xfrm>
                <a:off x="3973954" y="3604759"/>
                <a:ext cx="431095" cy="2531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CN" altLang="en-US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sz="1000">
                              <a:latin typeface="Cambria Math" panose="02040503050406030204" pitchFamily="18" charset="0"/>
                            </a:rPr>
                            <m:t>𝖥</m:t>
                          </m:r>
                        </m:e>
                        <m:sub>
                          <m:r>
                            <a:rPr lang="zh-CN" altLang="en-US" sz="10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altLang="zh-CN" sz="1000" i="1">
                              <a:latin typeface="Cambria Math" panose="02040503050406030204" pitchFamily="18" charset="0"/>
                            </a:rPr>
                            <m:t>C</m:t>
                          </m:r>
                        </m:sup>
                      </m:sSubSup>
                    </m:oMath>
                  </m:oMathPara>
                </a14:m>
                <a:endParaRPr lang="zh-CN" altLang="en-US" sz="1000" dirty="0"/>
              </a:p>
            </p:txBody>
          </p:sp>
        </mc:Choice>
        <mc:Fallback>
          <p:sp>
            <p:nvSpPr>
              <p:cNvPr id="454" name="文本框 453">
                <a:extLst>
                  <a:ext uri="{FF2B5EF4-FFF2-40B4-BE49-F238E27FC236}">
                    <a16:creationId xmlns:a16="http://schemas.microsoft.com/office/drawing/2014/main" id="{7B7D19F7-E6E9-1AF6-52AD-8FAAEA55B7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3954" y="3604759"/>
                <a:ext cx="431095" cy="253146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5" name="文本框 454">
                <a:extLst>
                  <a:ext uri="{FF2B5EF4-FFF2-40B4-BE49-F238E27FC236}">
                    <a16:creationId xmlns:a16="http://schemas.microsoft.com/office/drawing/2014/main" id="{A27511F9-77FC-1F83-D23D-26CCBDC4427D}"/>
                  </a:ext>
                </a:extLst>
              </p:cNvPr>
              <p:cNvSpPr txBox="1"/>
              <p:nvPr/>
            </p:nvSpPr>
            <p:spPr>
              <a:xfrm>
                <a:off x="5781814" y="1235386"/>
                <a:ext cx="431095" cy="2531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CN" altLang="en-US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sz="1000">
                              <a:latin typeface="Cambria Math" panose="02040503050406030204" pitchFamily="18" charset="0"/>
                            </a:rPr>
                            <m:t>𝖥</m:t>
                          </m:r>
                        </m:e>
                        <m:sub>
                          <m:r>
                            <a:rPr lang="en-US" altLang="zh-CN" sz="1000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1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</m:oMath>
                  </m:oMathPara>
                </a14:m>
                <a:endParaRPr lang="zh-CN" altLang="en-US" sz="1000" dirty="0"/>
              </a:p>
            </p:txBody>
          </p:sp>
        </mc:Choice>
        <mc:Fallback>
          <p:sp>
            <p:nvSpPr>
              <p:cNvPr id="455" name="文本框 454">
                <a:extLst>
                  <a:ext uri="{FF2B5EF4-FFF2-40B4-BE49-F238E27FC236}">
                    <a16:creationId xmlns:a16="http://schemas.microsoft.com/office/drawing/2014/main" id="{A27511F9-77FC-1F83-D23D-26CCBDC442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1814" y="1235386"/>
                <a:ext cx="431095" cy="253146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6" name="文本框 455">
                <a:extLst>
                  <a:ext uri="{FF2B5EF4-FFF2-40B4-BE49-F238E27FC236}">
                    <a16:creationId xmlns:a16="http://schemas.microsoft.com/office/drawing/2014/main" id="{60937B33-9D48-2575-1058-1340B4CC3128}"/>
                  </a:ext>
                </a:extLst>
              </p:cNvPr>
              <p:cNvSpPr txBox="1"/>
              <p:nvPr/>
            </p:nvSpPr>
            <p:spPr>
              <a:xfrm>
                <a:off x="5781814" y="2031429"/>
                <a:ext cx="431095" cy="2531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CN" altLang="en-US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sz="1000">
                              <a:latin typeface="Cambria Math" panose="02040503050406030204" pitchFamily="18" charset="0"/>
                            </a:rPr>
                            <m:t>𝖥</m:t>
                          </m:r>
                        </m:e>
                        <m:sub>
                          <m:r>
                            <a:rPr lang="en-US" altLang="zh-CN" sz="10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CN" sz="1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</m:oMath>
                  </m:oMathPara>
                </a14:m>
                <a:endParaRPr lang="zh-CN" altLang="en-US" sz="1000" dirty="0"/>
              </a:p>
            </p:txBody>
          </p:sp>
        </mc:Choice>
        <mc:Fallback>
          <p:sp>
            <p:nvSpPr>
              <p:cNvPr id="456" name="文本框 455">
                <a:extLst>
                  <a:ext uri="{FF2B5EF4-FFF2-40B4-BE49-F238E27FC236}">
                    <a16:creationId xmlns:a16="http://schemas.microsoft.com/office/drawing/2014/main" id="{60937B33-9D48-2575-1058-1340B4CC31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1814" y="2031429"/>
                <a:ext cx="431095" cy="253146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7" name="文本框 456">
                <a:extLst>
                  <a:ext uri="{FF2B5EF4-FFF2-40B4-BE49-F238E27FC236}">
                    <a16:creationId xmlns:a16="http://schemas.microsoft.com/office/drawing/2014/main" id="{D409C22A-B3BC-2AAD-C061-72AD09BBAB2B}"/>
                  </a:ext>
                </a:extLst>
              </p:cNvPr>
              <p:cNvSpPr txBox="1"/>
              <p:nvPr/>
            </p:nvSpPr>
            <p:spPr>
              <a:xfrm>
                <a:off x="5786448" y="2820233"/>
                <a:ext cx="431095" cy="2531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CN" altLang="en-US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sz="1000">
                              <a:latin typeface="Cambria Math" panose="02040503050406030204" pitchFamily="18" charset="0"/>
                            </a:rPr>
                            <m:t>𝖥</m:t>
                          </m:r>
                        </m:e>
                        <m:sub>
                          <m:r>
                            <a:rPr lang="en-US" altLang="zh-CN" sz="1000" b="0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altLang="zh-CN" sz="1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</m:oMath>
                  </m:oMathPara>
                </a14:m>
                <a:endParaRPr lang="zh-CN" altLang="en-US" sz="1000" dirty="0"/>
              </a:p>
            </p:txBody>
          </p:sp>
        </mc:Choice>
        <mc:Fallback>
          <p:sp>
            <p:nvSpPr>
              <p:cNvPr id="457" name="文本框 456">
                <a:extLst>
                  <a:ext uri="{FF2B5EF4-FFF2-40B4-BE49-F238E27FC236}">
                    <a16:creationId xmlns:a16="http://schemas.microsoft.com/office/drawing/2014/main" id="{D409C22A-B3BC-2AAD-C061-72AD09BBAB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6448" y="2820233"/>
                <a:ext cx="431095" cy="253146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8" name="文本框 457">
                <a:extLst>
                  <a:ext uri="{FF2B5EF4-FFF2-40B4-BE49-F238E27FC236}">
                    <a16:creationId xmlns:a16="http://schemas.microsoft.com/office/drawing/2014/main" id="{AC54CE5A-EC03-46CD-A37E-C3E0F54B063C}"/>
                  </a:ext>
                </a:extLst>
              </p:cNvPr>
              <p:cNvSpPr txBox="1"/>
              <p:nvPr/>
            </p:nvSpPr>
            <p:spPr>
              <a:xfrm>
                <a:off x="5777516" y="3604759"/>
                <a:ext cx="431095" cy="2531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CN" altLang="en-US" sz="1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sz="1000">
                              <a:latin typeface="Cambria Math" panose="02040503050406030204" pitchFamily="18" charset="0"/>
                            </a:rPr>
                            <m:t>𝖥</m:t>
                          </m:r>
                        </m:e>
                        <m:sub>
                          <m:r>
                            <a:rPr lang="en-US" altLang="zh-CN" sz="1000" b="0" i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en-US" altLang="zh-CN" sz="1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</m:oMath>
                  </m:oMathPara>
                </a14:m>
                <a:endParaRPr lang="zh-CN" altLang="en-US" sz="1000" dirty="0"/>
              </a:p>
            </p:txBody>
          </p:sp>
        </mc:Choice>
        <mc:Fallback>
          <p:sp>
            <p:nvSpPr>
              <p:cNvPr id="458" name="文本框 457">
                <a:extLst>
                  <a:ext uri="{FF2B5EF4-FFF2-40B4-BE49-F238E27FC236}">
                    <a16:creationId xmlns:a16="http://schemas.microsoft.com/office/drawing/2014/main" id="{AC54CE5A-EC03-46CD-A37E-C3E0F54B06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7516" y="3604759"/>
                <a:ext cx="431095" cy="253146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0" name="文本框 459">
                <a:extLst>
                  <a:ext uri="{FF2B5EF4-FFF2-40B4-BE49-F238E27FC236}">
                    <a16:creationId xmlns:a16="http://schemas.microsoft.com/office/drawing/2014/main" id="{0B1CA5E0-5C97-6CE1-C12E-EE19B35DA699}"/>
                  </a:ext>
                </a:extLst>
              </p:cNvPr>
              <p:cNvSpPr txBox="1"/>
              <p:nvPr/>
            </p:nvSpPr>
            <p:spPr>
              <a:xfrm>
                <a:off x="3983235" y="5629333"/>
                <a:ext cx="47178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𝐅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60" name="文本框 459">
                <a:extLst>
                  <a:ext uri="{FF2B5EF4-FFF2-40B4-BE49-F238E27FC236}">
                    <a16:creationId xmlns:a16="http://schemas.microsoft.com/office/drawing/2014/main" id="{0B1CA5E0-5C97-6CE1-C12E-EE19B35DA6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3235" y="5629333"/>
                <a:ext cx="471789" cy="276999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1" name="文本框 460">
                <a:extLst>
                  <a:ext uri="{FF2B5EF4-FFF2-40B4-BE49-F238E27FC236}">
                    <a16:creationId xmlns:a16="http://schemas.microsoft.com/office/drawing/2014/main" id="{B4349127-784A-4AC6-EA80-1D3D8614E3CC}"/>
                  </a:ext>
                </a:extLst>
              </p:cNvPr>
              <p:cNvSpPr txBox="1"/>
              <p:nvPr/>
            </p:nvSpPr>
            <p:spPr>
              <a:xfrm>
                <a:off x="4333369" y="5416137"/>
                <a:ext cx="47178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𝐅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61" name="文本框 460">
                <a:extLst>
                  <a:ext uri="{FF2B5EF4-FFF2-40B4-BE49-F238E27FC236}">
                    <a16:creationId xmlns:a16="http://schemas.microsoft.com/office/drawing/2014/main" id="{B4349127-784A-4AC6-EA80-1D3D8614E3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3369" y="5416137"/>
                <a:ext cx="471789" cy="276999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2" name="文本框 461">
                <a:extLst>
                  <a:ext uri="{FF2B5EF4-FFF2-40B4-BE49-F238E27FC236}">
                    <a16:creationId xmlns:a16="http://schemas.microsoft.com/office/drawing/2014/main" id="{3B7181E3-B7BB-2462-CE25-F4C110A1360B}"/>
                  </a:ext>
                </a:extLst>
              </p:cNvPr>
              <p:cNvSpPr txBox="1"/>
              <p:nvPr/>
            </p:nvSpPr>
            <p:spPr>
              <a:xfrm>
                <a:off x="4607093" y="5234162"/>
                <a:ext cx="47178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𝐅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62" name="文本框 461">
                <a:extLst>
                  <a:ext uri="{FF2B5EF4-FFF2-40B4-BE49-F238E27FC236}">
                    <a16:creationId xmlns:a16="http://schemas.microsoft.com/office/drawing/2014/main" id="{3B7181E3-B7BB-2462-CE25-F4C110A136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7093" y="5234162"/>
                <a:ext cx="471789" cy="276999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3" name="文本框 462">
                <a:extLst>
                  <a:ext uri="{FF2B5EF4-FFF2-40B4-BE49-F238E27FC236}">
                    <a16:creationId xmlns:a16="http://schemas.microsoft.com/office/drawing/2014/main" id="{51CD3D93-D37A-7768-789B-154E33614C5E}"/>
                  </a:ext>
                </a:extLst>
              </p:cNvPr>
              <p:cNvSpPr txBox="1"/>
              <p:nvPr/>
            </p:nvSpPr>
            <p:spPr>
              <a:xfrm>
                <a:off x="5142017" y="4989387"/>
                <a:ext cx="47178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1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𝐅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63" name="文本框 462">
                <a:extLst>
                  <a:ext uri="{FF2B5EF4-FFF2-40B4-BE49-F238E27FC236}">
                    <a16:creationId xmlns:a16="http://schemas.microsoft.com/office/drawing/2014/main" id="{51CD3D93-D37A-7768-789B-154E33614C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2017" y="4989387"/>
                <a:ext cx="471789" cy="276999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91546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E8323-BCBF-8BD9-D0D4-F987F8A13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id="{E648018C-7965-04BA-1A94-F9F3C66ECB65}"/>
              </a:ext>
            </a:extLst>
          </p:cNvPr>
          <p:cNvGrpSpPr/>
          <p:nvPr/>
        </p:nvGrpSpPr>
        <p:grpSpPr>
          <a:xfrm rot="16200000">
            <a:off x="3608740" y="1445746"/>
            <a:ext cx="430887" cy="3877534"/>
            <a:chOff x="2864969" y="1829996"/>
            <a:chExt cx="430887" cy="1460459"/>
          </a:xfrm>
        </p:grpSpPr>
        <p:sp>
          <p:nvSpPr>
            <p:cNvPr id="194" name="矩形 193">
              <a:extLst>
                <a:ext uri="{FF2B5EF4-FFF2-40B4-BE49-F238E27FC236}">
                  <a16:creationId xmlns:a16="http://schemas.microsoft.com/office/drawing/2014/main" id="{BDD93041-58C0-0488-358B-02B89E987796}"/>
                </a:ext>
              </a:extLst>
            </p:cNvPr>
            <p:cNvSpPr/>
            <p:nvPr/>
          </p:nvSpPr>
          <p:spPr>
            <a:xfrm>
              <a:off x="2899065" y="1829996"/>
              <a:ext cx="353292" cy="1460459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8" name="文本框 197">
              <a:extLst>
                <a:ext uri="{FF2B5EF4-FFF2-40B4-BE49-F238E27FC236}">
                  <a16:creationId xmlns:a16="http://schemas.microsoft.com/office/drawing/2014/main" id="{1998E7AC-708C-6F0F-3F00-47AC573F528B}"/>
                </a:ext>
              </a:extLst>
            </p:cNvPr>
            <p:cNvSpPr txBox="1"/>
            <p:nvPr/>
          </p:nvSpPr>
          <p:spPr>
            <a:xfrm>
              <a:off x="2864969" y="2232657"/>
              <a:ext cx="430887" cy="956288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Transformer Layer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D5567F7B-EACD-2E1E-C6B8-3F1CECA24F7F}"/>
              </a:ext>
            </a:extLst>
          </p:cNvPr>
          <p:cNvGrpSpPr/>
          <p:nvPr/>
        </p:nvGrpSpPr>
        <p:grpSpPr>
          <a:xfrm rot="16200000">
            <a:off x="3608739" y="777667"/>
            <a:ext cx="430887" cy="3877533"/>
            <a:chOff x="2864985" y="1829996"/>
            <a:chExt cx="430887" cy="1460459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338EB8E5-110D-A31D-B9F8-78B5037B55F3}"/>
                </a:ext>
              </a:extLst>
            </p:cNvPr>
            <p:cNvSpPr/>
            <p:nvPr/>
          </p:nvSpPr>
          <p:spPr>
            <a:xfrm>
              <a:off x="2899065" y="1829996"/>
              <a:ext cx="353292" cy="1460459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511E92C8-444F-5F10-B5EA-66286C959283}"/>
                </a:ext>
              </a:extLst>
            </p:cNvPr>
            <p:cNvSpPr txBox="1"/>
            <p:nvPr/>
          </p:nvSpPr>
          <p:spPr>
            <a:xfrm>
              <a:off x="2864985" y="2232657"/>
              <a:ext cx="430887" cy="956288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Transformer Layer</a:t>
              </a:r>
              <a:endPara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122D14FF-0CF8-9CB5-C556-E0B793846ED0}"/>
              </a:ext>
            </a:extLst>
          </p:cNvPr>
          <p:cNvGrpSpPr/>
          <p:nvPr/>
        </p:nvGrpSpPr>
        <p:grpSpPr>
          <a:xfrm rot="16200000">
            <a:off x="3608739" y="45222"/>
            <a:ext cx="430887" cy="3877533"/>
            <a:chOff x="2864985" y="1829996"/>
            <a:chExt cx="430887" cy="1460459"/>
          </a:xfrm>
        </p:grpSpPr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8526D244-3513-AAEE-AAEF-B816E40FFD41}"/>
                </a:ext>
              </a:extLst>
            </p:cNvPr>
            <p:cNvSpPr/>
            <p:nvPr/>
          </p:nvSpPr>
          <p:spPr>
            <a:xfrm>
              <a:off x="2899065" y="1829996"/>
              <a:ext cx="353292" cy="1460459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F08A8703-FDBD-B2B6-FD26-C85910C44278}"/>
                </a:ext>
              </a:extLst>
            </p:cNvPr>
            <p:cNvSpPr txBox="1"/>
            <p:nvPr/>
          </p:nvSpPr>
          <p:spPr>
            <a:xfrm>
              <a:off x="2864985" y="2232657"/>
              <a:ext cx="430887" cy="956288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Transformer Layer</a:t>
              </a:r>
              <a:endPara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235031C1-E7E1-90DE-0896-AA651C6DF84C}"/>
              </a:ext>
            </a:extLst>
          </p:cNvPr>
          <p:cNvGrpSpPr/>
          <p:nvPr/>
        </p:nvGrpSpPr>
        <p:grpSpPr>
          <a:xfrm>
            <a:off x="1885416" y="3881446"/>
            <a:ext cx="325202" cy="463306"/>
            <a:chOff x="1675460" y="4358528"/>
            <a:chExt cx="325202" cy="463306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ABDF3F6C-B971-DEBF-1106-F30C3B14E1FB}"/>
                </a:ext>
              </a:extLst>
            </p:cNvPr>
            <p:cNvSpPr/>
            <p:nvPr/>
          </p:nvSpPr>
          <p:spPr>
            <a:xfrm>
              <a:off x="1721870" y="4358528"/>
              <a:ext cx="278792" cy="463306"/>
            </a:xfrm>
            <a:prstGeom prst="rect">
              <a:avLst/>
            </a:prstGeom>
            <a:solidFill>
              <a:srgbClr val="D9DAD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3D25418F-AD1A-DBB2-345B-AD50656445B7}"/>
                    </a:ext>
                  </a:extLst>
                </p:cNvPr>
                <p:cNvSpPr txBox="1"/>
                <p:nvPr/>
              </p:nvSpPr>
              <p:spPr>
                <a:xfrm>
                  <a:off x="1675460" y="4389516"/>
                  <a:ext cx="21620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3D25418F-AD1A-DBB2-345B-AD50656445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5460" y="4389516"/>
                  <a:ext cx="216205" cy="369332"/>
                </a:xfrm>
                <a:prstGeom prst="rect">
                  <a:avLst/>
                </a:prstGeom>
                <a:blipFill>
                  <a:blip r:embed="rId2"/>
                  <a:stretch>
                    <a:fillRect r="-6944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3" name="矩形 32">
            <a:extLst>
              <a:ext uri="{FF2B5EF4-FFF2-40B4-BE49-F238E27FC236}">
                <a16:creationId xmlns:a16="http://schemas.microsoft.com/office/drawing/2014/main" id="{2EAF7623-68C6-BE0B-9A03-7F9BE1C74BC9}"/>
              </a:ext>
            </a:extLst>
          </p:cNvPr>
          <p:cNvSpPr/>
          <p:nvPr/>
        </p:nvSpPr>
        <p:spPr>
          <a:xfrm>
            <a:off x="2497305" y="3881446"/>
            <a:ext cx="278792" cy="463306"/>
          </a:xfrm>
          <a:prstGeom prst="rect">
            <a:avLst/>
          </a:prstGeom>
          <a:solidFill>
            <a:srgbClr val="FF66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00ABAF4A-2285-CDDF-1748-538BFA650DD6}"/>
              </a:ext>
            </a:extLst>
          </p:cNvPr>
          <p:cNvSpPr/>
          <p:nvPr/>
        </p:nvSpPr>
        <p:spPr>
          <a:xfrm>
            <a:off x="3062784" y="3881446"/>
            <a:ext cx="278792" cy="463306"/>
          </a:xfrm>
          <a:prstGeom prst="rect">
            <a:avLst/>
          </a:prstGeom>
          <a:solidFill>
            <a:srgbClr val="FF66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1721B93C-6F3F-AF6C-EF17-3AB19609E117}"/>
              </a:ext>
            </a:extLst>
          </p:cNvPr>
          <p:cNvSpPr/>
          <p:nvPr/>
        </p:nvSpPr>
        <p:spPr>
          <a:xfrm>
            <a:off x="3628263" y="3881446"/>
            <a:ext cx="278792" cy="463306"/>
          </a:xfrm>
          <a:prstGeom prst="rect">
            <a:avLst/>
          </a:prstGeom>
          <a:solidFill>
            <a:srgbClr val="D9DAD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01DE9528-FE83-8117-33EE-51BF12A6A550}"/>
              </a:ext>
            </a:extLst>
          </p:cNvPr>
          <p:cNvSpPr/>
          <p:nvPr/>
        </p:nvSpPr>
        <p:spPr>
          <a:xfrm>
            <a:off x="4195141" y="3881446"/>
            <a:ext cx="278792" cy="463306"/>
          </a:xfrm>
          <a:prstGeom prst="rect">
            <a:avLst/>
          </a:prstGeom>
          <a:solidFill>
            <a:srgbClr val="D9DAD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5E438AE6-42C1-AC5B-F131-39AECCF6FB5B}"/>
              </a:ext>
            </a:extLst>
          </p:cNvPr>
          <p:cNvSpPr/>
          <p:nvPr/>
        </p:nvSpPr>
        <p:spPr>
          <a:xfrm>
            <a:off x="4762019" y="3881446"/>
            <a:ext cx="278792" cy="463306"/>
          </a:xfrm>
          <a:prstGeom prst="rect">
            <a:avLst/>
          </a:prstGeom>
          <a:solidFill>
            <a:srgbClr val="D9DAD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5AD1EC33-8D9F-EBBF-3135-0331479D4E8C}"/>
              </a:ext>
            </a:extLst>
          </p:cNvPr>
          <p:cNvSpPr/>
          <p:nvPr/>
        </p:nvSpPr>
        <p:spPr>
          <a:xfrm>
            <a:off x="5328897" y="3881446"/>
            <a:ext cx="278792" cy="463306"/>
          </a:xfrm>
          <a:prstGeom prst="rect">
            <a:avLst/>
          </a:prstGeom>
          <a:solidFill>
            <a:srgbClr val="D9DAD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163CBDD0-936B-CE30-7981-4FCE08F570C3}"/>
              </a:ext>
            </a:extLst>
          </p:cNvPr>
          <p:cNvCxnSpPr>
            <a:stCxn id="8" idx="0"/>
          </p:cNvCxnSpPr>
          <p:nvPr/>
        </p:nvCxnSpPr>
        <p:spPr>
          <a:xfrm flipV="1">
            <a:off x="2071222" y="3565862"/>
            <a:ext cx="4944" cy="31558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8335DD49-E421-CCBB-0F5B-D81841AC28CC}"/>
              </a:ext>
            </a:extLst>
          </p:cNvPr>
          <p:cNvCxnSpPr/>
          <p:nvPr/>
        </p:nvCxnSpPr>
        <p:spPr>
          <a:xfrm flipV="1">
            <a:off x="2631757" y="3565862"/>
            <a:ext cx="4944" cy="31558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507F359B-D25A-490A-3058-4F708DDF6E39}"/>
              </a:ext>
            </a:extLst>
          </p:cNvPr>
          <p:cNvCxnSpPr/>
          <p:nvPr/>
        </p:nvCxnSpPr>
        <p:spPr>
          <a:xfrm flipV="1">
            <a:off x="3199472" y="3565862"/>
            <a:ext cx="4944" cy="31558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直接箭头连接符 191">
            <a:extLst>
              <a:ext uri="{FF2B5EF4-FFF2-40B4-BE49-F238E27FC236}">
                <a16:creationId xmlns:a16="http://schemas.microsoft.com/office/drawing/2014/main" id="{828BE9C0-2F0B-5F92-CE26-C1168D78F687}"/>
              </a:ext>
            </a:extLst>
          </p:cNvPr>
          <p:cNvCxnSpPr/>
          <p:nvPr/>
        </p:nvCxnSpPr>
        <p:spPr>
          <a:xfrm flipV="1">
            <a:off x="3764951" y="3565862"/>
            <a:ext cx="4944" cy="31558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直接箭头连接符 192">
            <a:extLst>
              <a:ext uri="{FF2B5EF4-FFF2-40B4-BE49-F238E27FC236}">
                <a16:creationId xmlns:a16="http://schemas.microsoft.com/office/drawing/2014/main" id="{852A4643-7237-B92F-D1DF-58B809AD1425}"/>
              </a:ext>
            </a:extLst>
          </p:cNvPr>
          <p:cNvCxnSpPr/>
          <p:nvPr/>
        </p:nvCxnSpPr>
        <p:spPr>
          <a:xfrm flipV="1">
            <a:off x="4330430" y="3565862"/>
            <a:ext cx="4944" cy="31558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直接箭头连接符 194">
            <a:extLst>
              <a:ext uri="{FF2B5EF4-FFF2-40B4-BE49-F238E27FC236}">
                <a16:creationId xmlns:a16="http://schemas.microsoft.com/office/drawing/2014/main" id="{9F0029C1-177E-0CA8-C69C-7EE74D0F8BF0}"/>
              </a:ext>
            </a:extLst>
          </p:cNvPr>
          <p:cNvCxnSpPr/>
          <p:nvPr/>
        </p:nvCxnSpPr>
        <p:spPr>
          <a:xfrm flipV="1">
            <a:off x="4898795" y="3565862"/>
            <a:ext cx="4944" cy="31558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直接箭头连接符 195">
            <a:extLst>
              <a:ext uri="{FF2B5EF4-FFF2-40B4-BE49-F238E27FC236}">
                <a16:creationId xmlns:a16="http://schemas.microsoft.com/office/drawing/2014/main" id="{01123BE7-588E-86BC-C74E-361733E4894F}"/>
              </a:ext>
            </a:extLst>
          </p:cNvPr>
          <p:cNvCxnSpPr/>
          <p:nvPr/>
        </p:nvCxnSpPr>
        <p:spPr>
          <a:xfrm flipV="1">
            <a:off x="5460729" y="3565862"/>
            <a:ext cx="4944" cy="31558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7" name="文本框 196">
            <a:extLst>
              <a:ext uri="{FF2B5EF4-FFF2-40B4-BE49-F238E27FC236}">
                <a16:creationId xmlns:a16="http://schemas.microsoft.com/office/drawing/2014/main" id="{DEDA6D74-3B48-2B75-5FF1-296F4B1CC478}"/>
              </a:ext>
            </a:extLst>
          </p:cNvPr>
          <p:cNvSpPr txBox="1"/>
          <p:nvPr/>
        </p:nvSpPr>
        <p:spPr>
          <a:xfrm>
            <a:off x="2750092" y="3844666"/>
            <a:ext cx="4771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...</a:t>
            </a:r>
            <a:endParaRPr lang="zh-CN" altLang="en-US" sz="2000" dirty="0"/>
          </a:p>
        </p:txBody>
      </p:sp>
      <p:sp>
        <p:nvSpPr>
          <p:cNvPr id="199" name="文本框 198">
            <a:extLst>
              <a:ext uri="{FF2B5EF4-FFF2-40B4-BE49-F238E27FC236}">
                <a16:creationId xmlns:a16="http://schemas.microsoft.com/office/drawing/2014/main" id="{CD3372B6-B8E5-0CED-4487-DFC1F0486B01}"/>
              </a:ext>
            </a:extLst>
          </p:cNvPr>
          <p:cNvSpPr txBox="1"/>
          <p:nvPr/>
        </p:nvSpPr>
        <p:spPr>
          <a:xfrm>
            <a:off x="3526366" y="1916209"/>
            <a:ext cx="4771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/>
              <a:t>...</a:t>
            </a:r>
            <a:endParaRPr lang="zh-CN" altLang="en-US" sz="3600" dirty="0"/>
          </a:p>
        </p:txBody>
      </p:sp>
      <p:sp>
        <p:nvSpPr>
          <p:cNvPr id="201" name="文本框 200">
            <a:extLst>
              <a:ext uri="{FF2B5EF4-FFF2-40B4-BE49-F238E27FC236}">
                <a16:creationId xmlns:a16="http://schemas.microsoft.com/office/drawing/2014/main" id="{ECCB9794-7BDF-389B-A0A7-A06FDB73E2B6}"/>
              </a:ext>
            </a:extLst>
          </p:cNvPr>
          <p:cNvSpPr txBox="1"/>
          <p:nvPr/>
        </p:nvSpPr>
        <p:spPr>
          <a:xfrm>
            <a:off x="2510325" y="4559397"/>
            <a:ext cx="7590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latin typeface="黑体" panose="02010609060101010101" pitchFamily="49" charset="-122"/>
                <a:ea typeface="黑体" panose="02010609060101010101" pitchFamily="49" charset="-122"/>
              </a:rPr>
              <a:t>提示嵌入</a:t>
            </a:r>
          </a:p>
        </p:txBody>
      </p:sp>
      <p:sp>
        <p:nvSpPr>
          <p:cNvPr id="202" name="左大括号 201">
            <a:extLst>
              <a:ext uri="{FF2B5EF4-FFF2-40B4-BE49-F238E27FC236}">
                <a16:creationId xmlns:a16="http://schemas.microsoft.com/office/drawing/2014/main" id="{9488C011-CDAF-7E42-6E62-FD078FD098FE}"/>
              </a:ext>
            </a:extLst>
          </p:cNvPr>
          <p:cNvSpPr/>
          <p:nvPr/>
        </p:nvSpPr>
        <p:spPr>
          <a:xfrm rot="16200000">
            <a:off x="2802067" y="4179043"/>
            <a:ext cx="163384" cy="602485"/>
          </a:xfrm>
          <a:prstGeom prst="leftBrace">
            <a:avLst>
              <a:gd name="adj1" fmla="val 11382"/>
              <a:gd name="adj2" fmla="val 50843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3" name="矩形 242">
            <a:extLst>
              <a:ext uri="{FF2B5EF4-FFF2-40B4-BE49-F238E27FC236}">
                <a16:creationId xmlns:a16="http://schemas.microsoft.com/office/drawing/2014/main" id="{54CE6C8C-F156-62D4-48C4-E66CFBDB2D20}"/>
              </a:ext>
            </a:extLst>
          </p:cNvPr>
          <p:cNvSpPr/>
          <p:nvPr/>
        </p:nvSpPr>
        <p:spPr>
          <a:xfrm>
            <a:off x="1544670" y="1531377"/>
            <a:ext cx="4486275" cy="3289630"/>
          </a:xfrm>
          <a:prstGeom prst="rect">
            <a:avLst/>
          </a:prstGeom>
          <a:noFill/>
          <a:ln w="6350"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4" name="左大括号 243">
            <a:extLst>
              <a:ext uri="{FF2B5EF4-FFF2-40B4-BE49-F238E27FC236}">
                <a16:creationId xmlns:a16="http://schemas.microsoft.com/office/drawing/2014/main" id="{F6F6E396-98A9-4F95-6CF7-A4AA96A8ED8F}"/>
              </a:ext>
            </a:extLst>
          </p:cNvPr>
          <p:cNvSpPr/>
          <p:nvPr/>
        </p:nvSpPr>
        <p:spPr>
          <a:xfrm rot="16200000">
            <a:off x="4532440" y="3631106"/>
            <a:ext cx="160804" cy="1695778"/>
          </a:xfrm>
          <a:prstGeom prst="leftBrace">
            <a:avLst>
              <a:gd name="adj1" fmla="val 11382"/>
              <a:gd name="adj2" fmla="val 50843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6" name="文本框 245">
                <a:extLst>
                  <a:ext uri="{FF2B5EF4-FFF2-40B4-BE49-F238E27FC236}">
                    <a16:creationId xmlns:a16="http://schemas.microsoft.com/office/drawing/2014/main" id="{B9E30CFB-266F-F205-A258-CB58670C50FF}"/>
                  </a:ext>
                </a:extLst>
              </p:cNvPr>
              <p:cNvSpPr txBox="1"/>
              <p:nvPr/>
            </p:nvSpPr>
            <p:spPr>
              <a:xfrm>
                <a:off x="4307490" y="4491167"/>
                <a:ext cx="69550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46" name="文本框 245">
                <a:extLst>
                  <a:ext uri="{FF2B5EF4-FFF2-40B4-BE49-F238E27FC236}">
                    <a16:creationId xmlns:a16="http://schemas.microsoft.com/office/drawing/2014/main" id="{B9E30CFB-266F-F205-A258-CB58670C50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490" y="4491167"/>
                <a:ext cx="695509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8" name="连接符: 肘形 247">
            <a:extLst>
              <a:ext uri="{FF2B5EF4-FFF2-40B4-BE49-F238E27FC236}">
                <a16:creationId xmlns:a16="http://schemas.microsoft.com/office/drawing/2014/main" id="{74C8316C-45AB-ABA4-2FB4-20AD4E862928}"/>
              </a:ext>
            </a:extLst>
          </p:cNvPr>
          <p:cNvCxnSpPr>
            <a:cxnSpLocks/>
            <a:stCxn id="243" idx="0"/>
            <a:endCxn id="251" idx="0"/>
          </p:cNvCxnSpPr>
          <p:nvPr/>
        </p:nvCxnSpPr>
        <p:spPr>
          <a:xfrm rot="5400000" flipH="1" flipV="1">
            <a:off x="5307169" y="-141064"/>
            <a:ext cx="153081" cy="3191803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0" name="组合 249">
            <a:extLst>
              <a:ext uri="{FF2B5EF4-FFF2-40B4-BE49-F238E27FC236}">
                <a16:creationId xmlns:a16="http://schemas.microsoft.com/office/drawing/2014/main" id="{AD624CEF-63B4-5A90-C5E2-96D632110F21}"/>
              </a:ext>
            </a:extLst>
          </p:cNvPr>
          <p:cNvGrpSpPr/>
          <p:nvPr/>
        </p:nvGrpSpPr>
        <p:grpSpPr>
          <a:xfrm>
            <a:off x="6979612" y="753629"/>
            <a:ext cx="1819992" cy="1249334"/>
            <a:chOff x="6595580" y="1663783"/>
            <a:chExt cx="1491232" cy="1550673"/>
          </a:xfrm>
        </p:grpSpPr>
        <p:sp>
          <p:nvSpPr>
            <p:cNvPr id="251" name="梯形 250">
              <a:extLst>
                <a:ext uri="{FF2B5EF4-FFF2-40B4-BE49-F238E27FC236}">
                  <a16:creationId xmlns:a16="http://schemas.microsoft.com/office/drawing/2014/main" id="{F589FC8E-543B-1622-939D-8DEC90BAD4C7}"/>
                </a:ext>
              </a:extLst>
            </p:cNvPr>
            <p:cNvSpPr/>
            <p:nvPr/>
          </p:nvSpPr>
          <p:spPr>
            <a:xfrm rot="16200000">
              <a:off x="6565859" y="1693504"/>
              <a:ext cx="1550673" cy="1491232"/>
            </a:xfrm>
            <a:prstGeom prst="trapezoid">
              <a:avLst>
                <a:gd name="adj" fmla="val 26386"/>
              </a:avLst>
            </a:prstGeom>
            <a:solidFill>
              <a:srgbClr val="EAC7C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2" name="文本框 251">
              <a:extLst>
                <a:ext uri="{FF2B5EF4-FFF2-40B4-BE49-F238E27FC236}">
                  <a16:creationId xmlns:a16="http://schemas.microsoft.com/office/drawing/2014/main" id="{AAD8E110-3016-AC26-E486-560FFCA62071}"/>
                </a:ext>
              </a:extLst>
            </p:cNvPr>
            <p:cNvSpPr txBox="1"/>
            <p:nvPr/>
          </p:nvSpPr>
          <p:spPr>
            <a:xfrm>
              <a:off x="6945396" y="2241538"/>
              <a:ext cx="1110706" cy="3540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掩码解码器</a:t>
              </a:r>
            </a:p>
          </p:txBody>
        </p:sp>
      </p:grpSp>
      <p:grpSp>
        <p:nvGrpSpPr>
          <p:cNvPr id="253" name="组合 252">
            <a:extLst>
              <a:ext uri="{FF2B5EF4-FFF2-40B4-BE49-F238E27FC236}">
                <a16:creationId xmlns:a16="http://schemas.microsoft.com/office/drawing/2014/main" id="{24C3DBFC-4F2F-FACF-03C2-100C7C1BF6E3}"/>
              </a:ext>
            </a:extLst>
          </p:cNvPr>
          <p:cNvGrpSpPr/>
          <p:nvPr/>
        </p:nvGrpSpPr>
        <p:grpSpPr>
          <a:xfrm>
            <a:off x="6644795" y="2955765"/>
            <a:ext cx="2783286" cy="503598"/>
            <a:chOff x="6633278" y="1722074"/>
            <a:chExt cx="1894849" cy="1550673"/>
          </a:xfrm>
        </p:grpSpPr>
        <p:sp>
          <p:nvSpPr>
            <p:cNvPr id="254" name="矩形 253">
              <a:extLst>
                <a:ext uri="{FF2B5EF4-FFF2-40B4-BE49-F238E27FC236}">
                  <a16:creationId xmlns:a16="http://schemas.microsoft.com/office/drawing/2014/main" id="{FD727169-7A15-C129-EF9A-9EF00008F3BC}"/>
                </a:ext>
              </a:extLst>
            </p:cNvPr>
            <p:cNvSpPr/>
            <p:nvPr/>
          </p:nvSpPr>
          <p:spPr>
            <a:xfrm rot="16200000">
              <a:off x="6702320" y="1653032"/>
              <a:ext cx="1550673" cy="1688757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5" name="文本框 254">
              <a:extLst>
                <a:ext uri="{FF2B5EF4-FFF2-40B4-BE49-F238E27FC236}">
                  <a16:creationId xmlns:a16="http://schemas.microsoft.com/office/drawing/2014/main" id="{4C639E4A-896A-899B-AF7D-2FB7ED8673F1}"/>
                </a:ext>
              </a:extLst>
            </p:cNvPr>
            <p:cNvSpPr txBox="1"/>
            <p:nvPr/>
          </p:nvSpPr>
          <p:spPr>
            <a:xfrm>
              <a:off x="6923955" y="2031908"/>
              <a:ext cx="1604172" cy="10424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遥感提示编码器</a:t>
              </a:r>
            </a:p>
          </p:txBody>
        </p:sp>
      </p:grpSp>
      <p:cxnSp>
        <p:nvCxnSpPr>
          <p:cNvPr id="258" name="直接箭头连接符 257">
            <a:extLst>
              <a:ext uri="{FF2B5EF4-FFF2-40B4-BE49-F238E27FC236}">
                <a16:creationId xmlns:a16="http://schemas.microsoft.com/office/drawing/2014/main" id="{935651D3-E94B-0562-0071-60D63496798A}"/>
              </a:ext>
            </a:extLst>
          </p:cNvPr>
          <p:cNvCxnSpPr>
            <a:cxnSpLocks/>
            <a:stCxn id="251" idx="2"/>
          </p:cNvCxnSpPr>
          <p:nvPr/>
        </p:nvCxnSpPr>
        <p:spPr>
          <a:xfrm>
            <a:off x="8799603" y="1378296"/>
            <a:ext cx="590962" cy="1235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9" name="矩形 258">
            <a:extLst>
              <a:ext uri="{FF2B5EF4-FFF2-40B4-BE49-F238E27FC236}">
                <a16:creationId xmlns:a16="http://schemas.microsoft.com/office/drawing/2014/main" id="{6A21443D-252F-FF45-5825-C82B4AD303DF}"/>
              </a:ext>
            </a:extLst>
          </p:cNvPr>
          <p:cNvSpPr/>
          <p:nvPr/>
        </p:nvSpPr>
        <p:spPr>
          <a:xfrm>
            <a:off x="6949887" y="3818871"/>
            <a:ext cx="456105" cy="45610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0" name="椭圆 259">
            <a:extLst>
              <a:ext uri="{FF2B5EF4-FFF2-40B4-BE49-F238E27FC236}">
                <a16:creationId xmlns:a16="http://schemas.microsoft.com/office/drawing/2014/main" id="{F483B418-137E-B77C-4642-CD2A206DFDE8}"/>
              </a:ext>
            </a:extLst>
          </p:cNvPr>
          <p:cNvSpPr/>
          <p:nvPr/>
        </p:nvSpPr>
        <p:spPr>
          <a:xfrm>
            <a:off x="7146348" y="4020253"/>
            <a:ext cx="53340" cy="533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1" name="矩形 260">
            <a:extLst>
              <a:ext uri="{FF2B5EF4-FFF2-40B4-BE49-F238E27FC236}">
                <a16:creationId xmlns:a16="http://schemas.microsoft.com/office/drawing/2014/main" id="{36202EE8-369D-120A-4EA5-7E5FA5032D26}"/>
              </a:ext>
            </a:extLst>
          </p:cNvPr>
          <p:cNvSpPr/>
          <p:nvPr/>
        </p:nvSpPr>
        <p:spPr>
          <a:xfrm>
            <a:off x="7657023" y="3818871"/>
            <a:ext cx="456105" cy="45610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2" name="矩形 261">
            <a:extLst>
              <a:ext uri="{FF2B5EF4-FFF2-40B4-BE49-F238E27FC236}">
                <a16:creationId xmlns:a16="http://schemas.microsoft.com/office/drawing/2014/main" id="{F9DE2670-01F9-6A42-4966-1AE68D61315F}"/>
              </a:ext>
            </a:extLst>
          </p:cNvPr>
          <p:cNvSpPr/>
          <p:nvPr/>
        </p:nvSpPr>
        <p:spPr>
          <a:xfrm>
            <a:off x="8364159" y="3815274"/>
            <a:ext cx="456105" cy="45610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3" name="矩形 262">
            <a:extLst>
              <a:ext uri="{FF2B5EF4-FFF2-40B4-BE49-F238E27FC236}">
                <a16:creationId xmlns:a16="http://schemas.microsoft.com/office/drawing/2014/main" id="{4F18ADD8-1B21-AFE2-2147-7DA85A37FF96}"/>
              </a:ext>
            </a:extLst>
          </p:cNvPr>
          <p:cNvSpPr/>
          <p:nvPr/>
        </p:nvSpPr>
        <p:spPr>
          <a:xfrm>
            <a:off x="10461109" y="2955764"/>
            <a:ext cx="456105" cy="45610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4" name="矩形 263">
            <a:extLst>
              <a:ext uri="{FF2B5EF4-FFF2-40B4-BE49-F238E27FC236}">
                <a16:creationId xmlns:a16="http://schemas.microsoft.com/office/drawing/2014/main" id="{72159F76-9984-361C-F073-4376DF1F69DE}"/>
              </a:ext>
            </a:extLst>
          </p:cNvPr>
          <p:cNvSpPr/>
          <p:nvPr/>
        </p:nvSpPr>
        <p:spPr>
          <a:xfrm>
            <a:off x="7741846" y="3887758"/>
            <a:ext cx="155568" cy="15556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5" name="矩形 264">
            <a:extLst>
              <a:ext uri="{FF2B5EF4-FFF2-40B4-BE49-F238E27FC236}">
                <a16:creationId xmlns:a16="http://schemas.microsoft.com/office/drawing/2014/main" id="{F571A780-894C-B5DB-DAF0-A59843DA23FE}"/>
              </a:ext>
            </a:extLst>
          </p:cNvPr>
          <p:cNvSpPr/>
          <p:nvPr/>
        </p:nvSpPr>
        <p:spPr>
          <a:xfrm>
            <a:off x="7920461" y="4085061"/>
            <a:ext cx="117254" cy="1172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6" name="任意多边形: 形状 265">
            <a:extLst>
              <a:ext uri="{FF2B5EF4-FFF2-40B4-BE49-F238E27FC236}">
                <a16:creationId xmlns:a16="http://schemas.microsoft.com/office/drawing/2014/main" id="{BAD74A34-34A4-F737-221D-119784E58298}"/>
              </a:ext>
            </a:extLst>
          </p:cNvPr>
          <p:cNvSpPr/>
          <p:nvPr/>
        </p:nvSpPr>
        <p:spPr>
          <a:xfrm>
            <a:off x="8448183" y="3907477"/>
            <a:ext cx="288055" cy="225552"/>
          </a:xfrm>
          <a:custGeom>
            <a:avLst/>
            <a:gdLst>
              <a:gd name="connsiteX0" fmla="*/ 221440 w 739600"/>
              <a:gd name="connsiteY0" fmla="*/ 0 h 579120"/>
              <a:gd name="connsiteX1" fmla="*/ 221440 w 739600"/>
              <a:gd name="connsiteY1" fmla="*/ 0 h 579120"/>
              <a:gd name="connsiteX2" fmla="*/ 386032 w 739600"/>
              <a:gd name="connsiteY2" fmla="*/ 73152 h 579120"/>
              <a:gd name="connsiteX3" fmla="*/ 672544 w 739600"/>
              <a:gd name="connsiteY3" fmla="*/ 292608 h 579120"/>
              <a:gd name="connsiteX4" fmla="*/ 739600 w 739600"/>
              <a:gd name="connsiteY4" fmla="*/ 353568 h 579120"/>
              <a:gd name="connsiteX5" fmla="*/ 690832 w 739600"/>
              <a:gd name="connsiteY5" fmla="*/ 438912 h 579120"/>
              <a:gd name="connsiteX6" fmla="*/ 617680 w 739600"/>
              <a:gd name="connsiteY6" fmla="*/ 475488 h 579120"/>
              <a:gd name="connsiteX7" fmla="*/ 282400 w 739600"/>
              <a:gd name="connsiteY7" fmla="*/ 573024 h 579120"/>
              <a:gd name="connsiteX8" fmla="*/ 203152 w 739600"/>
              <a:gd name="connsiteY8" fmla="*/ 579120 h 579120"/>
              <a:gd name="connsiteX9" fmla="*/ 50752 w 739600"/>
              <a:gd name="connsiteY9" fmla="*/ 530352 h 579120"/>
              <a:gd name="connsiteX10" fmla="*/ 14176 w 739600"/>
              <a:gd name="connsiteY10" fmla="*/ 335280 h 579120"/>
              <a:gd name="connsiteX11" fmla="*/ 154384 w 739600"/>
              <a:gd name="connsiteY11" fmla="*/ 164592 h 579120"/>
              <a:gd name="connsiteX12" fmla="*/ 184864 w 739600"/>
              <a:gd name="connsiteY12" fmla="*/ 103632 h 579120"/>
              <a:gd name="connsiteX13" fmla="*/ 172672 w 739600"/>
              <a:gd name="connsiteY13" fmla="*/ 48768 h 579120"/>
              <a:gd name="connsiteX14" fmla="*/ 190960 w 739600"/>
              <a:gd name="connsiteY14" fmla="*/ 36576 h 579120"/>
              <a:gd name="connsiteX15" fmla="*/ 221440 w 739600"/>
              <a:gd name="connsiteY15" fmla="*/ 0 h 579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39600" h="579120">
                <a:moveTo>
                  <a:pt x="221440" y="0"/>
                </a:moveTo>
                <a:lnTo>
                  <a:pt x="221440" y="0"/>
                </a:lnTo>
                <a:cubicBezTo>
                  <a:pt x="276304" y="24384"/>
                  <a:pt x="335662" y="40480"/>
                  <a:pt x="386032" y="73152"/>
                </a:cubicBezTo>
                <a:cubicBezTo>
                  <a:pt x="486960" y="138619"/>
                  <a:pt x="587479" y="207543"/>
                  <a:pt x="672544" y="292608"/>
                </a:cubicBezTo>
                <a:cubicBezTo>
                  <a:pt x="726493" y="346557"/>
                  <a:pt x="702184" y="328624"/>
                  <a:pt x="739600" y="353568"/>
                </a:cubicBezTo>
                <a:cubicBezTo>
                  <a:pt x="723344" y="382016"/>
                  <a:pt x="714000" y="415744"/>
                  <a:pt x="690832" y="438912"/>
                </a:cubicBezTo>
                <a:cubicBezTo>
                  <a:pt x="671555" y="458189"/>
                  <a:pt x="642845" y="465003"/>
                  <a:pt x="617680" y="475488"/>
                </a:cubicBezTo>
                <a:cubicBezTo>
                  <a:pt x="483818" y="531264"/>
                  <a:pt x="431784" y="545863"/>
                  <a:pt x="282400" y="573024"/>
                </a:cubicBezTo>
                <a:cubicBezTo>
                  <a:pt x="256333" y="577763"/>
                  <a:pt x="229568" y="577088"/>
                  <a:pt x="203152" y="579120"/>
                </a:cubicBezTo>
                <a:cubicBezTo>
                  <a:pt x="152352" y="562864"/>
                  <a:pt x="95751" y="558988"/>
                  <a:pt x="50752" y="530352"/>
                </a:cubicBezTo>
                <a:cubicBezTo>
                  <a:pt x="-16802" y="487363"/>
                  <a:pt x="-3216" y="395187"/>
                  <a:pt x="14176" y="335280"/>
                </a:cubicBezTo>
                <a:cubicBezTo>
                  <a:pt x="51095" y="208113"/>
                  <a:pt x="83991" y="305379"/>
                  <a:pt x="154384" y="164592"/>
                </a:cubicBezTo>
                <a:lnTo>
                  <a:pt x="184864" y="103632"/>
                </a:lnTo>
                <a:cubicBezTo>
                  <a:pt x="180800" y="85344"/>
                  <a:pt x="170976" y="67425"/>
                  <a:pt x="172672" y="48768"/>
                </a:cubicBezTo>
                <a:cubicBezTo>
                  <a:pt x="173335" y="41472"/>
                  <a:pt x="184158" y="39297"/>
                  <a:pt x="190960" y="36576"/>
                </a:cubicBezTo>
                <a:cubicBezTo>
                  <a:pt x="222836" y="23826"/>
                  <a:pt x="216360" y="6096"/>
                  <a:pt x="221440" y="0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7" name="文本框 266">
            <a:extLst>
              <a:ext uri="{FF2B5EF4-FFF2-40B4-BE49-F238E27FC236}">
                <a16:creationId xmlns:a16="http://schemas.microsoft.com/office/drawing/2014/main" id="{CF6801DC-6CA6-D3A7-C5E2-957194A43FC0}"/>
              </a:ext>
            </a:extLst>
          </p:cNvPr>
          <p:cNvSpPr txBox="1"/>
          <p:nvPr/>
        </p:nvSpPr>
        <p:spPr>
          <a:xfrm>
            <a:off x="10412384" y="3038870"/>
            <a:ext cx="6231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“</a:t>
            </a:r>
            <a:r>
              <a:rPr lang="en-US" altLang="zh-CN" sz="1200" dirty="0"/>
              <a:t>ship</a:t>
            </a:r>
            <a:r>
              <a:rPr lang="zh-CN" altLang="en-US" sz="1200" dirty="0"/>
              <a:t>”</a:t>
            </a:r>
          </a:p>
        </p:txBody>
      </p:sp>
      <p:sp>
        <p:nvSpPr>
          <p:cNvPr id="268" name="左大括号 267">
            <a:extLst>
              <a:ext uri="{FF2B5EF4-FFF2-40B4-BE49-F238E27FC236}">
                <a16:creationId xmlns:a16="http://schemas.microsoft.com/office/drawing/2014/main" id="{1F3276BF-DC2A-D61A-39F3-352EAE385460}"/>
              </a:ext>
            </a:extLst>
          </p:cNvPr>
          <p:cNvSpPr/>
          <p:nvPr/>
        </p:nvSpPr>
        <p:spPr>
          <a:xfrm rot="16200000" flipH="1">
            <a:off x="7759648" y="2791228"/>
            <a:ext cx="250857" cy="1695778"/>
          </a:xfrm>
          <a:prstGeom prst="leftBrace">
            <a:avLst>
              <a:gd name="adj1" fmla="val 11382"/>
              <a:gd name="adj2" fmla="val 50843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9" name="文本框 268">
            <a:extLst>
              <a:ext uri="{FF2B5EF4-FFF2-40B4-BE49-F238E27FC236}">
                <a16:creationId xmlns:a16="http://schemas.microsoft.com/office/drawing/2014/main" id="{0C8241E4-7ECB-587B-CB28-5E640915C363}"/>
              </a:ext>
            </a:extLst>
          </p:cNvPr>
          <p:cNvSpPr txBox="1"/>
          <p:nvPr/>
        </p:nvSpPr>
        <p:spPr>
          <a:xfrm>
            <a:off x="6876240" y="4309516"/>
            <a:ext cx="2169727" cy="2746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点提示   框提示  掩码提示</a:t>
            </a:r>
          </a:p>
        </p:txBody>
      </p:sp>
      <p:cxnSp>
        <p:nvCxnSpPr>
          <p:cNvPr id="271" name="直接箭头连接符 270">
            <a:extLst>
              <a:ext uri="{FF2B5EF4-FFF2-40B4-BE49-F238E27FC236}">
                <a16:creationId xmlns:a16="http://schemas.microsoft.com/office/drawing/2014/main" id="{9178899B-A20B-E3E1-6F4B-DD0608FA98F1}"/>
              </a:ext>
            </a:extLst>
          </p:cNvPr>
          <p:cNvCxnSpPr>
            <a:stCxn id="254" idx="3"/>
            <a:endCxn id="251" idx="1"/>
          </p:cNvCxnSpPr>
          <p:nvPr/>
        </p:nvCxnSpPr>
        <p:spPr>
          <a:xfrm flipV="1">
            <a:off x="7885076" y="1838138"/>
            <a:ext cx="4531" cy="111762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4" name="图片 273">
            <a:extLst>
              <a:ext uri="{FF2B5EF4-FFF2-40B4-BE49-F238E27FC236}">
                <a16:creationId xmlns:a16="http://schemas.microsoft.com/office/drawing/2014/main" id="{0B730915-4365-5568-2720-D09C73E561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8045" y="920209"/>
            <a:ext cx="958526" cy="916172"/>
          </a:xfrm>
          <a:prstGeom prst="rect">
            <a:avLst/>
          </a:prstGeom>
          <a:ln>
            <a:solidFill>
              <a:schemeClr val="accent5">
                <a:lumMod val="20000"/>
                <a:lumOff val="8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276" name="图片 275">
            <a:extLst>
              <a:ext uri="{FF2B5EF4-FFF2-40B4-BE49-F238E27FC236}">
                <a16:creationId xmlns:a16="http://schemas.microsoft.com/office/drawing/2014/main" id="{0620E09D-9352-7653-10DD-0DCF860F28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90684" y="1230340"/>
            <a:ext cx="959582" cy="916172"/>
          </a:xfrm>
          <a:prstGeom prst="rect">
            <a:avLst/>
          </a:prstGeom>
          <a:ln>
            <a:solidFill>
              <a:schemeClr val="accent5">
                <a:lumMod val="20000"/>
                <a:lumOff val="8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281" name="图片 280">
            <a:extLst>
              <a:ext uri="{FF2B5EF4-FFF2-40B4-BE49-F238E27FC236}">
                <a16:creationId xmlns:a16="http://schemas.microsoft.com/office/drawing/2014/main" id="{D504D613-0C9F-6C90-414C-7CF03B0D04A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85631" y="1511334"/>
            <a:ext cx="992221" cy="945308"/>
          </a:xfrm>
          <a:prstGeom prst="rect">
            <a:avLst/>
          </a:prstGeom>
          <a:ln>
            <a:solidFill>
              <a:schemeClr val="accent5">
                <a:lumMod val="20000"/>
                <a:lumOff val="80000"/>
              </a:schemeClr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282" name="文本框 281">
            <a:extLst>
              <a:ext uri="{FF2B5EF4-FFF2-40B4-BE49-F238E27FC236}">
                <a16:creationId xmlns:a16="http://schemas.microsoft.com/office/drawing/2014/main" id="{38794503-2374-3FDE-3290-D61E6341C1DF}"/>
              </a:ext>
            </a:extLst>
          </p:cNvPr>
          <p:cNvSpPr txBox="1"/>
          <p:nvPr/>
        </p:nvSpPr>
        <p:spPr>
          <a:xfrm>
            <a:off x="10306583" y="3445777"/>
            <a:ext cx="834713" cy="2746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文本提示</a:t>
            </a:r>
          </a:p>
        </p:txBody>
      </p:sp>
      <p:cxnSp>
        <p:nvCxnSpPr>
          <p:cNvPr id="284" name="直接箭头连接符 283">
            <a:extLst>
              <a:ext uri="{FF2B5EF4-FFF2-40B4-BE49-F238E27FC236}">
                <a16:creationId xmlns:a16="http://schemas.microsoft.com/office/drawing/2014/main" id="{732B60BA-65FB-3D4A-0DF2-10A1F987A177}"/>
              </a:ext>
            </a:extLst>
          </p:cNvPr>
          <p:cNvCxnSpPr>
            <a:stCxn id="267" idx="1"/>
          </p:cNvCxnSpPr>
          <p:nvPr/>
        </p:nvCxnSpPr>
        <p:spPr>
          <a:xfrm flipH="1" flipV="1">
            <a:off x="9179560" y="3169070"/>
            <a:ext cx="1232824" cy="830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5" name="文本框 284">
            <a:extLst>
              <a:ext uri="{FF2B5EF4-FFF2-40B4-BE49-F238E27FC236}">
                <a16:creationId xmlns:a16="http://schemas.microsoft.com/office/drawing/2014/main" id="{E2518275-588F-EB2A-50D9-BE182CEB2757}"/>
              </a:ext>
            </a:extLst>
          </p:cNvPr>
          <p:cNvSpPr txBox="1"/>
          <p:nvPr/>
        </p:nvSpPr>
        <p:spPr>
          <a:xfrm>
            <a:off x="9258270" y="2858818"/>
            <a:ext cx="15753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遥感语义编码</a:t>
            </a:r>
          </a:p>
        </p:txBody>
      </p:sp>
      <p:pic>
        <p:nvPicPr>
          <p:cNvPr id="287" name="图形 286" descr="火">
            <a:extLst>
              <a:ext uri="{FF2B5EF4-FFF2-40B4-BE49-F238E27FC236}">
                <a16:creationId xmlns:a16="http://schemas.microsoft.com/office/drawing/2014/main" id="{AAB1AFD6-38C4-4BF4-5EE2-5C3D28983A7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047376" y="1169380"/>
            <a:ext cx="387936" cy="387936"/>
          </a:xfrm>
          <a:prstGeom prst="rect">
            <a:avLst/>
          </a:prstGeom>
        </p:spPr>
      </p:pic>
      <p:pic>
        <p:nvPicPr>
          <p:cNvPr id="291" name="图形 290" descr="火">
            <a:extLst>
              <a:ext uri="{FF2B5EF4-FFF2-40B4-BE49-F238E27FC236}">
                <a16:creationId xmlns:a16="http://schemas.microsoft.com/office/drawing/2014/main" id="{A3657B69-F587-8720-34E5-E1797323C30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504125" y="3985467"/>
            <a:ext cx="255264" cy="255264"/>
          </a:xfrm>
          <a:prstGeom prst="rect">
            <a:avLst/>
          </a:prstGeom>
        </p:spPr>
      </p:pic>
      <p:pic>
        <p:nvPicPr>
          <p:cNvPr id="292" name="图形 291" descr="火">
            <a:extLst>
              <a:ext uri="{FF2B5EF4-FFF2-40B4-BE49-F238E27FC236}">
                <a16:creationId xmlns:a16="http://schemas.microsoft.com/office/drawing/2014/main" id="{3B5DBCD1-4D3B-6130-C84C-51FC62D5138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086885" y="3993913"/>
            <a:ext cx="255264" cy="255264"/>
          </a:xfrm>
          <a:prstGeom prst="rect">
            <a:avLst/>
          </a:prstGeom>
        </p:spPr>
      </p:pic>
      <p:pic>
        <p:nvPicPr>
          <p:cNvPr id="293" name="图形 292" descr="雪花">
            <a:extLst>
              <a:ext uri="{FF2B5EF4-FFF2-40B4-BE49-F238E27FC236}">
                <a16:creationId xmlns:a16="http://schemas.microsoft.com/office/drawing/2014/main" id="{9459102A-F893-2466-C900-F604EEA0236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750092" y="1880046"/>
            <a:ext cx="228870" cy="228870"/>
          </a:xfrm>
          <a:prstGeom prst="rect">
            <a:avLst/>
          </a:prstGeom>
        </p:spPr>
      </p:pic>
      <p:pic>
        <p:nvPicPr>
          <p:cNvPr id="294" name="图形 293" descr="雪花">
            <a:extLst>
              <a:ext uri="{FF2B5EF4-FFF2-40B4-BE49-F238E27FC236}">
                <a16:creationId xmlns:a16="http://schemas.microsoft.com/office/drawing/2014/main" id="{3500FD86-EA21-6690-E4BB-C35FA6AC49D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768284" y="2613211"/>
            <a:ext cx="228870" cy="228870"/>
          </a:xfrm>
          <a:prstGeom prst="rect">
            <a:avLst/>
          </a:prstGeom>
        </p:spPr>
      </p:pic>
      <p:pic>
        <p:nvPicPr>
          <p:cNvPr id="295" name="图形 294" descr="雪花">
            <a:extLst>
              <a:ext uri="{FF2B5EF4-FFF2-40B4-BE49-F238E27FC236}">
                <a16:creationId xmlns:a16="http://schemas.microsoft.com/office/drawing/2014/main" id="{766AB414-080C-7D6B-D231-063076E0C64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768284" y="3281152"/>
            <a:ext cx="228870" cy="228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1057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C1913-EA1E-1DF3-04E0-77C729953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id="{147054E6-AE06-3B4C-B556-448C6A5DCE0D}"/>
              </a:ext>
            </a:extLst>
          </p:cNvPr>
          <p:cNvGrpSpPr/>
          <p:nvPr/>
        </p:nvGrpSpPr>
        <p:grpSpPr>
          <a:xfrm rot="16200000">
            <a:off x="5291984" y="2600117"/>
            <a:ext cx="430887" cy="2563479"/>
            <a:chOff x="2864969" y="1829996"/>
            <a:chExt cx="430887" cy="1460459"/>
          </a:xfrm>
        </p:grpSpPr>
        <p:sp>
          <p:nvSpPr>
            <p:cNvPr id="194" name="矩形 193">
              <a:extLst>
                <a:ext uri="{FF2B5EF4-FFF2-40B4-BE49-F238E27FC236}">
                  <a16:creationId xmlns:a16="http://schemas.microsoft.com/office/drawing/2014/main" id="{57FC5A15-FD40-3535-8BC8-2FBC9773E60D}"/>
                </a:ext>
              </a:extLst>
            </p:cNvPr>
            <p:cNvSpPr/>
            <p:nvPr/>
          </p:nvSpPr>
          <p:spPr>
            <a:xfrm>
              <a:off x="2899065" y="1829996"/>
              <a:ext cx="353292" cy="1460459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8" name="文本框 197">
              <a:extLst>
                <a:ext uri="{FF2B5EF4-FFF2-40B4-BE49-F238E27FC236}">
                  <a16:creationId xmlns:a16="http://schemas.microsoft.com/office/drawing/2014/main" id="{C7294BA9-B360-285C-2E39-B39E2E3F444C}"/>
                </a:ext>
              </a:extLst>
            </p:cNvPr>
            <p:cNvSpPr txBox="1"/>
            <p:nvPr/>
          </p:nvSpPr>
          <p:spPr>
            <a:xfrm>
              <a:off x="2864969" y="2232657"/>
              <a:ext cx="430887" cy="956288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Transformer Layer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148D340-E1EA-51C5-BCF2-679C951C6E5A}"/>
              </a:ext>
            </a:extLst>
          </p:cNvPr>
          <p:cNvGrpSpPr/>
          <p:nvPr/>
        </p:nvGrpSpPr>
        <p:grpSpPr>
          <a:xfrm rot="16200000">
            <a:off x="5291983" y="1932037"/>
            <a:ext cx="430887" cy="2563479"/>
            <a:chOff x="2864985" y="1829996"/>
            <a:chExt cx="430887" cy="1460459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1040F92A-2EFA-9596-660A-DF45E21E294A}"/>
                </a:ext>
              </a:extLst>
            </p:cNvPr>
            <p:cNvSpPr/>
            <p:nvPr/>
          </p:nvSpPr>
          <p:spPr>
            <a:xfrm>
              <a:off x="2899065" y="1829996"/>
              <a:ext cx="353292" cy="1460459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139A3E56-2782-D07C-AECD-B8CB46FB22DD}"/>
                </a:ext>
              </a:extLst>
            </p:cNvPr>
            <p:cNvSpPr txBox="1"/>
            <p:nvPr/>
          </p:nvSpPr>
          <p:spPr>
            <a:xfrm>
              <a:off x="2864985" y="2232657"/>
              <a:ext cx="430887" cy="956288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Transformer Layer</a:t>
              </a:r>
              <a:endPara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159A48A4-202D-99CF-D3E4-A30E68CB8793}"/>
              </a:ext>
            </a:extLst>
          </p:cNvPr>
          <p:cNvGrpSpPr/>
          <p:nvPr/>
        </p:nvGrpSpPr>
        <p:grpSpPr>
          <a:xfrm rot="16200000">
            <a:off x="5291984" y="1199593"/>
            <a:ext cx="430887" cy="2563477"/>
            <a:chOff x="2864985" y="1829996"/>
            <a:chExt cx="430887" cy="1460459"/>
          </a:xfrm>
        </p:grpSpPr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30EA35FB-727E-C33B-3CE6-FA3A78C3710F}"/>
                </a:ext>
              </a:extLst>
            </p:cNvPr>
            <p:cNvSpPr/>
            <p:nvPr/>
          </p:nvSpPr>
          <p:spPr>
            <a:xfrm>
              <a:off x="2899065" y="1829996"/>
              <a:ext cx="353292" cy="1460459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CF61B4E5-BF91-3DB0-F5B7-E71E2C098C03}"/>
                </a:ext>
              </a:extLst>
            </p:cNvPr>
            <p:cNvSpPr txBox="1"/>
            <p:nvPr/>
          </p:nvSpPr>
          <p:spPr>
            <a:xfrm>
              <a:off x="2864985" y="2232657"/>
              <a:ext cx="430887" cy="956288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Transformer Layer</a:t>
              </a:r>
              <a:endPara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4B917A53-9E94-E823-A539-C35E19CC3978}"/>
              </a:ext>
            </a:extLst>
          </p:cNvPr>
          <p:cNvGrpSpPr/>
          <p:nvPr/>
        </p:nvGrpSpPr>
        <p:grpSpPr>
          <a:xfrm>
            <a:off x="4222273" y="4378790"/>
            <a:ext cx="325202" cy="463306"/>
            <a:chOff x="1675460" y="4358528"/>
            <a:chExt cx="325202" cy="463306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14739F27-8956-F843-3088-BBB238192E88}"/>
                </a:ext>
              </a:extLst>
            </p:cNvPr>
            <p:cNvSpPr/>
            <p:nvPr/>
          </p:nvSpPr>
          <p:spPr>
            <a:xfrm>
              <a:off x="1721870" y="4358528"/>
              <a:ext cx="278792" cy="463306"/>
            </a:xfrm>
            <a:prstGeom prst="rect">
              <a:avLst/>
            </a:prstGeom>
            <a:solidFill>
              <a:srgbClr val="D9DAD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364A13AA-C131-58A7-C4DC-427FA8F8475C}"/>
                    </a:ext>
                  </a:extLst>
                </p:cNvPr>
                <p:cNvSpPr txBox="1"/>
                <p:nvPr/>
              </p:nvSpPr>
              <p:spPr>
                <a:xfrm>
                  <a:off x="1675460" y="4389516"/>
                  <a:ext cx="21620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364A13AA-C131-58A7-C4DC-427FA8F847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5460" y="4389516"/>
                  <a:ext cx="216205" cy="369332"/>
                </a:xfrm>
                <a:prstGeom prst="rect">
                  <a:avLst/>
                </a:prstGeom>
                <a:blipFill>
                  <a:blip r:embed="rId2"/>
                  <a:stretch>
                    <a:fillRect r="-7142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3" name="矩形 32">
            <a:extLst>
              <a:ext uri="{FF2B5EF4-FFF2-40B4-BE49-F238E27FC236}">
                <a16:creationId xmlns:a16="http://schemas.microsoft.com/office/drawing/2014/main" id="{35A01894-1C23-2027-7E71-B9BD95CDA6CC}"/>
              </a:ext>
            </a:extLst>
          </p:cNvPr>
          <p:cNvSpPr/>
          <p:nvPr/>
        </p:nvSpPr>
        <p:spPr>
          <a:xfrm>
            <a:off x="4834162" y="4378790"/>
            <a:ext cx="278792" cy="463306"/>
          </a:xfrm>
          <a:prstGeom prst="rect">
            <a:avLst/>
          </a:prstGeom>
          <a:solidFill>
            <a:srgbClr val="FF66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27F7EB80-19E2-4309-5606-C935DB9AAE76}"/>
              </a:ext>
            </a:extLst>
          </p:cNvPr>
          <p:cNvSpPr/>
          <p:nvPr/>
        </p:nvSpPr>
        <p:spPr>
          <a:xfrm>
            <a:off x="5399641" y="4378790"/>
            <a:ext cx="278792" cy="463306"/>
          </a:xfrm>
          <a:prstGeom prst="rect">
            <a:avLst/>
          </a:prstGeom>
          <a:solidFill>
            <a:srgbClr val="FF66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F11C4504-C7B4-6848-AA22-191EECB2D9F8}"/>
              </a:ext>
            </a:extLst>
          </p:cNvPr>
          <p:cNvSpPr/>
          <p:nvPr/>
        </p:nvSpPr>
        <p:spPr>
          <a:xfrm>
            <a:off x="5965120" y="4378790"/>
            <a:ext cx="278792" cy="463306"/>
          </a:xfrm>
          <a:prstGeom prst="rect">
            <a:avLst/>
          </a:prstGeom>
          <a:solidFill>
            <a:srgbClr val="D9DAD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669657AF-936A-A1AB-1D1C-58A75F930711}"/>
              </a:ext>
            </a:extLst>
          </p:cNvPr>
          <p:cNvSpPr/>
          <p:nvPr/>
        </p:nvSpPr>
        <p:spPr>
          <a:xfrm>
            <a:off x="6531998" y="4378790"/>
            <a:ext cx="278792" cy="463306"/>
          </a:xfrm>
          <a:prstGeom prst="rect">
            <a:avLst/>
          </a:prstGeom>
          <a:solidFill>
            <a:srgbClr val="D9DAD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135217AE-E447-8F0A-DC8F-9BEB87FEB47D}"/>
              </a:ext>
            </a:extLst>
          </p:cNvPr>
          <p:cNvCxnSpPr>
            <a:stCxn id="8" idx="0"/>
          </p:cNvCxnSpPr>
          <p:nvPr/>
        </p:nvCxnSpPr>
        <p:spPr>
          <a:xfrm flipV="1">
            <a:off x="4408079" y="4063206"/>
            <a:ext cx="4944" cy="31558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601860D2-64E6-D2D5-F021-C41C39E375C1}"/>
              </a:ext>
            </a:extLst>
          </p:cNvPr>
          <p:cNvCxnSpPr/>
          <p:nvPr/>
        </p:nvCxnSpPr>
        <p:spPr>
          <a:xfrm flipV="1">
            <a:off x="4968614" y="4063206"/>
            <a:ext cx="4944" cy="31558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D3523E71-D547-5515-3239-59B20AEA59AB}"/>
              </a:ext>
            </a:extLst>
          </p:cNvPr>
          <p:cNvCxnSpPr/>
          <p:nvPr/>
        </p:nvCxnSpPr>
        <p:spPr>
          <a:xfrm flipV="1">
            <a:off x="5536329" y="4063206"/>
            <a:ext cx="4944" cy="31558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直接箭头连接符 191">
            <a:extLst>
              <a:ext uri="{FF2B5EF4-FFF2-40B4-BE49-F238E27FC236}">
                <a16:creationId xmlns:a16="http://schemas.microsoft.com/office/drawing/2014/main" id="{FE9BCABF-4E9B-BD8D-A354-81B50678ED96}"/>
              </a:ext>
            </a:extLst>
          </p:cNvPr>
          <p:cNvCxnSpPr/>
          <p:nvPr/>
        </p:nvCxnSpPr>
        <p:spPr>
          <a:xfrm flipV="1">
            <a:off x="6101808" y="4063206"/>
            <a:ext cx="4944" cy="31558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直接箭头连接符 192">
            <a:extLst>
              <a:ext uri="{FF2B5EF4-FFF2-40B4-BE49-F238E27FC236}">
                <a16:creationId xmlns:a16="http://schemas.microsoft.com/office/drawing/2014/main" id="{DF16D072-683C-B75E-EB6E-73C4A0373108}"/>
              </a:ext>
            </a:extLst>
          </p:cNvPr>
          <p:cNvCxnSpPr/>
          <p:nvPr/>
        </p:nvCxnSpPr>
        <p:spPr>
          <a:xfrm flipV="1">
            <a:off x="6667287" y="4063206"/>
            <a:ext cx="4944" cy="31558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7" name="文本框 196">
            <a:extLst>
              <a:ext uri="{FF2B5EF4-FFF2-40B4-BE49-F238E27FC236}">
                <a16:creationId xmlns:a16="http://schemas.microsoft.com/office/drawing/2014/main" id="{A9387947-0507-8742-FAEC-08A03B44B960}"/>
              </a:ext>
            </a:extLst>
          </p:cNvPr>
          <p:cNvSpPr txBox="1"/>
          <p:nvPr/>
        </p:nvSpPr>
        <p:spPr>
          <a:xfrm>
            <a:off x="5086949" y="4342010"/>
            <a:ext cx="4771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...</a:t>
            </a:r>
            <a:endParaRPr lang="zh-CN" altLang="en-US" sz="2000" dirty="0"/>
          </a:p>
        </p:txBody>
      </p:sp>
      <p:sp>
        <p:nvSpPr>
          <p:cNvPr id="199" name="文本框 198">
            <a:extLst>
              <a:ext uri="{FF2B5EF4-FFF2-40B4-BE49-F238E27FC236}">
                <a16:creationId xmlns:a16="http://schemas.microsoft.com/office/drawing/2014/main" id="{12AB383B-B2D1-73A5-4898-D35D968A00AE}"/>
              </a:ext>
            </a:extLst>
          </p:cNvPr>
          <p:cNvSpPr txBox="1"/>
          <p:nvPr/>
        </p:nvSpPr>
        <p:spPr>
          <a:xfrm>
            <a:off x="4552583" y="2413553"/>
            <a:ext cx="4771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/>
              <a:t>...</a:t>
            </a:r>
            <a:endParaRPr lang="zh-CN" altLang="en-US" sz="3600" dirty="0"/>
          </a:p>
        </p:txBody>
      </p:sp>
      <p:sp>
        <p:nvSpPr>
          <p:cNvPr id="243" name="矩形 242">
            <a:extLst>
              <a:ext uri="{FF2B5EF4-FFF2-40B4-BE49-F238E27FC236}">
                <a16:creationId xmlns:a16="http://schemas.microsoft.com/office/drawing/2014/main" id="{976002B2-CAF5-87C7-7ADE-BFE4D0130CD2}"/>
              </a:ext>
            </a:extLst>
          </p:cNvPr>
          <p:cNvSpPr/>
          <p:nvPr/>
        </p:nvSpPr>
        <p:spPr>
          <a:xfrm>
            <a:off x="3962709" y="2028721"/>
            <a:ext cx="3436205" cy="3052767"/>
          </a:xfrm>
          <a:prstGeom prst="rect">
            <a:avLst/>
          </a:prstGeom>
          <a:noFill/>
          <a:ln w="6350"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48" name="连接符: 肘形 247">
            <a:extLst>
              <a:ext uri="{FF2B5EF4-FFF2-40B4-BE49-F238E27FC236}">
                <a16:creationId xmlns:a16="http://schemas.microsoft.com/office/drawing/2014/main" id="{D5F76381-4AE7-6481-AF67-6C3DDCAC8BF6}"/>
              </a:ext>
            </a:extLst>
          </p:cNvPr>
          <p:cNvCxnSpPr>
            <a:cxnSpLocks/>
            <a:stCxn id="243" idx="3"/>
            <a:endCxn id="251" idx="0"/>
          </p:cNvCxnSpPr>
          <p:nvPr/>
        </p:nvCxnSpPr>
        <p:spPr>
          <a:xfrm flipV="1">
            <a:off x="7398914" y="2436727"/>
            <a:ext cx="830377" cy="1118378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0" name="组合 249">
            <a:extLst>
              <a:ext uri="{FF2B5EF4-FFF2-40B4-BE49-F238E27FC236}">
                <a16:creationId xmlns:a16="http://schemas.microsoft.com/office/drawing/2014/main" id="{73EF988E-5A28-3202-A543-8820EB94EC4A}"/>
              </a:ext>
            </a:extLst>
          </p:cNvPr>
          <p:cNvGrpSpPr/>
          <p:nvPr/>
        </p:nvGrpSpPr>
        <p:grpSpPr>
          <a:xfrm>
            <a:off x="8229292" y="1812060"/>
            <a:ext cx="1819992" cy="1249334"/>
            <a:chOff x="6595580" y="1663783"/>
            <a:chExt cx="1491232" cy="1550673"/>
          </a:xfrm>
        </p:grpSpPr>
        <p:sp>
          <p:nvSpPr>
            <p:cNvPr id="251" name="梯形 250">
              <a:extLst>
                <a:ext uri="{FF2B5EF4-FFF2-40B4-BE49-F238E27FC236}">
                  <a16:creationId xmlns:a16="http://schemas.microsoft.com/office/drawing/2014/main" id="{B296C91E-F4BF-57AE-B7D1-A9AF5B3BF6A8}"/>
                </a:ext>
              </a:extLst>
            </p:cNvPr>
            <p:cNvSpPr/>
            <p:nvPr/>
          </p:nvSpPr>
          <p:spPr>
            <a:xfrm rot="16200000">
              <a:off x="6565859" y="1693504"/>
              <a:ext cx="1550673" cy="1491232"/>
            </a:xfrm>
            <a:prstGeom prst="trapezoid">
              <a:avLst>
                <a:gd name="adj" fmla="val 26386"/>
              </a:avLst>
            </a:prstGeom>
            <a:solidFill>
              <a:srgbClr val="EAC7C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2" name="文本框 251">
              <a:extLst>
                <a:ext uri="{FF2B5EF4-FFF2-40B4-BE49-F238E27FC236}">
                  <a16:creationId xmlns:a16="http://schemas.microsoft.com/office/drawing/2014/main" id="{AD2185B8-BFF8-F5B0-7D8E-A927470B61B6}"/>
                </a:ext>
              </a:extLst>
            </p:cNvPr>
            <p:cNvSpPr txBox="1"/>
            <p:nvPr/>
          </p:nvSpPr>
          <p:spPr>
            <a:xfrm>
              <a:off x="6945396" y="2241538"/>
              <a:ext cx="1110706" cy="4584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解码器</a:t>
              </a:r>
            </a:p>
          </p:txBody>
        </p:sp>
      </p:grpSp>
      <p:grpSp>
        <p:nvGrpSpPr>
          <p:cNvPr id="253" name="组合 252">
            <a:extLst>
              <a:ext uri="{FF2B5EF4-FFF2-40B4-BE49-F238E27FC236}">
                <a16:creationId xmlns:a16="http://schemas.microsoft.com/office/drawing/2014/main" id="{A9881DE7-6C1D-3433-F0F9-922FC8A02FBD}"/>
              </a:ext>
            </a:extLst>
          </p:cNvPr>
          <p:cNvGrpSpPr/>
          <p:nvPr/>
        </p:nvGrpSpPr>
        <p:grpSpPr>
          <a:xfrm>
            <a:off x="7894475" y="3766546"/>
            <a:ext cx="2783286" cy="503598"/>
            <a:chOff x="6633278" y="1722074"/>
            <a:chExt cx="1894849" cy="1550673"/>
          </a:xfrm>
        </p:grpSpPr>
        <p:sp>
          <p:nvSpPr>
            <p:cNvPr id="254" name="矩形 253">
              <a:extLst>
                <a:ext uri="{FF2B5EF4-FFF2-40B4-BE49-F238E27FC236}">
                  <a16:creationId xmlns:a16="http://schemas.microsoft.com/office/drawing/2014/main" id="{75A4DE02-FDA7-3442-3AEB-E06CF3E0A5FE}"/>
                </a:ext>
              </a:extLst>
            </p:cNvPr>
            <p:cNvSpPr/>
            <p:nvPr/>
          </p:nvSpPr>
          <p:spPr>
            <a:xfrm rot="16200000">
              <a:off x="6702320" y="1653032"/>
              <a:ext cx="1550673" cy="1688757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5" name="文本框 254">
              <a:extLst>
                <a:ext uri="{FF2B5EF4-FFF2-40B4-BE49-F238E27FC236}">
                  <a16:creationId xmlns:a16="http://schemas.microsoft.com/office/drawing/2014/main" id="{18CD4EB3-F420-9795-C2C0-A98832C39232}"/>
                </a:ext>
              </a:extLst>
            </p:cNvPr>
            <p:cNvSpPr txBox="1"/>
            <p:nvPr/>
          </p:nvSpPr>
          <p:spPr>
            <a:xfrm>
              <a:off x="6923955" y="2031908"/>
              <a:ext cx="1604172" cy="10424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遥感提示编码器</a:t>
              </a:r>
            </a:p>
          </p:txBody>
        </p:sp>
      </p:grpSp>
      <p:sp>
        <p:nvSpPr>
          <p:cNvPr id="259" name="矩形 258">
            <a:extLst>
              <a:ext uri="{FF2B5EF4-FFF2-40B4-BE49-F238E27FC236}">
                <a16:creationId xmlns:a16="http://schemas.microsoft.com/office/drawing/2014/main" id="{2894967F-CFE2-3048-DBA9-99A8FEA179ED}"/>
              </a:ext>
            </a:extLst>
          </p:cNvPr>
          <p:cNvSpPr/>
          <p:nvPr/>
        </p:nvSpPr>
        <p:spPr>
          <a:xfrm>
            <a:off x="8199567" y="4629652"/>
            <a:ext cx="456105" cy="45610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0" name="椭圆 259">
            <a:extLst>
              <a:ext uri="{FF2B5EF4-FFF2-40B4-BE49-F238E27FC236}">
                <a16:creationId xmlns:a16="http://schemas.microsoft.com/office/drawing/2014/main" id="{E59FB5B3-CC42-3629-1B25-76D5DB658EF6}"/>
              </a:ext>
            </a:extLst>
          </p:cNvPr>
          <p:cNvSpPr/>
          <p:nvPr/>
        </p:nvSpPr>
        <p:spPr>
          <a:xfrm>
            <a:off x="8396028" y="4831034"/>
            <a:ext cx="53340" cy="533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1" name="矩形 260">
            <a:extLst>
              <a:ext uri="{FF2B5EF4-FFF2-40B4-BE49-F238E27FC236}">
                <a16:creationId xmlns:a16="http://schemas.microsoft.com/office/drawing/2014/main" id="{D08BE7A1-4D56-2552-81F2-FF3AE7C8DC4D}"/>
              </a:ext>
            </a:extLst>
          </p:cNvPr>
          <p:cNvSpPr/>
          <p:nvPr/>
        </p:nvSpPr>
        <p:spPr>
          <a:xfrm>
            <a:off x="8906703" y="4629652"/>
            <a:ext cx="456105" cy="45610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2" name="矩形 261">
            <a:extLst>
              <a:ext uri="{FF2B5EF4-FFF2-40B4-BE49-F238E27FC236}">
                <a16:creationId xmlns:a16="http://schemas.microsoft.com/office/drawing/2014/main" id="{B384F91C-8BCB-FB0B-C2A2-9414F77628BA}"/>
              </a:ext>
            </a:extLst>
          </p:cNvPr>
          <p:cNvSpPr/>
          <p:nvPr/>
        </p:nvSpPr>
        <p:spPr>
          <a:xfrm>
            <a:off x="9613839" y="4626055"/>
            <a:ext cx="456105" cy="45610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4" name="矩形 263">
            <a:extLst>
              <a:ext uri="{FF2B5EF4-FFF2-40B4-BE49-F238E27FC236}">
                <a16:creationId xmlns:a16="http://schemas.microsoft.com/office/drawing/2014/main" id="{03A57380-15DC-C9F9-632B-7C692AE3448D}"/>
              </a:ext>
            </a:extLst>
          </p:cNvPr>
          <p:cNvSpPr/>
          <p:nvPr/>
        </p:nvSpPr>
        <p:spPr>
          <a:xfrm>
            <a:off x="8991526" y="4698539"/>
            <a:ext cx="155568" cy="15556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5" name="矩形 264">
            <a:extLst>
              <a:ext uri="{FF2B5EF4-FFF2-40B4-BE49-F238E27FC236}">
                <a16:creationId xmlns:a16="http://schemas.microsoft.com/office/drawing/2014/main" id="{468C5CDB-AA91-33C1-ADB6-8353E6238D90}"/>
              </a:ext>
            </a:extLst>
          </p:cNvPr>
          <p:cNvSpPr/>
          <p:nvPr/>
        </p:nvSpPr>
        <p:spPr>
          <a:xfrm>
            <a:off x="9170141" y="4895842"/>
            <a:ext cx="117254" cy="1172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6" name="任意多边形: 形状 265">
            <a:extLst>
              <a:ext uri="{FF2B5EF4-FFF2-40B4-BE49-F238E27FC236}">
                <a16:creationId xmlns:a16="http://schemas.microsoft.com/office/drawing/2014/main" id="{58529193-C115-A249-4493-AB0E34760D85}"/>
              </a:ext>
            </a:extLst>
          </p:cNvPr>
          <p:cNvSpPr/>
          <p:nvPr/>
        </p:nvSpPr>
        <p:spPr>
          <a:xfrm>
            <a:off x="9697863" y="4718258"/>
            <a:ext cx="288055" cy="225552"/>
          </a:xfrm>
          <a:custGeom>
            <a:avLst/>
            <a:gdLst>
              <a:gd name="connsiteX0" fmla="*/ 221440 w 739600"/>
              <a:gd name="connsiteY0" fmla="*/ 0 h 579120"/>
              <a:gd name="connsiteX1" fmla="*/ 221440 w 739600"/>
              <a:gd name="connsiteY1" fmla="*/ 0 h 579120"/>
              <a:gd name="connsiteX2" fmla="*/ 386032 w 739600"/>
              <a:gd name="connsiteY2" fmla="*/ 73152 h 579120"/>
              <a:gd name="connsiteX3" fmla="*/ 672544 w 739600"/>
              <a:gd name="connsiteY3" fmla="*/ 292608 h 579120"/>
              <a:gd name="connsiteX4" fmla="*/ 739600 w 739600"/>
              <a:gd name="connsiteY4" fmla="*/ 353568 h 579120"/>
              <a:gd name="connsiteX5" fmla="*/ 690832 w 739600"/>
              <a:gd name="connsiteY5" fmla="*/ 438912 h 579120"/>
              <a:gd name="connsiteX6" fmla="*/ 617680 w 739600"/>
              <a:gd name="connsiteY6" fmla="*/ 475488 h 579120"/>
              <a:gd name="connsiteX7" fmla="*/ 282400 w 739600"/>
              <a:gd name="connsiteY7" fmla="*/ 573024 h 579120"/>
              <a:gd name="connsiteX8" fmla="*/ 203152 w 739600"/>
              <a:gd name="connsiteY8" fmla="*/ 579120 h 579120"/>
              <a:gd name="connsiteX9" fmla="*/ 50752 w 739600"/>
              <a:gd name="connsiteY9" fmla="*/ 530352 h 579120"/>
              <a:gd name="connsiteX10" fmla="*/ 14176 w 739600"/>
              <a:gd name="connsiteY10" fmla="*/ 335280 h 579120"/>
              <a:gd name="connsiteX11" fmla="*/ 154384 w 739600"/>
              <a:gd name="connsiteY11" fmla="*/ 164592 h 579120"/>
              <a:gd name="connsiteX12" fmla="*/ 184864 w 739600"/>
              <a:gd name="connsiteY12" fmla="*/ 103632 h 579120"/>
              <a:gd name="connsiteX13" fmla="*/ 172672 w 739600"/>
              <a:gd name="connsiteY13" fmla="*/ 48768 h 579120"/>
              <a:gd name="connsiteX14" fmla="*/ 190960 w 739600"/>
              <a:gd name="connsiteY14" fmla="*/ 36576 h 579120"/>
              <a:gd name="connsiteX15" fmla="*/ 221440 w 739600"/>
              <a:gd name="connsiteY15" fmla="*/ 0 h 579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39600" h="579120">
                <a:moveTo>
                  <a:pt x="221440" y="0"/>
                </a:moveTo>
                <a:lnTo>
                  <a:pt x="221440" y="0"/>
                </a:lnTo>
                <a:cubicBezTo>
                  <a:pt x="276304" y="24384"/>
                  <a:pt x="335662" y="40480"/>
                  <a:pt x="386032" y="73152"/>
                </a:cubicBezTo>
                <a:cubicBezTo>
                  <a:pt x="486960" y="138619"/>
                  <a:pt x="587479" y="207543"/>
                  <a:pt x="672544" y="292608"/>
                </a:cubicBezTo>
                <a:cubicBezTo>
                  <a:pt x="726493" y="346557"/>
                  <a:pt x="702184" y="328624"/>
                  <a:pt x="739600" y="353568"/>
                </a:cubicBezTo>
                <a:cubicBezTo>
                  <a:pt x="723344" y="382016"/>
                  <a:pt x="714000" y="415744"/>
                  <a:pt x="690832" y="438912"/>
                </a:cubicBezTo>
                <a:cubicBezTo>
                  <a:pt x="671555" y="458189"/>
                  <a:pt x="642845" y="465003"/>
                  <a:pt x="617680" y="475488"/>
                </a:cubicBezTo>
                <a:cubicBezTo>
                  <a:pt x="483818" y="531264"/>
                  <a:pt x="431784" y="545863"/>
                  <a:pt x="282400" y="573024"/>
                </a:cubicBezTo>
                <a:cubicBezTo>
                  <a:pt x="256333" y="577763"/>
                  <a:pt x="229568" y="577088"/>
                  <a:pt x="203152" y="579120"/>
                </a:cubicBezTo>
                <a:cubicBezTo>
                  <a:pt x="152352" y="562864"/>
                  <a:pt x="95751" y="558988"/>
                  <a:pt x="50752" y="530352"/>
                </a:cubicBezTo>
                <a:cubicBezTo>
                  <a:pt x="-16802" y="487363"/>
                  <a:pt x="-3216" y="395187"/>
                  <a:pt x="14176" y="335280"/>
                </a:cubicBezTo>
                <a:cubicBezTo>
                  <a:pt x="51095" y="208113"/>
                  <a:pt x="83991" y="305379"/>
                  <a:pt x="154384" y="164592"/>
                </a:cubicBezTo>
                <a:lnTo>
                  <a:pt x="184864" y="103632"/>
                </a:lnTo>
                <a:cubicBezTo>
                  <a:pt x="180800" y="85344"/>
                  <a:pt x="170976" y="67425"/>
                  <a:pt x="172672" y="48768"/>
                </a:cubicBezTo>
                <a:cubicBezTo>
                  <a:pt x="173335" y="41472"/>
                  <a:pt x="184158" y="39297"/>
                  <a:pt x="190960" y="36576"/>
                </a:cubicBezTo>
                <a:cubicBezTo>
                  <a:pt x="222836" y="23826"/>
                  <a:pt x="216360" y="6096"/>
                  <a:pt x="221440" y="0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8" name="左大括号 267">
            <a:extLst>
              <a:ext uri="{FF2B5EF4-FFF2-40B4-BE49-F238E27FC236}">
                <a16:creationId xmlns:a16="http://schemas.microsoft.com/office/drawing/2014/main" id="{FAA78514-88BC-1CD7-E811-1CC35B022325}"/>
              </a:ext>
            </a:extLst>
          </p:cNvPr>
          <p:cNvSpPr/>
          <p:nvPr/>
        </p:nvSpPr>
        <p:spPr>
          <a:xfrm rot="16200000" flipH="1">
            <a:off x="9009328" y="3602009"/>
            <a:ext cx="250857" cy="1695778"/>
          </a:xfrm>
          <a:prstGeom prst="leftBrace">
            <a:avLst>
              <a:gd name="adj1" fmla="val 11382"/>
              <a:gd name="adj2" fmla="val 50843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9" name="文本框 268">
            <a:extLst>
              <a:ext uri="{FF2B5EF4-FFF2-40B4-BE49-F238E27FC236}">
                <a16:creationId xmlns:a16="http://schemas.microsoft.com/office/drawing/2014/main" id="{A9EE1219-ECCF-3684-A8A9-265A3855D850}"/>
              </a:ext>
            </a:extLst>
          </p:cNvPr>
          <p:cNvSpPr txBox="1"/>
          <p:nvPr/>
        </p:nvSpPr>
        <p:spPr>
          <a:xfrm>
            <a:off x="8655672" y="5094623"/>
            <a:ext cx="10442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多交互提示</a:t>
            </a:r>
          </a:p>
        </p:txBody>
      </p:sp>
      <p:cxnSp>
        <p:nvCxnSpPr>
          <p:cNvPr id="271" name="直接箭头连接符 270">
            <a:extLst>
              <a:ext uri="{FF2B5EF4-FFF2-40B4-BE49-F238E27FC236}">
                <a16:creationId xmlns:a16="http://schemas.microsoft.com/office/drawing/2014/main" id="{4FF3CD9D-0908-170F-709C-03909FAA9A92}"/>
              </a:ext>
            </a:extLst>
          </p:cNvPr>
          <p:cNvCxnSpPr>
            <a:stCxn id="254" idx="3"/>
            <a:endCxn id="251" idx="1"/>
          </p:cNvCxnSpPr>
          <p:nvPr/>
        </p:nvCxnSpPr>
        <p:spPr>
          <a:xfrm flipV="1">
            <a:off x="9134757" y="2896569"/>
            <a:ext cx="4530" cy="86997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7" name="图形 286" descr="火">
            <a:extLst>
              <a:ext uri="{FF2B5EF4-FFF2-40B4-BE49-F238E27FC236}">
                <a16:creationId xmlns:a16="http://schemas.microsoft.com/office/drawing/2014/main" id="{A4C46CBC-2AF4-29F7-D4B8-2C58CDDC56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97056" y="2227811"/>
            <a:ext cx="387936" cy="387936"/>
          </a:xfrm>
          <a:prstGeom prst="rect">
            <a:avLst/>
          </a:prstGeom>
        </p:spPr>
      </p:pic>
      <p:pic>
        <p:nvPicPr>
          <p:cNvPr id="291" name="图形 290" descr="火">
            <a:extLst>
              <a:ext uri="{FF2B5EF4-FFF2-40B4-BE49-F238E27FC236}">
                <a16:creationId xmlns:a16="http://schemas.microsoft.com/office/drawing/2014/main" id="{5AFDA65E-F143-E86A-9E3F-6E1876CDB9D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40982" y="4482811"/>
            <a:ext cx="255264" cy="255264"/>
          </a:xfrm>
          <a:prstGeom prst="rect">
            <a:avLst/>
          </a:prstGeom>
        </p:spPr>
      </p:pic>
      <p:pic>
        <p:nvPicPr>
          <p:cNvPr id="292" name="图形 291" descr="火">
            <a:extLst>
              <a:ext uri="{FF2B5EF4-FFF2-40B4-BE49-F238E27FC236}">
                <a16:creationId xmlns:a16="http://schemas.microsoft.com/office/drawing/2014/main" id="{19CCA474-E8D3-6F25-317A-7556B5CF9A9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23742" y="4491257"/>
            <a:ext cx="255264" cy="255264"/>
          </a:xfrm>
          <a:prstGeom prst="rect">
            <a:avLst/>
          </a:prstGeom>
        </p:spPr>
      </p:pic>
      <p:pic>
        <p:nvPicPr>
          <p:cNvPr id="293" name="图形 292" descr="雪花">
            <a:extLst>
              <a:ext uri="{FF2B5EF4-FFF2-40B4-BE49-F238E27FC236}">
                <a16:creationId xmlns:a16="http://schemas.microsoft.com/office/drawing/2014/main" id="{5EA2B14B-DD40-45D6-C8EB-5BBD635EF00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335109" y="2377390"/>
            <a:ext cx="228870" cy="228870"/>
          </a:xfrm>
          <a:prstGeom prst="rect">
            <a:avLst/>
          </a:prstGeom>
        </p:spPr>
      </p:pic>
      <p:pic>
        <p:nvPicPr>
          <p:cNvPr id="294" name="图形 293" descr="雪花">
            <a:extLst>
              <a:ext uri="{FF2B5EF4-FFF2-40B4-BE49-F238E27FC236}">
                <a16:creationId xmlns:a16="http://schemas.microsoft.com/office/drawing/2014/main" id="{CA40AB1C-C610-8493-D2FD-3AF8FFF083C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335109" y="3119290"/>
            <a:ext cx="228870" cy="228870"/>
          </a:xfrm>
          <a:prstGeom prst="rect">
            <a:avLst/>
          </a:prstGeom>
        </p:spPr>
      </p:pic>
      <p:pic>
        <p:nvPicPr>
          <p:cNvPr id="295" name="图形 294" descr="雪花">
            <a:extLst>
              <a:ext uri="{FF2B5EF4-FFF2-40B4-BE49-F238E27FC236}">
                <a16:creationId xmlns:a16="http://schemas.microsoft.com/office/drawing/2014/main" id="{0C6A2019-417A-AA09-0734-A9D02755058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335109" y="3789474"/>
            <a:ext cx="228870" cy="228870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25A7B080-CBFE-E439-D95D-35E749EAD897}"/>
              </a:ext>
            </a:extLst>
          </p:cNvPr>
          <p:cNvSpPr/>
          <p:nvPr/>
        </p:nvSpPr>
        <p:spPr>
          <a:xfrm>
            <a:off x="3060333" y="3735633"/>
            <a:ext cx="628246" cy="297175"/>
          </a:xfrm>
          <a:prstGeom prst="rect">
            <a:avLst/>
          </a:prstGeom>
          <a:solidFill>
            <a:srgbClr val="FF66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</a:endParaRP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DB12E9E6-49D9-CD60-8C0D-BCBCFC6A28BD}"/>
              </a:ext>
            </a:extLst>
          </p:cNvPr>
          <p:cNvCxnSpPr>
            <a:cxnSpLocks/>
            <a:stCxn id="12" idx="3"/>
            <a:endCxn id="194" idx="0"/>
          </p:cNvCxnSpPr>
          <p:nvPr/>
        </p:nvCxnSpPr>
        <p:spPr>
          <a:xfrm>
            <a:off x="3688579" y="3884221"/>
            <a:ext cx="537110" cy="233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图形 13" descr="火">
            <a:extLst>
              <a:ext uri="{FF2B5EF4-FFF2-40B4-BE49-F238E27FC236}">
                <a16:creationId xmlns:a16="http://schemas.microsoft.com/office/drawing/2014/main" id="{7C9FCAC9-4271-697A-8F67-71009BD9720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29112" y="3752102"/>
            <a:ext cx="255264" cy="255264"/>
          </a:xfrm>
          <a:prstGeom prst="rect">
            <a:avLst/>
          </a:prstGeom>
        </p:spPr>
      </p:pic>
      <p:sp>
        <p:nvSpPr>
          <p:cNvPr id="25" name="矩形 24">
            <a:extLst>
              <a:ext uri="{FF2B5EF4-FFF2-40B4-BE49-F238E27FC236}">
                <a16:creationId xmlns:a16="http://schemas.microsoft.com/office/drawing/2014/main" id="{67B26EAA-CA1C-F644-C951-34CE1F9D5483}"/>
              </a:ext>
            </a:extLst>
          </p:cNvPr>
          <p:cNvSpPr/>
          <p:nvPr/>
        </p:nvSpPr>
        <p:spPr>
          <a:xfrm>
            <a:off x="3058305" y="3063826"/>
            <a:ext cx="628246" cy="297175"/>
          </a:xfrm>
          <a:prstGeom prst="rect">
            <a:avLst/>
          </a:prstGeom>
          <a:solidFill>
            <a:srgbClr val="FF66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</a:endParaRPr>
          </a:p>
        </p:txBody>
      </p: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D3D20992-0B51-3F77-F10F-7D69B7028126}"/>
              </a:ext>
            </a:extLst>
          </p:cNvPr>
          <p:cNvCxnSpPr>
            <a:cxnSpLocks/>
            <a:stCxn id="25" idx="3"/>
          </p:cNvCxnSpPr>
          <p:nvPr/>
        </p:nvCxnSpPr>
        <p:spPr>
          <a:xfrm>
            <a:off x="3686551" y="3212414"/>
            <a:ext cx="537505" cy="233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图形 28" descr="火">
            <a:extLst>
              <a:ext uri="{FF2B5EF4-FFF2-40B4-BE49-F238E27FC236}">
                <a16:creationId xmlns:a16="http://schemas.microsoft.com/office/drawing/2014/main" id="{6F922F66-245A-E36C-CC46-4C390FA61C4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33894" y="3082166"/>
            <a:ext cx="255264" cy="255264"/>
          </a:xfrm>
          <a:prstGeom prst="rect">
            <a:avLst/>
          </a:prstGeom>
        </p:spPr>
      </p:pic>
      <p:sp>
        <p:nvSpPr>
          <p:cNvPr id="30" name="矩形 29">
            <a:extLst>
              <a:ext uri="{FF2B5EF4-FFF2-40B4-BE49-F238E27FC236}">
                <a16:creationId xmlns:a16="http://schemas.microsoft.com/office/drawing/2014/main" id="{3E3DF912-3E16-CBD1-9449-9B88931BFA45}"/>
              </a:ext>
            </a:extLst>
          </p:cNvPr>
          <p:cNvSpPr/>
          <p:nvPr/>
        </p:nvSpPr>
        <p:spPr>
          <a:xfrm>
            <a:off x="3060333" y="2320293"/>
            <a:ext cx="628246" cy="297175"/>
          </a:xfrm>
          <a:prstGeom prst="rect">
            <a:avLst/>
          </a:prstGeom>
          <a:solidFill>
            <a:srgbClr val="FF66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</a:endParaRPr>
          </a:p>
        </p:txBody>
      </p: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AFF8AA2B-B8B0-83AC-49C7-63C86E056B7A}"/>
              </a:ext>
            </a:extLst>
          </p:cNvPr>
          <p:cNvCxnSpPr>
            <a:cxnSpLocks/>
            <a:stCxn id="30" idx="3"/>
          </p:cNvCxnSpPr>
          <p:nvPr/>
        </p:nvCxnSpPr>
        <p:spPr>
          <a:xfrm>
            <a:off x="3688579" y="2468881"/>
            <a:ext cx="537505" cy="233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形 31" descr="火">
            <a:extLst>
              <a:ext uri="{FF2B5EF4-FFF2-40B4-BE49-F238E27FC236}">
                <a16:creationId xmlns:a16="http://schemas.microsoft.com/office/drawing/2014/main" id="{25D9B351-CA00-B1F6-DCCC-2BB869C4A83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29112" y="2336762"/>
            <a:ext cx="255264" cy="255264"/>
          </a:xfrm>
          <a:prstGeom prst="rect">
            <a:avLst/>
          </a:prstGeom>
        </p:spPr>
      </p:pic>
      <p:cxnSp>
        <p:nvCxnSpPr>
          <p:cNvPr id="36" name="连接符: 肘形 35">
            <a:extLst>
              <a:ext uri="{FF2B5EF4-FFF2-40B4-BE49-F238E27FC236}">
                <a16:creationId xmlns:a16="http://schemas.microsoft.com/office/drawing/2014/main" id="{C22EA379-8CFE-8584-1686-867F4C078C1A}"/>
              </a:ext>
            </a:extLst>
          </p:cNvPr>
          <p:cNvCxnSpPr>
            <a:cxnSpLocks/>
            <a:stCxn id="194" idx="2"/>
            <a:endCxn id="243" idx="3"/>
          </p:cNvCxnSpPr>
          <p:nvPr/>
        </p:nvCxnSpPr>
        <p:spPr>
          <a:xfrm flipV="1">
            <a:off x="6789168" y="3555105"/>
            <a:ext cx="609746" cy="331453"/>
          </a:xfrm>
          <a:prstGeom prst="bentConnector3">
            <a:avLst>
              <a:gd name="adj1" fmla="val 137491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连接符: 肘形 41">
            <a:extLst>
              <a:ext uri="{FF2B5EF4-FFF2-40B4-BE49-F238E27FC236}">
                <a16:creationId xmlns:a16="http://schemas.microsoft.com/office/drawing/2014/main" id="{C590F6CA-1E30-4886-A653-179B30A30A75}"/>
              </a:ext>
            </a:extLst>
          </p:cNvPr>
          <p:cNvCxnSpPr>
            <a:cxnSpLocks/>
            <a:stCxn id="4" idx="2"/>
            <a:endCxn id="243" idx="3"/>
          </p:cNvCxnSpPr>
          <p:nvPr/>
        </p:nvCxnSpPr>
        <p:spPr>
          <a:xfrm>
            <a:off x="6789167" y="3218494"/>
            <a:ext cx="609747" cy="336611"/>
          </a:xfrm>
          <a:prstGeom prst="bentConnector3">
            <a:avLst>
              <a:gd name="adj1" fmla="val 137491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连接符: 肘形 46">
            <a:extLst>
              <a:ext uri="{FF2B5EF4-FFF2-40B4-BE49-F238E27FC236}">
                <a16:creationId xmlns:a16="http://schemas.microsoft.com/office/drawing/2014/main" id="{60DE095E-7903-28F8-AED0-C98B1A6A5065}"/>
              </a:ext>
            </a:extLst>
          </p:cNvPr>
          <p:cNvCxnSpPr>
            <a:cxnSpLocks/>
            <a:stCxn id="20" idx="2"/>
            <a:endCxn id="243" idx="3"/>
          </p:cNvCxnSpPr>
          <p:nvPr/>
        </p:nvCxnSpPr>
        <p:spPr>
          <a:xfrm>
            <a:off x="6789167" y="2486049"/>
            <a:ext cx="609747" cy="1069056"/>
          </a:xfrm>
          <a:prstGeom prst="bentConnector3">
            <a:avLst>
              <a:gd name="adj1" fmla="val 137491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文本框 58">
            <a:extLst>
              <a:ext uri="{FF2B5EF4-FFF2-40B4-BE49-F238E27FC236}">
                <a16:creationId xmlns:a16="http://schemas.microsoft.com/office/drawing/2014/main" id="{34725206-1061-CB0F-C0C6-C1DFD4F5D6BA}"/>
              </a:ext>
            </a:extLst>
          </p:cNvPr>
          <p:cNvSpPr txBox="1"/>
          <p:nvPr/>
        </p:nvSpPr>
        <p:spPr>
          <a:xfrm>
            <a:off x="4139666" y="1610469"/>
            <a:ext cx="956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编码器</a:t>
            </a:r>
          </a:p>
        </p:txBody>
      </p:sp>
    </p:spTree>
    <p:extLst>
      <p:ext uri="{BB962C8B-B14F-4D97-AF65-F5344CB8AC3E}">
        <p14:creationId xmlns:p14="http://schemas.microsoft.com/office/powerpoint/2010/main" val="22875130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2A67D-0368-7D70-169B-68BE45377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4" name="组合 453">
            <a:extLst>
              <a:ext uri="{FF2B5EF4-FFF2-40B4-BE49-F238E27FC236}">
                <a16:creationId xmlns:a16="http://schemas.microsoft.com/office/drawing/2014/main" id="{914B9F1C-8CCD-4423-2968-19A96DB13FE8}"/>
              </a:ext>
            </a:extLst>
          </p:cNvPr>
          <p:cNvGrpSpPr/>
          <p:nvPr/>
        </p:nvGrpSpPr>
        <p:grpSpPr>
          <a:xfrm>
            <a:off x="4627198" y="1469380"/>
            <a:ext cx="4970298" cy="3685182"/>
            <a:chOff x="4608910" y="1469380"/>
            <a:chExt cx="4970298" cy="3685182"/>
          </a:xfrm>
        </p:grpSpPr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7008E1DB-9061-FD01-2135-63DC2C72523E}"/>
                </a:ext>
              </a:extLst>
            </p:cNvPr>
            <p:cNvSpPr txBox="1"/>
            <p:nvPr/>
          </p:nvSpPr>
          <p:spPr>
            <a:xfrm>
              <a:off x="5898905" y="1469380"/>
              <a:ext cx="143432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Input tokens</a:t>
              </a:r>
              <a:endPara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40" name="直接连接符 239">
              <a:extLst>
                <a:ext uri="{FF2B5EF4-FFF2-40B4-BE49-F238E27FC236}">
                  <a16:creationId xmlns:a16="http://schemas.microsoft.com/office/drawing/2014/main" id="{7DB79428-42F2-48E9-F5EE-911189237DFA}"/>
                </a:ext>
              </a:extLst>
            </p:cNvPr>
            <p:cNvCxnSpPr>
              <a:cxnSpLocks/>
            </p:cNvCxnSpPr>
            <p:nvPr/>
          </p:nvCxnSpPr>
          <p:spPr>
            <a:xfrm>
              <a:off x="6423396" y="1817225"/>
              <a:ext cx="0" cy="32399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直接连接符 245">
              <a:extLst>
                <a:ext uri="{FF2B5EF4-FFF2-40B4-BE49-F238E27FC236}">
                  <a16:creationId xmlns:a16="http://schemas.microsoft.com/office/drawing/2014/main" id="{0A96178F-F5A1-F862-AF1D-0217F6E48C2C}"/>
                </a:ext>
              </a:extLst>
            </p:cNvPr>
            <p:cNvCxnSpPr>
              <a:cxnSpLocks/>
            </p:cNvCxnSpPr>
            <p:nvPr/>
          </p:nvCxnSpPr>
          <p:spPr>
            <a:xfrm>
              <a:off x="5352288" y="2141220"/>
              <a:ext cx="2772863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2" name="矩形 251">
              <a:extLst>
                <a:ext uri="{FF2B5EF4-FFF2-40B4-BE49-F238E27FC236}">
                  <a16:creationId xmlns:a16="http://schemas.microsoft.com/office/drawing/2014/main" id="{6AAAF5AF-5CBA-8093-1956-C44ADFE617B6}"/>
                </a:ext>
              </a:extLst>
            </p:cNvPr>
            <p:cNvSpPr/>
            <p:nvPr/>
          </p:nvSpPr>
          <p:spPr>
            <a:xfrm>
              <a:off x="5041584" y="2632110"/>
              <a:ext cx="621407" cy="279998"/>
            </a:xfrm>
            <a:prstGeom prst="rect">
              <a:avLst/>
            </a:prstGeom>
            <a:solidFill>
              <a:srgbClr val="BBF9F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endPara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5" name="矩形 274">
              <a:extLst>
                <a:ext uri="{FF2B5EF4-FFF2-40B4-BE49-F238E27FC236}">
                  <a16:creationId xmlns:a16="http://schemas.microsoft.com/office/drawing/2014/main" id="{3BC02DF2-84AD-7AE9-A88A-5170D6B99627}"/>
                </a:ext>
              </a:extLst>
            </p:cNvPr>
            <p:cNvSpPr/>
            <p:nvPr/>
          </p:nvSpPr>
          <p:spPr>
            <a:xfrm>
              <a:off x="6108188" y="2632110"/>
              <a:ext cx="621407" cy="279998"/>
            </a:xfrm>
            <a:prstGeom prst="rect">
              <a:avLst/>
            </a:prstGeom>
            <a:solidFill>
              <a:srgbClr val="BBF9F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endParaRPr lang="zh-CN" altLang="en-US" dirty="0"/>
            </a:p>
          </p:txBody>
        </p:sp>
        <p:sp>
          <p:nvSpPr>
            <p:cNvPr id="277" name="矩形 276">
              <a:extLst>
                <a:ext uri="{FF2B5EF4-FFF2-40B4-BE49-F238E27FC236}">
                  <a16:creationId xmlns:a16="http://schemas.microsoft.com/office/drawing/2014/main" id="{0D1C8CDF-5B74-F422-BC51-C64A59D51248}"/>
                </a:ext>
              </a:extLst>
            </p:cNvPr>
            <p:cNvSpPr/>
            <p:nvPr/>
          </p:nvSpPr>
          <p:spPr>
            <a:xfrm>
              <a:off x="7814447" y="2628300"/>
              <a:ext cx="621407" cy="279998"/>
            </a:xfrm>
            <a:prstGeom prst="rect">
              <a:avLst/>
            </a:prstGeom>
            <a:solidFill>
              <a:srgbClr val="BBF9F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endParaRPr lang="zh-CN" altLang="en-US" dirty="0"/>
            </a:p>
          </p:txBody>
        </p:sp>
        <p:cxnSp>
          <p:nvCxnSpPr>
            <p:cNvPr id="287" name="直接箭头连接符 286">
              <a:extLst>
                <a:ext uri="{FF2B5EF4-FFF2-40B4-BE49-F238E27FC236}">
                  <a16:creationId xmlns:a16="http://schemas.microsoft.com/office/drawing/2014/main" id="{2A023656-CE4B-9A0F-B6C1-15232C1CA5DF}"/>
                </a:ext>
              </a:extLst>
            </p:cNvPr>
            <p:cNvCxnSpPr>
              <a:cxnSpLocks/>
              <a:endCxn id="252" idx="0"/>
            </p:cNvCxnSpPr>
            <p:nvPr/>
          </p:nvCxnSpPr>
          <p:spPr>
            <a:xfrm>
              <a:off x="5351596" y="2141220"/>
              <a:ext cx="692" cy="49089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直接箭头连接符 298">
              <a:extLst>
                <a:ext uri="{FF2B5EF4-FFF2-40B4-BE49-F238E27FC236}">
                  <a16:creationId xmlns:a16="http://schemas.microsoft.com/office/drawing/2014/main" id="{51E68A80-F798-31F6-52CE-BC291BF107BD}"/>
                </a:ext>
              </a:extLst>
            </p:cNvPr>
            <p:cNvCxnSpPr>
              <a:cxnSpLocks/>
            </p:cNvCxnSpPr>
            <p:nvPr/>
          </p:nvCxnSpPr>
          <p:spPr>
            <a:xfrm>
              <a:off x="6423708" y="2141220"/>
              <a:ext cx="0" cy="49089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直接箭头连接符 305">
              <a:extLst>
                <a:ext uri="{FF2B5EF4-FFF2-40B4-BE49-F238E27FC236}">
                  <a16:creationId xmlns:a16="http://schemas.microsoft.com/office/drawing/2014/main" id="{23869CEA-B3A3-73B5-6206-1981180E48B3}"/>
                </a:ext>
              </a:extLst>
            </p:cNvPr>
            <p:cNvCxnSpPr>
              <a:cxnSpLocks/>
              <a:endCxn id="277" idx="0"/>
            </p:cNvCxnSpPr>
            <p:nvPr/>
          </p:nvCxnSpPr>
          <p:spPr>
            <a:xfrm>
              <a:off x="8125151" y="2141220"/>
              <a:ext cx="0" cy="48708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14" name="组合 313">
              <a:extLst>
                <a:ext uri="{FF2B5EF4-FFF2-40B4-BE49-F238E27FC236}">
                  <a16:creationId xmlns:a16="http://schemas.microsoft.com/office/drawing/2014/main" id="{B6017016-C6DB-39F1-C5E8-AF0E36A0A5A6}"/>
                </a:ext>
              </a:extLst>
            </p:cNvPr>
            <p:cNvGrpSpPr/>
            <p:nvPr/>
          </p:nvGrpSpPr>
          <p:grpSpPr>
            <a:xfrm>
              <a:off x="4608910" y="2628300"/>
              <a:ext cx="296796" cy="281919"/>
              <a:chOff x="4608910" y="2628300"/>
              <a:chExt cx="296796" cy="281919"/>
            </a:xfrm>
          </p:grpSpPr>
          <p:sp>
            <p:nvSpPr>
              <p:cNvPr id="310" name="梯形 309">
                <a:extLst>
                  <a:ext uri="{FF2B5EF4-FFF2-40B4-BE49-F238E27FC236}">
                    <a16:creationId xmlns:a16="http://schemas.microsoft.com/office/drawing/2014/main" id="{EAC49A3A-54E9-C3E7-7024-A7FAD60DA676}"/>
                  </a:ext>
                </a:extLst>
              </p:cNvPr>
              <p:cNvSpPr/>
              <p:nvPr/>
            </p:nvSpPr>
            <p:spPr>
              <a:xfrm flipV="1">
                <a:off x="4608910" y="2628300"/>
                <a:ext cx="296796" cy="135855"/>
              </a:xfrm>
              <a:prstGeom prst="trapezoid">
                <a:avLst>
                  <a:gd name="adj" fmla="val 64410"/>
                </a:avLst>
              </a:prstGeom>
              <a:solidFill>
                <a:srgbClr val="EAC7C4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3" name="梯形 312">
                <a:extLst>
                  <a:ext uri="{FF2B5EF4-FFF2-40B4-BE49-F238E27FC236}">
                    <a16:creationId xmlns:a16="http://schemas.microsoft.com/office/drawing/2014/main" id="{5A11AB8C-C24A-77AD-D2CC-416D95146164}"/>
                  </a:ext>
                </a:extLst>
              </p:cNvPr>
              <p:cNvSpPr/>
              <p:nvPr/>
            </p:nvSpPr>
            <p:spPr>
              <a:xfrm rot="10800000" flipV="1">
                <a:off x="4608910" y="2774364"/>
                <a:ext cx="296796" cy="135855"/>
              </a:xfrm>
              <a:prstGeom prst="trapezoid">
                <a:avLst>
                  <a:gd name="adj" fmla="val 64410"/>
                </a:avLst>
              </a:prstGeom>
              <a:solidFill>
                <a:srgbClr val="EAC7C4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15" name="组合 314">
              <a:extLst>
                <a:ext uri="{FF2B5EF4-FFF2-40B4-BE49-F238E27FC236}">
                  <a16:creationId xmlns:a16="http://schemas.microsoft.com/office/drawing/2014/main" id="{1906A506-079D-B477-BEC6-8F244DE54F07}"/>
                </a:ext>
              </a:extLst>
            </p:cNvPr>
            <p:cNvGrpSpPr/>
            <p:nvPr/>
          </p:nvGrpSpPr>
          <p:grpSpPr>
            <a:xfrm>
              <a:off x="7074049" y="2631149"/>
              <a:ext cx="296796" cy="281919"/>
              <a:chOff x="4608910" y="2628300"/>
              <a:chExt cx="296796" cy="281919"/>
            </a:xfrm>
          </p:grpSpPr>
          <p:sp>
            <p:nvSpPr>
              <p:cNvPr id="316" name="梯形 315">
                <a:extLst>
                  <a:ext uri="{FF2B5EF4-FFF2-40B4-BE49-F238E27FC236}">
                    <a16:creationId xmlns:a16="http://schemas.microsoft.com/office/drawing/2014/main" id="{190EF245-C36D-CCC8-D9C2-6BCDFC8FAFAE}"/>
                  </a:ext>
                </a:extLst>
              </p:cNvPr>
              <p:cNvSpPr/>
              <p:nvPr/>
            </p:nvSpPr>
            <p:spPr>
              <a:xfrm flipV="1">
                <a:off x="4608910" y="2628300"/>
                <a:ext cx="296796" cy="135855"/>
              </a:xfrm>
              <a:prstGeom prst="trapezoid">
                <a:avLst>
                  <a:gd name="adj" fmla="val 64410"/>
                </a:avLst>
              </a:prstGeom>
              <a:solidFill>
                <a:srgbClr val="EAC7C4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7" name="梯形 316">
                <a:extLst>
                  <a:ext uri="{FF2B5EF4-FFF2-40B4-BE49-F238E27FC236}">
                    <a16:creationId xmlns:a16="http://schemas.microsoft.com/office/drawing/2014/main" id="{477BBEB9-84BF-5152-B922-5CBA9CDA360A}"/>
                  </a:ext>
                </a:extLst>
              </p:cNvPr>
              <p:cNvSpPr/>
              <p:nvPr/>
            </p:nvSpPr>
            <p:spPr>
              <a:xfrm rot="10800000" flipV="1">
                <a:off x="4608910" y="2774364"/>
                <a:ext cx="296796" cy="135855"/>
              </a:xfrm>
              <a:prstGeom prst="trapezoid">
                <a:avLst>
                  <a:gd name="adj" fmla="val 64410"/>
                </a:avLst>
              </a:prstGeom>
              <a:solidFill>
                <a:srgbClr val="EAC7C4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20" name="组合 319">
              <a:extLst>
                <a:ext uri="{FF2B5EF4-FFF2-40B4-BE49-F238E27FC236}">
                  <a16:creationId xmlns:a16="http://schemas.microsoft.com/office/drawing/2014/main" id="{C3884605-279D-2781-1DCB-46C6A1BB2BFF}"/>
                </a:ext>
              </a:extLst>
            </p:cNvPr>
            <p:cNvGrpSpPr/>
            <p:nvPr/>
          </p:nvGrpSpPr>
          <p:grpSpPr>
            <a:xfrm>
              <a:off x="8812148" y="2631149"/>
              <a:ext cx="296796" cy="281919"/>
              <a:chOff x="4608910" y="2628300"/>
              <a:chExt cx="296796" cy="281919"/>
            </a:xfrm>
          </p:grpSpPr>
          <p:sp>
            <p:nvSpPr>
              <p:cNvPr id="321" name="梯形 320">
                <a:extLst>
                  <a:ext uri="{FF2B5EF4-FFF2-40B4-BE49-F238E27FC236}">
                    <a16:creationId xmlns:a16="http://schemas.microsoft.com/office/drawing/2014/main" id="{1C961449-3292-9D90-B8EA-65C96FF91B65}"/>
                  </a:ext>
                </a:extLst>
              </p:cNvPr>
              <p:cNvSpPr/>
              <p:nvPr/>
            </p:nvSpPr>
            <p:spPr>
              <a:xfrm flipV="1">
                <a:off x="4608910" y="2628300"/>
                <a:ext cx="296796" cy="135855"/>
              </a:xfrm>
              <a:prstGeom prst="trapezoid">
                <a:avLst>
                  <a:gd name="adj" fmla="val 64410"/>
                </a:avLst>
              </a:prstGeom>
              <a:solidFill>
                <a:srgbClr val="EAC7C4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2" name="梯形 321">
                <a:extLst>
                  <a:ext uri="{FF2B5EF4-FFF2-40B4-BE49-F238E27FC236}">
                    <a16:creationId xmlns:a16="http://schemas.microsoft.com/office/drawing/2014/main" id="{3E1D9955-B0E9-215F-6FD7-F535DDA6FB0A}"/>
                  </a:ext>
                </a:extLst>
              </p:cNvPr>
              <p:cNvSpPr/>
              <p:nvPr/>
            </p:nvSpPr>
            <p:spPr>
              <a:xfrm rot="10800000" flipV="1">
                <a:off x="4608910" y="2774364"/>
                <a:ext cx="296796" cy="135855"/>
              </a:xfrm>
              <a:prstGeom prst="trapezoid">
                <a:avLst>
                  <a:gd name="adj" fmla="val 64410"/>
                </a:avLst>
              </a:prstGeom>
              <a:solidFill>
                <a:srgbClr val="EAC7C4"/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326" name="连接符: 肘形 325">
              <a:extLst>
                <a:ext uri="{FF2B5EF4-FFF2-40B4-BE49-F238E27FC236}">
                  <a16:creationId xmlns:a16="http://schemas.microsoft.com/office/drawing/2014/main" id="{EC2181D8-8511-5688-EB45-BC910B0CB9C2}"/>
                </a:ext>
              </a:extLst>
            </p:cNvPr>
            <p:cNvCxnSpPr>
              <a:cxnSpLocks/>
              <a:endCxn id="310" idx="2"/>
            </p:cNvCxnSpPr>
            <p:nvPr/>
          </p:nvCxnSpPr>
          <p:spPr>
            <a:xfrm rot="10800000" flipV="1">
              <a:off x="4757308" y="2333624"/>
              <a:ext cx="594288" cy="294675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连接符: 肘形 326">
              <a:extLst>
                <a:ext uri="{FF2B5EF4-FFF2-40B4-BE49-F238E27FC236}">
                  <a16:creationId xmlns:a16="http://schemas.microsoft.com/office/drawing/2014/main" id="{09BD9461-063D-4DA9-6F04-C46AE24DF537}"/>
                </a:ext>
              </a:extLst>
            </p:cNvPr>
            <p:cNvCxnSpPr>
              <a:cxnSpLocks/>
              <a:endCxn id="316" idx="2"/>
            </p:cNvCxnSpPr>
            <p:nvPr/>
          </p:nvCxnSpPr>
          <p:spPr>
            <a:xfrm>
              <a:off x="6436448" y="2311877"/>
              <a:ext cx="785999" cy="319272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0" name="连接符: 肘形 329">
              <a:extLst>
                <a:ext uri="{FF2B5EF4-FFF2-40B4-BE49-F238E27FC236}">
                  <a16:creationId xmlns:a16="http://schemas.microsoft.com/office/drawing/2014/main" id="{99457233-66B1-571C-C74C-DEC81E2B9DF5}"/>
                </a:ext>
              </a:extLst>
            </p:cNvPr>
            <p:cNvCxnSpPr>
              <a:cxnSpLocks/>
              <a:endCxn id="321" idx="2"/>
            </p:cNvCxnSpPr>
            <p:nvPr/>
          </p:nvCxnSpPr>
          <p:spPr>
            <a:xfrm>
              <a:off x="8125150" y="2308549"/>
              <a:ext cx="835396" cy="322600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5" name="直接箭头连接符 334">
              <a:extLst>
                <a:ext uri="{FF2B5EF4-FFF2-40B4-BE49-F238E27FC236}">
                  <a16:creationId xmlns:a16="http://schemas.microsoft.com/office/drawing/2014/main" id="{503957FD-ED15-4F07-2769-3328262E74B4}"/>
                </a:ext>
              </a:extLst>
            </p:cNvPr>
            <p:cNvCxnSpPr>
              <a:cxnSpLocks/>
              <a:stCxn id="252" idx="2"/>
            </p:cNvCxnSpPr>
            <p:nvPr/>
          </p:nvCxnSpPr>
          <p:spPr>
            <a:xfrm flipH="1">
              <a:off x="5351596" y="2912108"/>
              <a:ext cx="692" cy="27305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7" name="连接符: 肘形 336">
              <a:extLst>
                <a:ext uri="{FF2B5EF4-FFF2-40B4-BE49-F238E27FC236}">
                  <a16:creationId xmlns:a16="http://schemas.microsoft.com/office/drawing/2014/main" id="{C2102194-3257-8310-9974-32515A29EAF7}"/>
                </a:ext>
              </a:extLst>
            </p:cNvPr>
            <p:cNvCxnSpPr>
              <a:cxnSpLocks/>
              <a:stCxn id="313" idx="2"/>
              <a:endCxn id="336" idx="3"/>
            </p:cNvCxnSpPr>
            <p:nvPr/>
          </p:nvCxnSpPr>
          <p:spPr>
            <a:xfrm rot="16200000" flipH="1">
              <a:off x="4855704" y="2811823"/>
              <a:ext cx="335912" cy="532704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46" name="组合 345">
              <a:extLst>
                <a:ext uri="{FF2B5EF4-FFF2-40B4-BE49-F238E27FC236}">
                  <a16:creationId xmlns:a16="http://schemas.microsoft.com/office/drawing/2014/main" id="{D5088005-EB58-6B04-4176-D2C61C916156}"/>
                </a:ext>
              </a:extLst>
            </p:cNvPr>
            <p:cNvGrpSpPr/>
            <p:nvPr/>
          </p:nvGrpSpPr>
          <p:grpSpPr>
            <a:xfrm rot="2700000">
              <a:off x="5289706" y="3185160"/>
              <a:ext cx="123780" cy="122555"/>
              <a:chOff x="5289706" y="3185160"/>
              <a:chExt cx="123780" cy="122555"/>
            </a:xfrm>
          </p:grpSpPr>
          <p:sp>
            <p:nvSpPr>
              <p:cNvPr id="336" name="椭圆 335">
                <a:extLst>
                  <a:ext uri="{FF2B5EF4-FFF2-40B4-BE49-F238E27FC236}">
                    <a16:creationId xmlns:a16="http://schemas.microsoft.com/office/drawing/2014/main" id="{29EB6318-C47B-6593-C126-BA2F48DF2F4A}"/>
                  </a:ext>
                </a:extLst>
              </p:cNvPr>
              <p:cNvSpPr/>
              <p:nvPr/>
            </p:nvSpPr>
            <p:spPr>
              <a:xfrm>
                <a:off x="5289706" y="3185160"/>
                <a:ext cx="123780" cy="122555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cxnSp>
            <p:nvCxnSpPr>
              <p:cNvPr id="341" name="直接连接符 340">
                <a:extLst>
                  <a:ext uri="{FF2B5EF4-FFF2-40B4-BE49-F238E27FC236}">
                    <a16:creationId xmlns:a16="http://schemas.microsoft.com/office/drawing/2014/main" id="{C1497CA6-9EF9-1965-3580-E83F8FDF4C24}"/>
                  </a:ext>
                </a:extLst>
              </p:cNvPr>
              <p:cNvCxnSpPr>
                <a:cxnSpLocks/>
                <a:stCxn id="336" idx="7"/>
                <a:endCxn id="336" idx="3"/>
              </p:cNvCxnSpPr>
              <p:nvPr/>
            </p:nvCxnSpPr>
            <p:spPr>
              <a:xfrm flipH="1">
                <a:off x="5307833" y="3203108"/>
                <a:ext cx="87526" cy="8665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3" name="直接连接符 342">
                <a:extLst>
                  <a:ext uri="{FF2B5EF4-FFF2-40B4-BE49-F238E27FC236}">
                    <a16:creationId xmlns:a16="http://schemas.microsoft.com/office/drawing/2014/main" id="{507AF0C9-4752-80DE-3DC2-53035B3C1BCA}"/>
                  </a:ext>
                </a:extLst>
              </p:cNvPr>
              <p:cNvCxnSpPr>
                <a:cxnSpLocks/>
                <a:stCxn id="336" idx="1"/>
                <a:endCxn id="336" idx="5"/>
              </p:cNvCxnSpPr>
              <p:nvPr/>
            </p:nvCxnSpPr>
            <p:spPr>
              <a:xfrm>
                <a:off x="5307833" y="3203108"/>
                <a:ext cx="87526" cy="8665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44" name="直接箭头连接符 343">
              <a:extLst>
                <a:ext uri="{FF2B5EF4-FFF2-40B4-BE49-F238E27FC236}">
                  <a16:creationId xmlns:a16="http://schemas.microsoft.com/office/drawing/2014/main" id="{165BAD0B-E276-8501-47D7-E9B1D23ED7D1}"/>
                </a:ext>
              </a:extLst>
            </p:cNvPr>
            <p:cNvCxnSpPr/>
            <p:nvPr/>
          </p:nvCxnSpPr>
          <p:spPr>
            <a:xfrm flipH="1">
              <a:off x="6419464" y="2912108"/>
              <a:ext cx="692" cy="27305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5" name="直接箭头连接符 344">
              <a:extLst>
                <a:ext uri="{FF2B5EF4-FFF2-40B4-BE49-F238E27FC236}">
                  <a16:creationId xmlns:a16="http://schemas.microsoft.com/office/drawing/2014/main" id="{224E64FC-A622-CB27-8CC1-240424799966}"/>
                </a:ext>
              </a:extLst>
            </p:cNvPr>
            <p:cNvCxnSpPr>
              <a:cxnSpLocks/>
              <a:stCxn id="277" idx="2"/>
              <a:endCxn id="360" idx="1"/>
            </p:cNvCxnSpPr>
            <p:nvPr/>
          </p:nvCxnSpPr>
          <p:spPr>
            <a:xfrm>
              <a:off x="8125151" y="2908298"/>
              <a:ext cx="687" cy="27625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47" name="组合 346">
              <a:extLst>
                <a:ext uri="{FF2B5EF4-FFF2-40B4-BE49-F238E27FC236}">
                  <a16:creationId xmlns:a16="http://schemas.microsoft.com/office/drawing/2014/main" id="{B82D19B3-08F3-48B8-0BC6-585DCC6A84A8}"/>
                </a:ext>
              </a:extLst>
            </p:cNvPr>
            <p:cNvGrpSpPr/>
            <p:nvPr/>
          </p:nvGrpSpPr>
          <p:grpSpPr>
            <a:xfrm rot="2700000">
              <a:off x="6357001" y="3185160"/>
              <a:ext cx="123780" cy="122555"/>
              <a:chOff x="5289706" y="3185160"/>
              <a:chExt cx="123780" cy="122555"/>
            </a:xfrm>
          </p:grpSpPr>
          <p:sp>
            <p:nvSpPr>
              <p:cNvPr id="348" name="椭圆 347">
                <a:extLst>
                  <a:ext uri="{FF2B5EF4-FFF2-40B4-BE49-F238E27FC236}">
                    <a16:creationId xmlns:a16="http://schemas.microsoft.com/office/drawing/2014/main" id="{D78D4371-31E8-AB2B-E38B-B3F49181AD8F}"/>
                  </a:ext>
                </a:extLst>
              </p:cNvPr>
              <p:cNvSpPr/>
              <p:nvPr/>
            </p:nvSpPr>
            <p:spPr>
              <a:xfrm>
                <a:off x="5289706" y="3185160"/>
                <a:ext cx="123780" cy="122555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cxnSp>
            <p:nvCxnSpPr>
              <p:cNvPr id="349" name="直接连接符 348">
                <a:extLst>
                  <a:ext uri="{FF2B5EF4-FFF2-40B4-BE49-F238E27FC236}">
                    <a16:creationId xmlns:a16="http://schemas.microsoft.com/office/drawing/2014/main" id="{89E33FB9-1B2F-C3EC-6A1E-8136EF91FF0A}"/>
                  </a:ext>
                </a:extLst>
              </p:cNvPr>
              <p:cNvCxnSpPr>
                <a:cxnSpLocks/>
                <a:stCxn id="348" idx="7"/>
                <a:endCxn id="348" idx="3"/>
              </p:cNvCxnSpPr>
              <p:nvPr/>
            </p:nvCxnSpPr>
            <p:spPr>
              <a:xfrm flipH="1">
                <a:off x="5307833" y="3203108"/>
                <a:ext cx="87526" cy="8665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0" name="直接连接符 349">
                <a:extLst>
                  <a:ext uri="{FF2B5EF4-FFF2-40B4-BE49-F238E27FC236}">
                    <a16:creationId xmlns:a16="http://schemas.microsoft.com/office/drawing/2014/main" id="{C5EAF806-6A01-4B24-4678-9C8A35B29F6C}"/>
                  </a:ext>
                </a:extLst>
              </p:cNvPr>
              <p:cNvCxnSpPr>
                <a:cxnSpLocks/>
                <a:stCxn id="348" idx="1"/>
                <a:endCxn id="348" idx="5"/>
              </p:cNvCxnSpPr>
              <p:nvPr/>
            </p:nvCxnSpPr>
            <p:spPr>
              <a:xfrm>
                <a:off x="5307833" y="3203108"/>
                <a:ext cx="87526" cy="8665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56" name="连接符: 肘形 355">
              <a:extLst>
                <a:ext uri="{FF2B5EF4-FFF2-40B4-BE49-F238E27FC236}">
                  <a16:creationId xmlns:a16="http://schemas.microsoft.com/office/drawing/2014/main" id="{33DE61F5-A8AC-E807-26E0-B158F10AF09A}"/>
                </a:ext>
              </a:extLst>
            </p:cNvPr>
            <p:cNvCxnSpPr>
              <a:cxnSpLocks/>
              <a:stCxn id="317" idx="2"/>
              <a:endCxn id="348" idx="7"/>
            </p:cNvCxnSpPr>
            <p:nvPr/>
          </p:nvCxnSpPr>
          <p:spPr>
            <a:xfrm rot="5400000">
              <a:off x="6684623" y="2708920"/>
              <a:ext cx="333676" cy="741972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59" name="组合 358">
              <a:extLst>
                <a:ext uri="{FF2B5EF4-FFF2-40B4-BE49-F238E27FC236}">
                  <a16:creationId xmlns:a16="http://schemas.microsoft.com/office/drawing/2014/main" id="{6C8DD775-C55D-1C67-D2BD-5016D6F19CA6}"/>
                </a:ext>
              </a:extLst>
            </p:cNvPr>
            <p:cNvGrpSpPr/>
            <p:nvPr/>
          </p:nvGrpSpPr>
          <p:grpSpPr>
            <a:xfrm rot="2755444">
              <a:off x="8063261" y="3184853"/>
              <a:ext cx="123780" cy="122555"/>
              <a:chOff x="5289706" y="3185160"/>
              <a:chExt cx="123780" cy="122555"/>
            </a:xfrm>
          </p:grpSpPr>
          <p:sp>
            <p:nvSpPr>
              <p:cNvPr id="360" name="椭圆 359">
                <a:extLst>
                  <a:ext uri="{FF2B5EF4-FFF2-40B4-BE49-F238E27FC236}">
                    <a16:creationId xmlns:a16="http://schemas.microsoft.com/office/drawing/2014/main" id="{C05E52A4-A2AC-1F87-C170-E72BF3589DCB}"/>
                  </a:ext>
                </a:extLst>
              </p:cNvPr>
              <p:cNvSpPr/>
              <p:nvPr/>
            </p:nvSpPr>
            <p:spPr>
              <a:xfrm>
                <a:off x="5289706" y="3185160"/>
                <a:ext cx="123780" cy="122555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cxnSp>
            <p:nvCxnSpPr>
              <p:cNvPr id="361" name="直接连接符 360">
                <a:extLst>
                  <a:ext uri="{FF2B5EF4-FFF2-40B4-BE49-F238E27FC236}">
                    <a16:creationId xmlns:a16="http://schemas.microsoft.com/office/drawing/2014/main" id="{46C32B50-8361-68E8-28BA-D81DEDF28173}"/>
                  </a:ext>
                </a:extLst>
              </p:cNvPr>
              <p:cNvCxnSpPr>
                <a:cxnSpLocks/>
                <a:stCxn id="360" idx="7"/>
                <a:endCxn id="360" idx="3"/>
              </p:cNvCxnSpPr>
              <p:nvPr/>
            </p:nvCxnSpPr>
            <p:spPr>
              <a:xfrm flipH="1">
                <a:off x="5307833" y="3203108"/>
                <a:ext cx="87526" cy="8665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2" name="直接连接符 361">
                <a:extLst>
                  <a:ext uri="{FF2B5EF4-FFF2-40B4-BE49-F238E27FC236}">
                    <a16:creationId xmlns:a16="http://schemas.microsoft.com/office/drawing/2014/main" id="{1E11F639-833A-FAD5-DAA3-FFC51E694142}"/>
                  </a:ext>
                </a:extLst>
              </p:cNvPr>
              <p:cNvCxnSpPr>
                <a:cxnSpLocks/>
                <a:stCxn id="360" idx="1"/>
                <a:endCxn id="360" idx="5"/>
              </p:cNvCxnSpPr>
              <p:nvPr/>
            </p:nvCxnSpPr>
            <p:spPr>
              <a:xfrm>
                <a:off x="5307833" y="3203108"/>
                <a:ext cx="87526" cy="8665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63" name="连接符: 肘形 362">
              <a:extLst>
                <a:ext uri="{FF2B5EF4-FFF2-40B4-BE49-F238E27FC236}">
                  <a16:creationId xmlns:a16="http://schemas.microsoft.com/office/drawing/2014/main" id="{98C2CAD9-AF6F-9430-A094-0F9A8505946E}"/>
                </a:ext>
              </a:extLst>
            </p:cNvPr>
            <p:cNvCxnSpPr>
              <a:cxnSpLocks/>
              <a:stCxn id="322" idx="2"/>
              <a:endCxn id="360" idx="7"/>
            </p:cNvCxnSpPr>
            <p:nvPr/>
          </p:nvCxnSpPr>
          <p:spPr>
            <a:xfrm rot="5400000">
              <a:off x="8406453" y="2693337"/>
              <a:ext cx="334362" cy="773824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67" name="组合 366">
              <a:extLst>
                <a:ext uri="{FF2B5EF4-FFF2-40B4-BE49-F238E27FC236}">
                  <a16:creationId xmlns:a16="http://schemas.microsoft.com/office/drawing/2014/main" id="{B6295A5A-4406-8CB4-8276-9C0ED8CE489A}"/>
                </a:ext>
              </a:extLst>
            </p:cNvPr>
            <p:cNvGrpSpPr/>
            <p:nvPr/>
          </p:nvGrpSpPr>
          <p:grpSpPr>
            <a:xfrm>
              <a:off x="5831996" y="3429000"/>
              <a:ext cx="123780" cy="122555"/>
              <a:chOff x="5289706" y="3185160"/>
              <a:chExt cx="123780" cy="122555"/>
            </a:xfrm>
          </p:grpSpPr>
          <p:sp>
            <p:nvSpPr>
              <p:cNvPr id="368" name="椭圆 367">
                <a:extLst>
                  <a:ext uri="{FF2B5EF4-FFF2-40B4-BE49-F238E27FC236}">
                    <a16:creationId xmlns:a16="http://schemas.microsoft.com/office/drawing/2014/main" id="{D7A0AABB-6374-720D-7448-7BA0D4692EBF}"/>
                  </a:ext>
                </a:extLst>
              </p:cNvPr>
              <p:cNvSpPr/>
              <p:nvPr/>
            </p:nvSpPr>
            <p:spPr>
              <a:xfrm>
                <a:off x="5289706" y="3185160"/>
                <a:ext cx="123780" cy="122555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cxnSp>
            <p:nvCxnSpPr>
              <p:cNvPr id="369" name="直接连接符 368">
                <a:extLst>
                  <a:ext uri="{FF2B5EF4-FFF2-40B4-BE49-F238E27FC236}">
                    <a16:creationId xmlns:a16="http://schemas.microsoft.com/office/drawing/2014/main" id="{9FE843E4-60E9-058E-1937-E20DF459F9CF}"/>
                  </a:ext>
                </a:extLst>
              </p:cNvPr>
              <p:cNvCxnSpPr>
                <a:cxnSpLocks/>
                <a:stCxn id="368" idx="7"/>
                <a:endCxn id="368" idx="3"/>
              </p:cNvCxnSpPr>
              <p:nvPr/>
            </p:nvCxnSpPr>
            <p:spPr>
              <a:xfrm flipH="1">
                <a:off x="5307833" y="3203108"/>
                <a:ext cx="87526" cy="8665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0" name="直接连接符 369">
                <a:extLst>
                  <a:ext uri="{FF2B5EF4-FFF2-40B4-BE49-F238E27FC236}">
                    <a16:creationId xmlns:a16="http://schemas.microsoft.com/office/drawing/2014/main" id="{AAF0BAD4-69C3-1C82-C2B6-FA3D1747F2BE}"/>
                  </a:ext>
                </a:extLst>
              </p:cNvPr>
              <p:cNvCxnSpPr>
                <a:cxnSpLocks/>
                <a:stCxn id="368" idx="1"/>
                <a:endCxn id="368" idx="5"/>
              </p:cNvCxnSpPr>
              <p:nvPr/>
            </p:nvCxnSpPr>
            <p:spPr>
              <a:xfrm>
                <a:off x="5307833" y="3203108"/>
                <a:ext cx="87526" cy="8665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74" name="连接符: 肘形 373">
              <a:extLst>
                <a:ext uri="{FF2B5EF4-FFF2-40B4-BE49-F238E27FC236}">
                  <a16:creationId xmlns:a16="http://schemas.microsoft.com/office/drawing/2014/main" id="{D03A1596-7C67-3BDE-0536-95B357FFBB23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5956722" y="3308020"/>
              <a:ext cx="463422" cy="182257"/>
            </a:xfrm>
            <a:prstGeom prst="bentConnector3">
              <a:avLst>
                <a:gd name="adj1" fmla="val 26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" name="直接箭头连接符 376">
              <a:extLst>
                <a:ext uri="{FF2B5EF4-FFF2-40B4-BE49-F238E27FC236}">
                  <a16:creationId xmlns:a16="http://schemas.microsoft.com/office/drawing/2014/main" id="{02E6ECF0-0484-EF18-0664-1C1EA38CE006}"/>
                </a:ext>
              </a:extLst>
            </p:cNvPr>
            <p:cNvCxnSpPr>
              <a:cxnSpLocks/>
              <a:endCxn id="395" idx="0"/>
            </p:cNvCxnSpPr>
            <p:nvPr/>
          </p:nvCxnSpPr>
          <p:spPr>
            <a:xfrm flipH="1">
              <a:off x="5891746" y="3544572"/>
              <a:ext cx="2081" cy="27940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" name="连接符: 肘形 381">
              <a:extLst>
                <a:ext uri="{FF2B5EF4-FFF2-40B4-BE49-F238E27FC236}">
                  <a16:creationId xmlns:a16="http://schemas.microsoft.com/office/drawing/2014/main" id="{A59051B8-BB57-CE5E-69ED-0D41EC441811}"/>
                </a:ext>
              </a:extLst>
            </p:cNvPr>
            <p:cNvCxnSpPr>
              <a:cxnSpLocks/>
              <a:stCxn id="336" idx="5"/>
              <a:endCxn id="368" idx="2"/>
            </p:cNvCxnSpPr>
            <p:nvPr/>
          </p:nvCxnSpPr>
          <p:spPr>
            <a:xfrm rot="10800000" flipH="1" flipV="1">
              <a:off x="5351902" y="3308020"/>
              <a:ext cx="480093" cy="182257"/>
            </a:xfrm>
            <a:prstGeom prst="bentConnector3">
              <a:avLst>
                <a:gd name="adj1" fmla="val 139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5" name="矩形 394">
              <a:extLst>
                <a:ext uri="{FF2B5EF4-FFF2-40B4-BE49-F238E27FC236}">
                  <a16:creationId xmlns:a16="http://schemas.microsoft.com/office/drawing/2014/main" id="{ED43643D-EFB6-DAAB-573C-63ECCD48BF2F}"/>
                </a:ext>
              </a:extLst>
            </p:cNvPr>
            <p:cNvSpPr/>
            <p:nvPr/>
          </p:nvSpPr>
          <p:spPr>
            <a:xfrm>
              <a:off x="5451694" y="3823974"/>
              <a:ext cx="880104" cy="279998"/>
            </a:xfrm>
            <a:prstGeom prst="rect">
              <a:avLst/>
            </a:prstGeom>
            <a:solidFill>
              <a:srgbClr val="BBF9F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softmax</a:t>
              </a:r>
              <a:endParaRPr lang="zh-CN" altLang="en-US" sz="1600" dirty="0"/>
            </a:p>
          </p:txBody>
        </p:sp>
        <p:grpSp>
          <p:nvGrpSpPr>
            <p:cNvPr id="397" name="组合 396">
              <a:extLst>
                <a:ext uri="{FF2B5EF4-FFF2-40B4-BE49-F238E27FC236}">
                  <a16:creationId xmlns:a16="http://schemas.microsoft.com/office/drawing/2014/main" id="{5B9F1421-D937-8D63-4E57-31F2D0D94CA8}"/>
                </a:ext>
              </a:extLst>
            </p:cNvPr>
            <p:cNvGrpSpPr/>
            <p:nvPr/>
          </p:nvGrpSpPr>
          <p:grpSpPr>
            <a:xfrm>
              <a:off x="6382564" y="4509683"/>
              <a:ext cx="123780" cy="122555"/>
              <a:chOff x="5289706" y="3185160"/>
              <a:chExt cx="123780" cy="122555"/>
            </a:xfrm>
          </p:grpSpPr>
          <p:sp>
            <p:nvSpPr>
              <p:cNvPr id="398" name="椭圆 397">
                <a:extLst>
                  <a:ext uri="{FF2B5EF4-FFF2-40B4-BE49-F238E27FC236}">
                    <a16:creationId xmlns:a16="http://schemas.microsoft.com/office/drawing/2014/main" id="{51E8E244-6FD0-ECAC-7468-35D3721BCA53}"/>
                  </a:ext>
                </a:extLst>
              </p:cNvPr>
              <p:cNvSpPr/>
              <p:nvPr/>
            </p:nvSpPr>
            <p:spPr>
              <a:xfrm>
                <a:off x="5289706" y="3185160"/>
                <a:ext cx="123780" cy="122555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cxnSp>
            <p:nvCxnSpPr>
              <p:cNvPr id="399" name="直接连接符 398">
                <a:extLst>
                  <a:ext uri="{FF2B5EF4-FFF2-40B4-BE49-F238E27FC236}">
                    <a16:creationId xmlns:a16="http://schemas.microsoft.com/office/drawing/2014/main" id="{45ED4E9E-A1BF-67FD-C055-F8EA86167DD7}"/>
                  </a:ext>
                </a:extLst>
              </p:cNvPr>
              <p:cNvCxnSpPr>
                <a:cxnSpLocks/>
                <a:stCxn id="398" idx="7"/>
                <a:endCxn id="398" idx="3"/>
              </p:cNvCxnSpPr>
              <p:nvPr/>
            </p:nvCxnSpPr>
            <p:spPr>
              <a:xfrm flipH="1">
                <a:off x="5307833" y="3203108"/>
                <a:ext cx="87526" cy="8665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0" name="直接连接符 399">
                <a:extLst>
                  <a:ext uri="{FF2B5EF4-FFF2-40B4-BE49-F238E27FC236}">
                    <a16:creationId xmlns:a16="http://schemas.microsoft.com/office/drawing/2014/main" id="{CB250C31-21D4-D710-2359-4658E5E602AB}"/>
                  </a:ext>
                </a:extLst>
              </p:cNvPr>
              <p:cNvCxnSpPr>
                <a:cxnSpLocks/>
                <a:stCxn id="398" idx="1"/>
                <a:endCxn id="398" idx="5"/>
              </p:cNvCxnSpPr>
              <p:nvPr/>
            </p:nvCxnSpPr>
            <p:spPr>
              <a:xfrm>
                <a:off x="5307833" y="3203108"/>
                <a:ext cx="87526" cy="8665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01" name="连接符: 肘形 400">
              <a:extLst>
                <a:ext uri="{FF2B5EF4-FFF2-40B4-BE49-F238E27FC236}">
                  <a16:creationId xmlns:a16="http://schemas.microsoft.com/office/drawing/2014/main" id="{E67B7503-3D48-CC23-EE1E-BE90E2A59247}"/>
                </a:ext>
              </a:extLst>
            </p:cNvPr>
            <p:cNvCxnSpPr>
              <a:cxnSpLocks/>
              <a:stCxn id="395" idx="2"/>
              <a:endCxn id="398" idx="2"/>
            </p:cNvCxnSpPr>
            <p:nvPr/>
          </p:nvCxnSpPr>
          <p:spPr>
            <a:xfrm rot="16200000" flipH="1">
              <a:off x="5903661" y="4092057"/>
              <a:ext cx="466989" cy="490818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连接符: 肘形 403">
              <a:extLst>
                <a:ext uri="{FF2B5EF4-FFF2-40B4-BE49-F238E27FC236}">
                  <a16:creationId xmlns:a16="http://schemas.microsoft.com/office/drawing/2014/main" id="{10A83C64-350B-401F-0C29-53D714646490}"/>
                </a:ext>
              </a:extLst>
            </p:cNvPr>
            <p:cNvCxnSpPr>
              <a:cxnSpLocks/>
              <a:stCxn id="360" idx="3"/>
              <a:endCxn id="398" idx="6"/>
            </p:cNvCxnSpPr>
            <p:nvPr/>
          </p:nvCxnSpPr>
          <p:spPr>
            <a:xfrm rot="10800000" flipV="1">
              <a:off x="6506344" y="3244831"/>
              <a:ext cx="1557236" cy="1326130"/>
            </a:xfrm>
            <a:prstGeom prst="bentConnector3">
              <a:avLst>
                <a:gd name="adj1" fmla="val 39039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" name="直接箭头连接符 417">
              <a:extLst>
                <a:ext uri="{FF2B5EF4-FFF2-40B4-BE49-F238E27FC236}">
                  <a16:creationId xmlns:a16="http://schemas.microsoft.com/office/drawing/2014/main" id="{B12934CE-31CF-1930-DFA6-3BBC3DCAF73B}"/>
                </a:ext>
              </a:extLst>
            </p:cNvPr>
            <p:cNvCxnSpPr>
              <a:cxnSpLocks/>
              <a:stCxn id="398" idx="4"/>
            </p:cNvCxnSpPr>
            <p:nvPr/>
          </p:nvCxnSpPr>
          <p:spPr>
            <a:xfrm>
              <a:off x="6444454" y="4632238"/>
              <a:ext cx="0" cy="26377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9" name="文本框 418">
              <a:extLst>
                <a:ext uri="{FF2B5EF4-FFF2-40B4-BE49-F238E27FC236}">
                  <a16:creationId xmlns:a16="http://schemas.microsoft.com/office/drawing/2014/main" id="{1FB40216-9A81-E460-D32D-16315502A770}"/>
                </a:ext>
              </a:extLst>
            </p:cNvPr>
            <p:cNvSpPr txBox="1"/>
            <p:nvPr/>
          </p:nvSpPr>
          <p:spPr>
            <a:xfrm>
              <a:off x="5792673" y="4816008"/>
              <a:ext cx="143432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output tokens</a:t>
              </a:r>
              <a:endPara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435" name="图形 434" descr="雪花">
              <a:extLst>
                <a:ext uri="{FF2B5EF4-FFF2-40B4-BE49-F238E27FC236}">
                  <a16:creationId xmlns:a16="http://schemas.microsoft.com/office/drawing/2014/main" id="{92855FDC-4C6D-D544-895F-DDEB6A47EE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490054" y="2637045"/>
              <a:ext cx="174841" cy="174841"/>
            </a:xfrm>
            <a:prstGeom prst="rect">
              <a:avLst/>
            </a:prstGeom>
          </p:spPr>
        </p:pic>
        <p:pic>
          <p:nvPicPr>
            <p:cNvPr id="436" name="图形 435" descr="雪花">
              <a:extLst>
                <a:ext uri="{FF2B5EF4-FFF2-40B4-BE49-F238E27FC236}">
                  <a16:creationId xmlns:a16="http://schemas.microsoft.com/office/drawing/2014/main" id="{6DAE25E6-5932-A21F-618B-096C0F947E1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54575" y="2630134"/>
              <a:ext cx="174841" cy="174841"/>
            </a:xfrm>
            <a:prstGeom prst="rect">
              <a:avLst/>
            </a:prstGeom>
          </p:spPr>
        </p:pic>
        <p:pic>
          <p:nvPicPr>
            <p:cNvPr id="437" name="图形 436" descr="雪花">
              <a:extLst>
                <a:ext uri="{FF2B5EF4-FFF2-40B4-BE49-F238E27FC236}">
                  <a16:creationId xmlns:a16="http://schemas.microsoft.com/office/drawing/2014/main" id="{7F31F34F-C56C-F744-A8A8-43346F364B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261013" y="2631061"/>
              <a:ext cx="174841" cy="174841"/>
            </a:xfrm>
            <a:prstGeom prst="rect">
              <a:avLst/>
            </a:prstGeom>
          </p:spPr>
        </p:pic>
        <p:pic>
          <p:nvPicPr>
            <p:cNvPr id="442" name="图形 441" descr="火">
              <a:extLst>
                <a:ext uri="{FF2B5EF4-FFF2-40B4-BE49-F238E27FC236}">
                  <a16:creationId xmlns:a16="http://schemas.microsoft.com/office/drawing/2014/main" id="{DCE49301-7786-E6EF-E0BF-F116FA0C20B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696951" y="2635075"/>
              <a:ext cx="115187" cy="115187"/>
            </a:xfrm>
            <a:prstGeom prst="rect">
              <a:avLst/>
            </a:prstGeom>
          </p:spPr>
        </p:pic>
        <p:pic>
          <p:nvPicPr>
            <p:cNvPr id="443" name="图形 442" descr="火">
              <a:extLst>
                <a:ext uri="{FF2B5EF4-FFF2-40B4-BE49-F238E27FC236}">
                  <a16:creationId xmlns:a16="http://schemas.microsoft.com/office/drawing/2014/main" id="{1F85F950-A9A8-0EAE-5C7A-31C86736367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164853" y="2641483"/>
              <a:ext cx="115187" cy="115187"/>
            </a:xfrm>
            <a:prstGeom prst="rect">
              <a:avLst/>
            </a:prstGeom>
          </p:spPr>
        </p:pic>
        <p:pic>
          <p:nvPicPr>
            <p:cNvPr id="444" name="图形 443" descr="火">
              <a:extLst>
                <a:ext uri="{FF2B5EF4-FFF2-40B4-BE49-F238E27FC236}">
                  <a16:creationId xmlns:a16="http://schemas.microsoft.com/office/drawing/2014/main" id="{96DD1C21-87BC-32A0-8303-BAA598C9DAE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902952" y="2646266"/>
              <a:ext cx="115187" cy="115187"/>
            </a:xfrm>
            <a:prstGeom prst="rect">
              <a:avLst/>
            </a:prstGeom>
          </p:spPr>
        </p:pic>
        <p:grpSp>
          <p:nvGrpSpPr>
            <p:cNvPr id="447" name="组合 446">
              <a:extLst>
                <a:ext uri="{FF2B5EF4-FFF2-40B4-BE49-F238E27FC236}">
                  <a16:creationId xmlns:a16="http://schemas.microsoft.com/office/drawing/2014/main" id="{EC5C1533-BA09-F35C-9148-8134EC5210E9}"/>
                </a:ext>
              </a:extLst>
            </p:cNvPr>
            <p:cNvGrpSpPr/>
            <p:nvPr/>
          </p:nvGrpSpPr>
          <p:grpSpPr>
            <a:xfrm>
              <a:off x="7891111" y="3516313"/>
              <a:ext cx="1688097" cy="1607472"/>
              <a:chOff x="2576298" y="1686872"/>
              <a:chExt cx="1688097" cy="1607472"/>
            </a:xfrm>
          </p:grpSpPr>
          <p:grpSp>
            <p:nvGrpSpPr>
              <p:cNvPr id="420" name="组合 419">
                <a:extLst>
                  <a:ext uri="{FF2B5EF4-FFF2-40B4-BE49-F238E27FC236}">
                    <a16:creationId xmlns:a16="http://schemas.microsoft.com/office/drawing/2014/main" id="{3899FAE6-44ED-6709-6C62-E0BF0E3B0253}"/>
                  </a:ext>
                </a:extLst>
              </p:cNvPr>
              <p:cNvGrpSpPr/>
              <p:nvPr/>
            </p:nvGrpSpPr>
            <p:grpSpPr>
              <a:xfrm>
                <a:off x="2601871" y="1804106"/>
                <a:ext cx="123780" cy="122555"/>
                <a:chOff x="5289706" y="3185160"/>
                <a:chExt cx="123780" cy="122555"/>
              </a:xfrm>
            </p:grpSpPr>
            <p:sp>
              <p:nvSpPr>
                <p:cNvPr id="421" name="椭圆 420">
                  <a:extLst>
                    <a:ext uri="{FF2B5EF4-FFF2-40B4-BE49-F238E27FC236}">
                      <a16:creationId xmlns:a16="http://schemas.microsoft.com/office/drawing/2014/main" id="{9BCC45DA-A23D-AC61-813C-5535A44B2F39}"/>
                    </a:ext>
                  </a:extLst>
                </p:cNvPr>
                <p:cNvSpPr/>
                <p:nvPr/>
              </p:nvSpPr>
              <p:spPr>
                <a:xfrm>
                  <a:off x="5289706" y="3185160"/>
                  <a:ext cx="123780" cy="122555"/>
                </a:xfrm>
                <a:prstGeom prst="ellipse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cxnSp>
              <p:nvCxnSpPr>
                <p:cNvPr id="422" name="直接连接符 421">
                  <a:extLst>
                    <a:ext uri="{FF2B5EF4-FFF2-40B4-BE49-F238E27FC236}">
                      <a16:creationId xmlns:a16="http://schemas.microsoft.com/office/drawing/2014/main" id="{5956292C-9AB1-D140-1590-F139C0BC7298}"/>
                    </a:ext>
                  </a:extLst>
                </p:cNvPr>
                <p:cNvCxnSpPr>
                  <a:cxnSpLocks/>
                  <a:stCxn id="421" idx="7"/>
                  <a:endCxn id="421" idx="3"/>
                </p:cNvCxnSpPr>
                <p:nvPr/>
              </p:nvCxnSpPr>
              <p:spPr>
                <a:xfrm flipH="1">
                  <a:off x="5307833" y="3203108"/>
                  <a:ext cx="87526" cy="8665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3" name="直接连接符 422">
                  <a:extLst>
                    <a:ext uri="{FF2B5EF4-FFF2-40B4-BE49-F238E27FC236}">
                      <a16:creationId xmlns:a16="http://schemas.microsoft.com/office/drawing/2014/main" id="{DF0D3BAD-B435-A388-9465-69B5C4793530}"/>
                    </a:ext>
                  </a:extLst>
                </p:cNvPr>
                <p:cNvCxnSpPr>
                  <a:cxnSpLocks/>
                  <a:stCxn id="421" idx="1"/>
                  <a:endCxn id="421" idx="5"/>
                </p:cNvCxnSpPr>
                <p:nvPr/>
              </p:nvCxnSpPr>
              <p:spPr>
                <a:xfrm>
                  <a:off x="5307833" y="3203108"/>
                  <a:ext cx="87526" cy="8665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24" name="文本框 423">
                <a:extLst>
                  <a:ext uri="{FF2B5EF4-FFF2-40B4-BE49-F238E27FC236}">
                    <a16:creationId xmlns:a16="http://schemas.microsoft.com/office/drawing/2014/main" id="{A9F834ED-0731-FF96-2CF8-378E91A32D48}"/>
                  </a:ext>
                </a:extLst>
              </p:cNvPr>
              <p:cNvSpPr txBox="1"/>
              <p:nvPr/>
            </p:nvSpPr>
            <p:spPr>
              <a:xfrm>
                <a:off x="2722715" y="1686872"/>
                <a:ext cx="143432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Multiplication</a:t>
                </a:r>
                <a:endParaRPr lang="zh-CN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425" name="组合 424">
                <a:extLst>
                  <a:ext uri="{FF2B5EF4-FFF2-40B4-BE49-F238E27FC236}">
                    <a16:creationId xmlns:a16="http://schemas.microsoft.com/office/drawing/2014/main" id="{68257F5E-2CDB-93AF-6353-FC98717A225D}"/>
                  </a:ext>
                </a:extLst>
              </p:cNvPr>
              <p:cNvGrpSpPr/>
              <p:nvPr/>
            </p:nvGrpSpPr>
            <p:grpSpPr>
              <a:xfrm rot="2700000">
                <a:off x="2601871" y="2129812"/>
                <a:ext cx="123780" cy="122555"/>
                <a:chOff x="5289706" y="3185160"/>
                <a:chExt cx="123780" cy="122555"/>
              </a:xfrm>
            </p:grpSpPr>
            <p:sp>
              <p:nvSpPr>
                <p:cNvPr id="426" name="椭圆 425">
                  <a:extLst>
                    <a:ext uri="{FF2B5EF4-FFF2-40B4-BE49-F238E27FC236}">
                      <a16:creationId xmlns:a16="http://schemas.microsoft.com/office/drawing/2014/main" id="{E58120BB-E1ED-FEC7-4D01-D903212F8C39}"/>
                    </a:ext>
                  </a:extLst>
                </p:cNvPr>
                <p:cNvSpPr/>
                <p:nvPr/>
              </p:nvSpPr>
              <p:spPr>
                <a:xfrm>
                  <a:off x="5289706" y="3185160"/>
                  <a:ext cx="123780" cy="122555"/>
                </a:xfrm>
                <a:prstGeom prst="ellipse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cxnSp>
              <p:nvCxnSpPr>
                <p:cNvPr id="427" name="直接连接符 426">
                  <a:extLst>
                    <a:ext uri="{FF2B5EF4-FFF2-40B4-BE49-F238E27FC236}">
                      <a16:creationId xmlns:a16="http://schemas.microsoft.com/office/drawing/2014/main" id="{206C4EBA-800B-E074-BB7F-A8B3EED91523}"/>
                    </a:ext>
                  </a:extLst>
                </p:cNvPr>
                <p:cNvCxnSpPr>
                  <a:cxnSpLocks/>
                  <a:stCxn id="426" idx="7"/>
                  <a:endCxn id="426" idx="3"/>
                </p:cNvCxnSpPr>
                <p:nvPr/>
              </p:nvCxnSpPr>
              <p:spPr>
                <a:xfrm flipH="1">
                  <a:off x="5307833" y="3203108"/>
                  <a:ext cx="87526" cy="8665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8" name="直接连接符 427">
                  <a:extLst>
                    <a:ext uri="{FF2B5EF4-FFF2-40B4-BE49-F238E27FC236}">
                      <a16:creationId xmlns:a16="http://schemas.microsoft.com/office/drawing/2014/main" id="{89ED23CD-8DD3-CE79-F59E-9298F2D6118F}"/>
                    </a:ext>
                  </a:extLst>
                </p:cNvPr>
                <p:cNvCxnSpPr>
                  <a:cxnSpLocks/>
                  <a:stCxn id="426" idx="1"/>
                  <a:endCxn id="426" idx="5"/>
                </p:cNvCxnSpPr>
                <p:nvPr/>
              </p:nvCxnSpPr>
              <p:spPr>
                <a:xfrm>
                  <a:off x="5307833" y="3203108"/>
                  <a:ext cx="87526" cy="8665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29" name="文本框 428">
                <a:extLst>
                  <a:ext uri="{FF2B5EF4-FFF2-40B4-BE49-F238E27FC236}">
                    <a16:creationId xmlns:a16="http://schemas.microsoft.com/office/drawing/2014/main" id="{B27BBD00-A5E0-12FC-5547-724A20F8B0E2}"/>
                  </a:ext>
                </a:extLst>
              </p:cNvPr>
              <p:cNvSpPr txBox="1"/>
              <p:nvPr/>
            </p:nvSpPr>
            <p:spPr>
              <a:xfrm>
                <a:off x="2722715" y="2012578"/>
                <a:ext cx="92531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Addition</a:t>
                </a:r>
                <a:endParaRPr lang="zh-CN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430" name="组合 429">
                <a:extLst>
                  <a:ext uri="{FF2B5EF4-FFF2-40B4-BE49-F238E27FC236}">
                    <a16:creationId xmlns:a16="http://schemas.microsoft.com/office/drawing/2014/main" id="{6056AB8A-F743-A3C6-88DB-E84FDF31ED06}"/>
                  </a:ext>
                </a:extLst>
              </p:cNvPr>
              <p:cNvGrpSpPr/>
              <p:nvPr/>
            </p:nvGrpSpPr>
            <p:grpSpPr>
              <a:xfrm>
                <a:off x="2601871" y="2455518"/>
                <a:ext cx="148398" cy="140960"/>
                <a:chOff x="4608910" y="2628300"/>
                <a:chExt cx="296796" cy="281919"/>
              </a:xfrm>
            </p:grpSpPr>
            <p:sp>
              <p:nvSpPr>
                <p:cNvPr id="431" name="梯形 430">
                  <a:extLst>
                    <a:ext uri="{FF2B5EF4-FFF2-40B4-BE49-F238E27FC236}">
                      <a16:creationId xmlns:a16="http://schemas.microsoft.com/office/drawing/2014/main" id="{708E329E-65E3-070A-A566-484123E4CB4C}"/>
                    </a:ext>
                  </a:extLst>
                </p:cNvPr>
                <p:cNvSpPr/>
                <p:nvPr/>
              </p:nvSpPr>
              <p:spPr>
                <a:xfrm flipV="1">
                  <a:off x="4608910" y="2628300"/>
                  <a:ext cx="296796" cy="135855"/>
                </a:xfrm>
                <a:prstGeom prst="trapezoid">
                  <a:avLst>
                    <a:gd name="adj" fmla="val 64410"/>
                  </a:avLst>
                </a:prstGeom>
                <a:solidFill>
                  <a:srgbClr val="EAC7C4"/>
                </a:solidFill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32" name="梯形 431">
                  <a:extLst>
                    <a:ext uri="{FF2B5EF4-FFF2-40B4-BE49-F238E27FC236}">
                      <a16:creationId xmlns:a16="http://schemas.microsoft.com/office/drawing/2014/main" id="{F8976383-63C1-3A52-A397-2ECEDE61A107}"/>
                    </a:ext>
                  </a:extLst>
                </p:cNvPr>
                <p:cNvSpPr/>
                <p:nvPr/>
              </p:nvSpPr>
              <p:spPr>
                <a:xfrm rot="10800000" flipV="1">
                  <a:off x="4608910" y="2774364"/>
                  <a:ext cx="296796" cy="135855"/>
                </a:xfrm>
                <a:prstGeom prst="trapezoid">
                  <a:avLst>
                    <a:gd name="adj" fmla="val 64410"/>
                  </a:avLst>
                </a:prstGeom>
                <a:solidFill>
                  <a:srgbClr val="EAC7C4"/>
                </a:solidFill>
                <a:ln w="635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433" name="文本框 432">
                <a:extLst>
                  <a:ext uri="{FF2B5EF4-FFF2-40B4-BE49-F238E27FC236}">
                    <a16:creationId xmlns:a16="http://schemas.microsoft.com/office/drawing/2014/main" id="{B9DEE59D-FBA0-549C-2780-9B7B38A3BB6D}"/>
                  </a:ext>
                </a:extLst>
              </p:cNvPr>
              <p:cNvSpPr txBox="1"/>
              <p:nvPr/>
            </p:nvSpPr>
            <p:spPr>
              <a:xfrm>
                <a:off x="2722714" y="2352622"/>
                <a:ext cx="154168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AdaLoRA Layers</a:t>
                </a:r>
                <a:endParaRPr lang="zh-CN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438" name="图形 437" descr="雪花">
                <a:extLst>
                  <a:ext uri="{FF2B5EF4-FFF2-40B4-BE49-F238E27FC236}">
                    <a16:creationId xmlns:a16="http://schemas.microsoft.com/office/drawing/2014/main" id="{DF7026B9-020B-9C3F-4764-56A293DD68F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2576298" y="2722423"/>
                <a:ext cx="229882" cy="229882"/>
              </a:xfrm>
              <a:prstGeom prst="rect">
                <a:avLst/>
              </a:prstGeom>
            </p:spPr>
          </p:pic>
          <p:sp>
            <p:nvSpPr>
              <p:cNvPr id="439" name="文本框 438">
                <a:extLst>
                  <a:ext uri="{FF2B5EF4-FFF2-40B4-BE49-F238E27FC236}">
                    <a16:creationId xmlns:a16="http://schemas.microsoft.com/office/drawing/2014/main" id="{A0783431-1DE7-611E-8F4D-2D2D6CEA06E8}"/>
                  </a:ext>
                </a:extLst>
              </p:cNvPr>
              <p:cNvSpPr txBox="1"/>
              <p:nvPr/>
            </p:nvSpPr>
            <p:spPr>
              <a:xfrm>
                <a:off x="2739738" y="2684087"/>
                <a:ext cx="78677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Frozen</a:t>
                </a:r>
                <a:endParaRPr lang="zh-CN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40" name="文本框 439">
                <a:extLst>
                  <a:ext uri="{FF2B5EF4-FFF2-40B4-BE49-F238E27FC236}">
                    <a16:creationId xmlns:a16="http://schemas.microsoft.com/office/drawing/2014/main" id="{684EE1A4-0415-DE27-B44A-BDF76446504A}"/>
                  </a:ext>
                </a:extLst>
              </p:cNvPr>
              <p:cNvSpPr txBox="1"/>
              <p:nvPr/>
            </p:nvSpPr>
            <p:spPr>
              <a:xfrm>
                <a:off x="2710557" y="2986567"/>
                <a:ext cx="78677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Tunable</a:t>
                </a:r>
                <a:endParaRPr lang="zh-CN" alt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445" name="图形 444" descr="火">
                <a:extLst>
                  <a:ext uri="{FF2B5EF4-FFF2-40B4-BE49-F238E27FC236}">
                    <a16:creationId xmlns:a16="http://schemas.microsoft.com/office/drawing/2014/main" id="{4E9CB5C3-139B-DA0B-D0EF-2526184AF6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2609798" y="3042039"/>
                <a:ext cx="174188" cy="174188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9041623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636DB-A734-C65A-5AEA-280715F89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6" name="直接箭头连接符 215">
            <a:extLst>
              <a:ext uri="{FF2B5EF4-FFF2-40B4-BE49-F238E27FC236}">
                <a16:creationId xmlns:a16="http://schemas.microsoft.com/office/drawing/2014/main" id="{9753FA09-988D-B339-5D3F-946249A0C00E}"/>
              </a:ext>
            </a:extLst>
          </p:cNvPr>
          <p:cNvCxnSpPr>
            <a:cxnSpLocks/>
            <a:stCxn id="194" idx="2"/>
            <a:endCxn id="43" idx="0"/>
          </p:cNvCxnSpPr>
          <p:nvPr/>
        </p:nvCxnSpPr>
        <p:spPr>
          <a:xfrm>
            <a:off x="2852424" y="2640708"/>
            <a:ext cx="2434" cy="19183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" name="矩形: 圆角 193">
            <a:extLst>
              <a:ext uri="{FF2B5EF4-FFF2-40B4-BE49-F238E27FC236}">
                <a16:creationId xmlns:a16="http://schemas.microsoft.com/office/drawing/2014/main" id="{75D9C48A-FCFE-F9ED-13C3-9B4677DF043A}"/>
              </a:ext>
            </a:extLst>
          </p:cNvPr>
          <p:cNvSpPr/>
          <p:nvPr/>
        </p:nvSpPr>
        <p:spPr>
          <a:xfrm>
            <a:off x="2556283" y="1840192"/>
            <a:ext cx="592281" cy="800516"/>
          </a:xfrm>
          <a:prstGeom prst="roundRect">
            <a:avLst/>
          </a:prstGeom>
          <a:solidFill>
            <a:srgbClr val="D9DAD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221" name="直接箭头连接符 220">
            <a:extLst>
              <a:ext uri="{FF2B5EF4-FFF2-40B4-BE49-F238E27FC236}">
                <a16:creationId xmlns:a16="http://schemas.microsoft.com/office/drawing/2014/main" id="{AC2E4671-DB14-39BE-9F5B-58CB592619AD}"/>
              </a:ext>
            </a:extLst>
          </p:cNvPr>
          <p:cNvCxnSpPr>
            <a:cxnSpLocks/>
            <a:stCxn id="194" idx="3"/>
            <a:endCxn id="61" idx="1"/>
          </p:cNvCxnSpPr>
          <p:nvPr/>
        </p:nvCxnSpPr>
        <p:spPr>
          <a:xfrm>
            <a:off x="3148564" y="2240450"/>
            <a:ext cx="711214" cy="467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图形 34" descr="雪花">
            <a:extLst>
              <a:ext uri="{FF2B5EF4-FFF2-40B4-BE49-F238E27FC236}">
                <a16:creationId xmlns:a16="http://schemas.microsoft.com/office/drawing/2014/main" id="{61F317DD-BA7C-43FD-55CD-2405A791A1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11108" y="2093712"/>
            <a:ext cx="309685" cy="309685"/>
          </a:xfrm>
          <a:prstGeom prst="rect">
            <a:avLst/>
          </a:prstGeom>
        </p:spPr>
      </p:pic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A3E2D9F6-C8D3-62BE-8898-42BF17F8CBCC}"/>
              </a:ext>
            </a:extLst>
          </p:cNvPr>
          <p:cNvCxnSpPr>
            <a:cxnSpLocks/>
            <a:endCxn id="194" idx="1"/>
          </p:cNvCxnSpPr>
          <p:nvPr/>
        </p:nvCxnSpPr>
        <p:spPr>
          <a:xfrm>
            <a:off x="2277704" y="2238966"/>
            <a:ext cx="278579" cy="1484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矩形 42">
            <a:extLst>
              <a:ext uri="{FF2B5EF4-FFF2-40B4-BE49-F238E27FC236}">
                <a16:creationId xmlns:a16="http://schemas.microsoft.com/office/drawing/2014/main" id="{395B9C50-353A-B4AB-A3DE-097451DDDF19}"/>
              </a:ext>
            </a:extLst>
          </p:cNvPr>
          <p:cNvSpPr/>
          <p:nvPr/>
        </p:nvSpPr>
        <p:spPr>
          <a:xfrm>
            <a:off x="2311700" y="2832544"/>
            <a:ext cx="1086315" cy="227422"/>
          </a:xfrm>
          <a:prstGeom prst="rect">
            <a:avLst/>
          </a:prstGeom>
          <a:solidFill>
            <a:srgbClr val="EAC7C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MiMi-Adapter</a:t>
            </a:r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6B6663E1-FF71-B0D5-7BE1-DBCB81B066EB}"/>
              </a:ext>
            </a:extLst>
          </p:cNvPr>
          <p:cNvCxnSpPr>
            <a:cxnSpLocks/>
            <a:stCxn id="61" idx="2"/>
            <a:endCxn id="193" idx="0"/>
          </p:cNvCxnSpPr>
          <p:nvPr/>
        </p:nvCxnSpPr>
        <p:spPr>
          <a:xfrm>
            <a:off x="4155919" y="2645378"/>
            <a:ext cx="2434" cy="19183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矩形: 圆角 60">
            <a:extLst>
              <a:ext uri="{FF2B5EF4-FFF2-40B4-BE49-F238E27FC236}">
                <a16:creationId xmlns:a16="http://schemas.microsoft.com/office/drawing/2014/main" id="{1520C64A-EAE9-C0D2-FA93-A1A7720D1CDA}"/>
              </a:ext>
            </a:extLst>
          </p:cNvPr>
          <p:cNvSpPr/>
          <p:nvPr/>
        </p:nvSpPr>
        <p:spPr>
          <a:xfrm>
            <a:off x="3859778" y="1844862"/>
            <a:ext cx="592281" cy="800516"/>
          </a:xfrm>
          <a:prstGeom prst="roundRect">
            <a:avLst/>
          </a:prstGeom>
          <a:solidFill>
            <a:srgbClr val="D9DAD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62" name="图形 61" descr="雪花">
            <a:extLst>
              <a:ext uri="{FF2B5EF4-FFF2-40B4-BE49-F238E27FC236}">
                <a16:creationId xmlns:a16="http://schemas.microsoft.com/office/drawing/2014/main" id="{84A8E1DA-7381-46E7-D689-1F926585D5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14603" y="2098382"/>
            <a:ext cx="309685" cy="309685"/>
          </a:xfrm>
          <a:prstGeom prst="rect">
            <a:avLst/>
          </a:prstGeom>
        </p:spPr>
      </p:pic>
      <p:sp>
        <p:nvSpPr>
          <p:cNvPr id="193" name="矩形 192">
            <a:extLst>
              <a:ext uri="{FF2B5EF4-FFF2-40B4-BE49-F238E27FC236}">
                <a16:creationId xmlns:a16="http://schemas.microsoft.com/office/drawing/2014/main" id="{8414DB44-B9F0-559C-5ED7-62D4695CB5B0}"/>
              </a:ext>
            </a:extLst>
          </p:cNvPr>
          <p:cNvSpPr/>
          <p:nvPr/>
        </p:nvSpPr>
        <p:spPr>
          <a:xfrm>
            <a:off x="3615195" y="2837214"/>
            <a:ext cx="1086315" cy="227422"/>
          </a:xfrm>
          <a:prstGeom prst="rect">
            <a:avLst/>
          </a:prstGeom>
          <a:solidFill>
            <a:srgbClr val="EAC7C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MiMi-Adapter</a:t>
            </a:r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7" name="直接箭头连接符 216">
            <a:extLst>
              <a:ext uri="{FF2B5EF4-FFF2-40B4-BE49-F238E27FC236}">
                <a16:creationId xmlns:a16="http://schemas.microsoft.com/office/drawing/2014/main" id="{481DD0AE-B593-6B7C-EB54-714CDFBA0D2E}"/>
              </a:ext>
            </a:extLst>
          </p:cNvPr>
          <p:cNvCxnSpPr>
            <a:cxnSpLocks/>
            <a:stCxn id="222" idx="2"/>
            <a:endCxn id="225" idx="0"/>
          </p:cNvCxnSpPr>
          <p:nvPr/>
        </p:nvCxnSpPr>
        <p:spPr>
          <a:xfrm>
            <a:off x="5455762" y="2640708"/>
            <a:ext cx="3651" cy="19183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" name="矩形: 圆角 221">
            <a:extLst>
              <a:ext uri="{FF2B5EF4-FFF2-40B4-BE49-F238E27FC236}">
                <a16:creationId xmlns:a16="http://schemas.microsoft.com/office/drawing/2014/main" id="{EB3F7EED-230C-1EF9-B99B-C34E1764BB7E}"/>
              </a:ext>
            </a:extLst>
          </p:cNvPr>
          <p:cNvSpPr/>
          <p:nvPr/>
        </p:nvSpPr>
        <p:spPr>
          <a:xfrm>
            <a:off x="5159621" y="1840192"/>
            <a:ext cx="592281" cy="800516"/>
          </a:xfrm>
          <a:prstGeom prst="roundRect">
            <a:avLst/>
          </a:prstGeom>
          <a:solidFill>
            <a:srgbClr val="D9DAD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223" name="图形 222" descr="雪花">
            <a:extLst>
              <a:ext uri="{FF2B5EF4-FFF2-40B4-BE49-F238E27FC236}">
                <a16:creationId xmlns:a16="http://schemas.microsoft.com/office/drawing/2014/main" id="{53745F71-6BF9-33FB-7816-9231CB13FB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15663" y="2093712"/>
            <a:ext cx="309685" cy="309685"/>
          </a:xfrm>
          <a:prstGeom prst="rect">
            <a:avLst/>
          </a:prstGeom>
        </p:spPr>
      </p:pic>
      <p:sp>
        <p:nvSpPr>
          <p:cNvPr id="225" name="矩形 224">
            <a:extLst>
              <a:ext uri="{FF2B5EF4-FFF2-40B4-BE49-F238E27FC236}">
                <a16:creationId xmlns:a16="http://schemas.microsoft.com/office/drawing/2014/main" id="{D0E3CD3F-8439-1ACF-F490-5A45FDF87A13}"/>
              </a:ext>
            </a:extLst>
          </p:cNvPr>
          <p:cNvSpPr/>
          <p:nvPr/>
        </p:nvSpPr>
        <p:spPr>
          <a:xfrm>
            <a:off x="4916255" y="2832544"/>
            <a:ext cx="1086315" cy="227422"/>
          </a:xfrm>
          <a:prstGeom prst="rect">
            <a:avLst/>
          </a:prstGeom>
          <a:solidFill>
            <a:srgbClr val="EAC7C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MiMi-Adapter</a:t>
            </a:r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6" name="直接箭头连接符 225">
            <a:extLst>
              <a:ext uri="{FF2B5EF4-FFF2-40B4-BE49-F238E27FC236}">
                <a16:creationId xmlns:a16="http://schemas.microsoft.com/office/drawing/2014/main" id="{94B5EFAE-43E8-38ED-F0C0-026D647FB105}"/>
              </a:ext>
            </a:extLst>
          </p:cNvPr>
          <p:cNvCxnSpPr>
            <a:cxnSpLocks/>
            <a:stCxn id="228" idx="2"/>
            <a:endCxn id="232" idx="0"/>
          </p:cNvCxnSpPr>
          <p:nvPr/>
        </p:nvCxnSpPr>
        <p:spPr>
          <a:xfrm>
            <a:off x="7071877" y="2643882"/>
            <a:ext cx="2434" cy="19183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8" name="矩形: 圆角 227">
            <a:extLst>
              <a:ext uri="{FF2B5EF4-FFF2-40B4-BE49-F238E27FC236}">
                <a16:creationId xmlns:a16="http://schemas.microsoft.com/office/drawing/2014/main" id="{955357C0-A22D-9A09-0F3F-6104B2D4F7BD}"/>
              </a:ext>
            </a:extLst>
          </p:cNvPr>
          <p:cNvSpPr/>
          <p:nvPr/>
        </p:nvSpPr>
        <p:spPr>
          <a:xfrm>
            <a:off x="6775736" y="1843366"/>
            <a:ext cx="592281" cy="800516"/>
          </a:xfrm>
          <a:prstGeom prst="roundRect">
            <a:avLst/>
          </a:prstGeom>
          <a:solidFill>
            <a:srgbClr val="D9DAD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229" name="图形 228" descr="雪花">
            <a:extLst>
              <a:ext uri="{FF2B5EF4-FFF2-40B4-BE49-F238E27FC236}">
                <a16:creationId xmlns:a16="http://schemas.microsoft.com/office/drawing/2014/main" id="{0A67BBA2-F5BF-34FF-2455-2E2BB1DC7E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30561" y="2096886"/>
            <a:ext cx="309685" cy="309685"/>
          </a:xfrm>
          <a:prstGeom prst="rect">
            <a:avLst/>
          </a:prstGeom>
        </p:spPr>
      </p:pic>
      <p:sp>
        <p:nvSpPr>
          <p:cNvPr id="232" name="矩形 231">
            <a:extLst>
              <a:ext uri="{FF2B5EF4-FFF2-40B4-BE49-F238E27FC236}">
                <a16:creationId xmlns:a16="http://schemas.microsoft.com/office/drawing/2014/main" id="{A10761B3-6984-58D0-0292-4320802ED9BD}"/>
              </a:ext>
            </a:extLst>
          </p:cNvPr>
          <p:cNvSpPr/>
          <p:nvPr/>
        </p:nvSpPr>
        <p:spPr>
          <a:xfrm>
            <a:off x="6531153" y="2835718"/>
            <a:ext cx="1086315" cy="227422"/>
          </a:xfrm>
          <a:prstGeom prst="rect">
            <a:avLst/>
          </a:prstGeom>
          <a:solidFill>
            <a:srgbClr val="EAC7C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MiMi-Adapter</a:t>
            </a:r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3" name="直接箭头连接符 232">
            <a:extLst>
              <a:ext uri="{FF2B5EF4-FFF2-40B4-BE49-F238E27FC236}">
                <a16:creationId xmlns:a16="http://schemas.microsoft.com/office/drawing/2014/main" id="{1FF7315F-84F0-895E-2F56-95B8DB5996B8}"/>
              </a:ext>
            </a:extLst>
          </p:cNvPr>
          <p:cNvCxnSpPr>
            <a:cxnSpLocks/>
            <a:stCxn id="61" idx="3"/>
            <a:endCxn id="222" idx="1"/>
          </p:cNvCxnSpPr>
          <p:nvPr/>
        </p:nvCxnSpPr>
        <p:spPr>
          <a:xfrm flipV="1">
            <a:off x="4452059" y="2240450"/>
            <a:ext cx="707562" cy="467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直接箭头连接符 237">
            <a:extLst>
              <a:ext uri="{FF2B5EF4-FFF2-40B4-BE49-F238E27FC236}">
                <a16:creationId xmlns:a16="http://schemas.microsoft.com/office/drawing/2014/main" id="{658ED3D3-6B23-483D-69F9-3B1F25F0D2D2}"/>
              </a:ext>
            </a:extLst>
          </p:cNvPr>
          <p:cNvCxnSpPr>
            <a:cxnSpLocks/>
            <a:stCxn id="222" idx="3"/>
          </p:cNvCxnSpPr>
          <p:nvPr/>
        </p:nvCxnSpPr>
        <p:spPr>
          <a:xfrm>
            <a:off x="5751902" y="2240450"/>
            <a:ext cx="297162" cy="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2" name="矩形 241">
            <a:extLst>
              <a:ext uri="{FF2B5EF4-FFF2-40B4-BE49-F238E27FC236}">
                <a16:creationId xmlns:a16="http://schemas.microsoft.com/office/drawing/2014/main" id="{78754CE6-B082-7DCF-DE25-38C1AAD98351}"/>
              </a:ext>
            </a:extLst>
          </p:cNvPr>
          <p:cNvSpPr/>
          <p:nvPr/>
        </p:nvSpPr>
        <p:spPr>
          <a:xfrm>
            <a:off x="2143644" y="1636101"/>
            <a:ext cx="1419994" cy="1567706"/>
          </a:xfrm>
          <a:prstGeom prst="rect">
            <a:avLst/>
          </a:prstGeom>
          <a:noFill/>
          <a:ln w="6350"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6" name="矩形 245">
            <a:extLst>
              <a:ext uri="{FF2B5EF4-FFF2-40B4-BE49-F238E27FC236}">
                <a16:creationId xmlns:a16="http://schemas.microsoft.com/office/drawing/2014/main" id="{1C94ADD4-4FD8-CF61-4B6F-680C4C6EEB93}"/>
              </a:ext>
            </a:extLst>
          </p:cNvPr>
          <p:cNvSpPr/>
          <p:nvPr/>
        </p:nvSpPr>
        <p:spPr>
          <a:xfrm>
            <a:off x="415322" y="609491"/>
            <a:ext cx="1419994" cy="3516630"/>
          </a:xfrm>
          <a:prstGeom prst="rect">
            <a:avLst/>
          </a:prstGeom>
          <a:solidFill>
            <a:srgbClr val="FFF2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49" name="矩形: 圆角 248">
            <a:extLst>
              <a:ext uri="{FF2B5EF4-FFF2-40B4-BE49-F238E27FC236}">
                <a16:creationId xmlns:a16="http://schemas.microsoft.com/office/drawing/2014/main" id="{3185E233-7530-8459-7932-F225CB1BE044}"/>
              </a:ext>
            </a:extLst>
          </p:cNvPr>
          <p:cNvSpPr/>
          <p:nvPr/>
        </p:nvSpPr>
        <p:spPr>
          <a:xfrm>
            <a:off x="753067" y="880652"/>
            <a:ext cx="708780" cy="275328"/>
          </a:xfrm>
          <a:prstGeom prst="roundRect">
            <a:avLst/>
          </a:prstGeom>
          <a:solidFill>
            <a:srgbClr val="BBF9F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Norm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4" name="矩形: 圆角 253">
            <a:extLst>
              <a:ext uri="{FF2B5EF4-FFF2-40B4-BE49-F238E27FC236}">
                <a16:creationId xmlns:a16="http://schemas.microsoft.com/office/drawing/2014/main" id="{47FE738B-7D52-58F3-8017-03D18C7799A2}"/>
              </a:ext>
            </a:extLst>
          </p:cNvPr>
          <p:cNvSpPr/>
          <p:nvPr/>
        </p:nvSpPr>
        <p:spPr>
          <a:xfrm>
            <a:off x="585652" y="1431308"/>
            <a:ext cx="1043610" cy="454832"/>
          </a:xfrm>
          <a:prstGeom prst="roundRect">
            <a:avLst/>
          </a:prstGeom>
          <a:solidFill>
            <a:srgbClr val="BBF9F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Multi-head</a:t>
            </a:r>
          </a:p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attention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73" name="直接箭头连接符 272">
            <a:extLst>
              <a:ext uri="{FF2B5EF4-FFF2-40B4-BE49-F238E27FC236}">
                <a16:creationId xmlns:a16="http://schemas.microsoft.com/office/drawing/2014/main" id="{D0809602-6DBA-03FD-3767-710F13D0030F}"/>
              </a:ext>
            </a:extLst>
          </p:cNvPr>
          <p:cNvCxnSpPr>
            <a:cxnSpLocks/>
          </p:cNvCxnSpPr>
          <p:nvPr/>
        </p:nvCxnSpPr>
        <p:spPr>
          <a:xfrm>
            <a:off x="1107457" y="1155980"/>
            <a:ext cx="0" cy="27532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直接箭头连接符 273">
            <a:extLst>
              <a:ext uri="{FF2B5EF4-FFF2-40B4-BE49-F238E27FC236}">
                <a16:creationId xmlns:a16="http://schemas.microsoft.com/office/drawing/2014/main" id="{A5B5E338-0505-BDAB-8938-257E8229AABE}"/>
              </a:ext>
            </a:extLst>
          </p:cNvPr>
          <p:cNvCxnSpPr>
            <a:cxnSpLocks/>
            <a:endCxn id="249" idx="0"/>
          </p:cNvCxnSpPr>
          <p:nvPr/>
        </p:nvCxnSpPr>
        <p:spPr>
          <a:xfrm>
            <a:off x="1107457" y="468521"/>
            <a:ext cx="0" cy="41213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直接连接符 285">
            <a:extLst>
              <a:ext uri="{FF2B5EF4-FFF2-40B4-BE49-F238E27FC236}">
                <a16:creationId xmlns:a16="http://schemas.microsoft.com/office/drawing/2014/main" id="{C71A02A0-4D33-F7B3-B96D-0B9DF88741CD}"/>
              </a:ext>
            </a:extLst>
          </p:cNvPr>
          <p:cNvCxnSpPr>
            <a:cxnSpLocks/>
            <a:stCxn id="254" idx="2"/>
            <a:endCxn id="289" idx="0"/>
          </p:cNvCxnSpPr>
          <p:nvPr/>
        </p:nvCxnSpPr>
        <p:spPr>
          <a:xfrm>
            <a:off x="1107457" y="1886140"/>
            <a:ext cx="0" cy="13494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9" name="椭圆 288">
            <a:extLst>
              <a:ext uri="{FF2B5EF4-FFF2-40B4-BE49-F238E27FC236}">
                <a16:creationId xmlns:a16="http://schemas.microsoft.com/office/drawing/2014/main" id="{BF362D14-5679-8DD9-A90C-2076745FE845}"/>
              </a:ext>
            </a:extLst>
          </p:cNvPr>
          <p:cNvSpPr/>
          <p:nvPr/>
        </p:nvSpPr>
        <p:spPr>
          <a:xfrm>
            <a:off x="1034104" y="2021085"/>
            <a:ext cx="146706" cy="145254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298" name="直接连接符 297">
            <a:extLst>
              <a:ext uri="{FF2B5EF4-FFF2-40B4-BE49-F238E27FC236}">
                <a16:creationId xmlns:a16="http://schemas.microsoft.com/office/drawing/2014/main" id="{6E0195D1-C6AA-B0F4-5322-C100A64F7847}"/>
              </a:ext>
            </a:extLst>
          </p:cNvPr>
          <p:cNvCxnSpPr>
            <a:stCxn id="289" idx="0"/>
            <a:endCxn id="289" idx="4"/>
          </p:cNvCxnSpPr>
          <p:nvPr/>
        </p:nvCxnSpPr>
        <p:spPr>
          <a:xfrm>
            <a:off x="1107457" y="2021085"/>
            <a:ext cx="0" cy="14525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3" name="直接连接符 302">
            <a:extLst>
              <a:ext uri="{FF2B5EF4-FFF2-40B4-BE49-F238E27FC236}">
                <a16:creationId xmlns:a16="http://schemas.microsoft.com/office/drawing/2014/main" id="{FA610C9E-4F66-84AA-8018-7878B88A93B6}"/>
              </a:ext>
            </a:extLst>
          </p:cNvPr>
          <p:cNvCxnSpPr>
            <a:stCxn id="289" idx="2"/>
            <a:endCxn id="289" idx="6"/>
          </p:cNvCxnSpPr>
          <p:nvPr/>
        </p:nvCxnSpPr>
        <p:spPr>
          <a:xfrm>
            <a:off x="1034104" y="2093712"/>
            <a:ext cx="14670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9" name="直接连接符 348">
            <a:extLst>
              <a:ext uri="{FF2B5EF4-FFF2-40B4-BE49-F238E27FC236}">
                <a16:creationId xmlns:a16="http://schemas.microsoft.com/office/drawing/2014/main" id="{D392EBE5-57C9-CFE5-B88A-11382F6E0690}"/>
              </a:ext>
            </a:extLst>
          </p:cNvPr>
          <p:cNvCxnSpPr>
            <a:cxnSpLocks/>
            <a:stCxn id="289" idx="4"/>
          </p:cNvCxnSpPr>
          <p:nvPr/>
        </p:nvCxnSpPr>
        <p:spPr>
          <a:xfrm>
            <a:off x="1107457" y="2166339"/>
            <a:ext cx="0" cy="23705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2" name="矩形: 圆角 351">
            <a:extLst>
              <a:ext uri="{FF2B5EF4-FFF2-40B4-BE49-F238E27FC236}">
                <a16:creationId xmlns:a16="http://schemas.microsoft.com/office/drawing/2014/main" id="{74713273-55B2-E32D-965A-13191DBB77C5}"/>
              </a:ext>
            </a:extLst>
          </p:cNvPr>
          <p:cNvSpPr/>
          <p:nvPr/>
        </p:nvSpPr>
        <p:spPr>
          <a:xfrm>
            <a:off x="753067" y="2407433"/>
            <a:ext cx="708780" cy="275328"/>
          </a:xfrm>
          <a:prstGeom prst="roundRect">
            <a:avLst/>
          </a:prstGeom>
          <a:solidFill>
            <a:srgbClr val="BBF9F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Norm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3" name="矩形: 圆角 352">
            <a:extLst>
              <a:ext uri="{FF2B5EF4-FFF2-40B4-BE49-F238E27FC236}">
                <a16:creationId xmlns:a16="http://schemas.microsoft.com/office/drawing/2014/main" id="{15637C02-4E41-4D79-0F0A-84E79F6B6C7A}"/>
              </a:ext>
            </a:extLst>
          </p:cNvPr>
          <p:cNvSpPr/>
          <p:nvPr/>
        </p:nvSpPr>
        <p:spPr>
          <a:xfrm>
            <a:off x="753067" y="2848307"/>
            <a:ext cx="708780" cy="275328"/>
          </a:xfrm>
          <a:prstGeom prst="roundRect">
            <a:avLst/>
          </a:prstGeom>
          <a:solidFill>
            <a:srgbClr val="BBF9F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MLP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5" name="矩形: 圆角 354">
            <a:extLst>
              <a:ext uri="{FF2B5EF4-FFF2-40B4-BE49-F238E27FC236}">
                <a16:creationId xmlns:a16="http://schemas.microsoft.com/office/drawing/2014/main" id="{2459FF00-8AA9-DF4F-A10E-237FB3AE1878}"/>
              </a:ext>
            </a:extLst>
          </p:cNvPr>
          <p:cNvSpPr/>
          <p:nvPr/>
        </p:nvSpPr>
        <p:spPr>
          <a:xfrm>
            <a:off x="707235" y="3592160"/>
            <a:ext cx="800444" cy="420186"/>
          </a:xfrm>
          <a:prstGeom prst="roundRect">
            <a:avLst/>
          </a:prstGeom>
          <a:solidFill>
            <a:srgbClr val="EAC7C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MiMi</a:t>
            </a:r>
          </a:p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Adapter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56" name="直接箭头连接符 355">
            <a:extLst>
              <a:ext uri="{FF2B5EF4-FFF2-40B4-BE49-F238E27FC236}">
                <a16:creationId xmlns:a16="http://schemas.microsoft.com/office/drawing/2014/main" id="{60380BC1-65A7-BB3F-5A82-54FB4E3699DD}"/>
              </a:ext>
            </a:extLst>
          </p:cNvPr>
          <p:cNvCxnSpPr>
            <a:cxnSpLocks/>
            <a:stCxn id="352" idx="2"/>
            <a:endCxn id="353" idx="0"/>
          </p:cNvCxnSpPr>
          <p:nvPr/>
        </p:nvCxnSpPr>
        <p:spPr>
          <a:xfrm>
            <a:off x="1107457" y="2682761"/>
            <a:ext cx="0" cy="16554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9" name="直接连接符 358">
            <a:extLst>
              <a:ext uri="{FF2B5EF4-FFF2-40B4-BE49-F238E27FC236}">
                <a16:creationId xmlns:a16="http://schemas.microsoft.com/office/drawing/2014/main" id="{7280F612-48B4-F690-96F8-FF06D74F7767}"/>
              </a:ext>
            </a:extLst>
          </p:cNvPr>
          <p:cNvCxnSpPr>
            <a:cxnSpLocks/>
            <a:stCxn id="353" idx="2"/>
          </p:cNvCxnSpPr>
          <p:nvPr/>
        </p:nvCxnSpPr>
        <p:spPr>
          <a:xfrm>
            <a:off x="1107457" y="3123635"/>
            <a:ext cx="0" cy="17444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6" name="组合 365">
            <a:extLst>
              <a:ext uri="{FF2B5EF4-FFF2-40B4-BE49-F238E27FC236}">
                <a16:creationId xmlns:a16="http://schemas.microsoft.com/office/drawing/2014/main" id="{F8B9FB09-FEE4-01DC-4799-FFEF515E1C95}"/>
              </a:ext>
            </a:extLst>
          </p:cNvPr>
          <p:cNvGrpSpPr/>
          <p:nvPr/>
        </p:nvGrpSpPr>
        <p:grpSpPr>
          <a:xfrm>
            <a:off x="1034104" y="3289181"/>
            <a:ext cx="146706" cy="145254"/>
            <a:chOff x="3044767" y="2832724"/>
            <a:chExt cx="146706" cy="145254"/>
          </a:xfrm>
        </p:grpSpPr>
        <p:sp>
          <p:nvSpPr>
            <p:cNvPr id="363" name="椭圆 362">
              <a:extLst>
                <a:ext uri="{FF2B5EF4-FFF2-40B4-BE49-F238E27FC236}">
                  <a16:creationId xmlns:a16="http://schemas.microsoft.com/office/drawing/2014/main" id="{229D95A0-4144-59BD-71D6-EEAAFCB3343C}"/>
                </a:ext>
              </a:extLst>
            </p:cNvPr>
            <p:cNvSpPr/>
            <p:nvPr/>
          </p:nvSpPr>
          <p:spPr>
            <a:xfrm>
              <a:off x="3044767" y="2832724"/>
              <a:ext cx="146706" cy="14525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64" name="直接连接符 363">
              <a:extLst>
                <a:ext uri="{FF2B5EF4-FFF2-40B4-BE49-F238E27FC236}">
                  <a16:creationId xmlns:a16="http://schemas.microsoft.com/office/drawing/2014/main" id="{518CDAB6-621C-A534-4004-3DA948292B97}"/>
                </a:ext>
              </a:extLst>
            </p:cNvPr>
            <p:cNvCxnSpPr>
              <a:stCxn id="363" idx="0"/>
              <a:endCxn id="363" idx="4"/>
            </p:cNvCxnSpPr>
            <p:nvPr/>
          </p:nvCxnSpPr>
          <p:spPr>
            <a:xfrm>
              <a:off x="3118120" y="2832724"/>
              <a:ext cx="0" cy="14525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" name="直接连接符 364">
              <a:extLst>
                <a:ext uri="{FF2B5EF4-FFF2-40B4-BE49-F238E27FC236}">
                  <a16:creationId xmlns:a16="http://schemas.microsoft.com/office/drawing/2014/main" id="{F2083EA6-F3A0-80AC-90E6-F7F33BBC55DC}"/>
                </a:ext>
              </a:extLst>
            </p:cNvPr>
            <p:cNvCxnSpPr>
              <a:stCxn id="363" idx="2"/>
              <a:endCxn id="363" idx="6"/>
            </p:cNvCxnSpPr>
            <p:nvPr/>
          </p:nvCxnSpPr>
          <p:spPr>
            <a:xfrm>
              <a:off x="3044767" y="2905351"/>
              <a:ext cx="14670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7" name="组合 366">
            <a:extLst>
              <a:ext uri="{FF2B5EF4-FFF2-40B4-BE49-F238E27FC236}">
                <a16:creationId xmlns:a16="http://schemas.microsoft.com/office/drawing/2014/main" id="{8724D6F4-82EE-8DE0-5CC9-3A84F888D2CF}"/>
              </a:ext>
            </a:extLst>
          </p:cNvPr>
          <p:cNvGrpSpPr/>
          <p:nvPr/>
        </p:nvGrpSpPr>
        <p:grpSpPr>
          <a:xfrm>
            <a:off x="497994" y="2248909"/>
            <a:ext cx="601615" cy="1112899"/>
            <a:chOff x="2364105" y="1409700"/>
            <a:chExt cx="601615" cy="1112899"/>
          </a:xfrm>
        </p:grpSpPr>
        <p:cxnSp>
          <p:nvCxnSpPr>
            <p:cNvPr id="368" name="直接连接符 367">
              <a:extLst>
                <a:ext uri="{FF2B5EF4-FFF2-40B4-BE49-F238E27FC236}">
                  <a16:creationId xmlns:a16="http://schemas.microsoft.com/office/drawing/2014/main" id="{69EC6E4E-6A4F-780D-5D32-90960487698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64105" y="1413510"/>
              <a:ext cx="601615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" name="直接连接符 368">
              <a:extLst>
                <a:ext uri="{FF2B5EF4-FFF2-40B4-BE49-F238E27FC236}">
                  <a16:creationId xmlns:a16="http://schemas.microsoft.com/office/drawing/2014/main" id="{5DFF7DD9-2E76-D054-BA1C-F217166A91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66010" y="1409700"/>
              <a:ext cx="3810" cy="111289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" name="直接箭头连接符 369">
              <a:extLst>
                <a:ext uri="{FF2B5EF4-FFF2-40B4-BE49-F238E27FC236}">
                  <a16:creationId xmlns:a16="http://schemas.microsoft.com/office/drawing/2014/main" id="{27D54DC2-5D3E-714C-933D-AA81FF62966F}"/>
                </a:ext>
              </a:extLst>
            </p:cNvPr>
            <p:cNvCxnSpPr>
              <a:cxnSpLocks/>
            </p:cNvCxnSpPr>
            <p:nvPr/>
          </p:nvCxnSpPr>
          <p:spPr>
            <a:xfrm>
              <a:off x="2364105" y="2522599"/>
              <a:ext cx="536110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79" name="直接箭头连接符 378">
            <a:extLst>
              <a:ext uri="{FF2B5EF4-FFF2-40B4-BE49-F238E27FC236}">
                <a16:creationId xmlns:a16="http://schemas.microsoft.com/office/drawing/2014/main" id="{31B0F07B-C52B-ED3E-D0EA-B1403CD8BE4F}"/>
              </a:ext>
            </a:extLst>
          </p:cNvPr>
          <p:cNvCxnSpPr>
            <a:cxnSpLocks/>
            <a:endCxn id="355" idx="0"/>
          </p:cNvCxnSpPr>
          <p:nvPr/>
        </p:nvCxnSpPr>
        <p:spPr>
          <a:xfrm>
            <a:off x="1107457" y="3434435"/>
            <a:ext cx="0" cy="15772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2" name="直接箭头连接符 381">
            <a:extLst>
              <a:ext uri="{FF2B5EF4-FFF2-40B4-BE49-F238E27FC236}">
                <a16:creationId xmlns:a16="http://schemas.microsoft.com/office/drawing/2014/main" id="{3179C61D-4CEE-7E4D-0855-6C73231863E6}"/>
              </a:ext>
            </a:extLst>
          </p:cNvPr>
          <p:cNvCxnSpPr>
            <a:cxnSpLocks/>
            <a:stCxn id="355" idx="2"/>
          </p:cNvCxnSpPr>
          <p:nvPr/>
        </p:nvCxnSpPr>
        <p:spPr>
          <a:xfrm flipH="1">
            <a:off x="1100821" y="4012346"/>
            <a:ext cx="6636" cy="38493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5" name="文本框 384">
                <a:extLst>
                  <a:ext uri="{FF2B5EF4-FFF2-40B4-BE49-F238E27FC236}">
                    <a16:creationId xmlns:a16="http://schemas.microsoft.com/office/drawing/2014/main" id="{B40C0702-902F-40B4-0772-F25988999F2B}"/>
                  </a:ext>
                </a:extLst>
              </p:cNvPr>
              <p:cNvSpPr txBox="1"/>
              <p:nvPr/>
            </p:nvSpPr>
            <p:spPr>
              <a:xfrm>
                <a:off x="842331" y="4137148"/>
                <a:ext cx="93774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CN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85" name="文本框 384">
                <a:extLst>
                  <a:ext uri="{FF2B5EF4-FFF2-40B4-BE49-F238E27FC236}">
                    <a16:creationId xmlns:a16="http://schemas.microsoft.com/office/drawing/2014/main" id="{B40C0702-902F-40B4-0772-F25988999F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331" y="4137148"/>
                <a:ext cx="937747" cy="3385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6" name="文本框 385">
            <a:extLst>
              <a:ext uri="{FF2B5EF4-FFF2-40B4-BE49-F238E27FC236}">
                <a16:creationId xmlns:a16="http://schemas.microsoft.com/office/drawing/2014/main" id="{F764FD58-B2A6-517B-5A16-6DB11FD85DB9}"/>
              </a:ext>
            </a:extLst>
          </p:cNvPr>
          <p:cNvSpPr txBox="1"/>
          <p:nvPr/>
        </p:nvSpPr>
        <p:spPr>
          <a:xfrm>
            <a:off x="798802" y="151851"/>
            <a:ext cx="6214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90" name="直接连接符 389">
            <a:extLst>
              <a:ext uri="{FF2B5EF4-FFF2-40B4-BE49-F238E27FC236}">
                <a16:creationId xmlns:a16="http://schemas.microsoft.com/office/drawing/2014/main" id="{A5CEFF4B-2330-3319-7E06-97573A0EA3C8}"/>
              </a:ext>
            </a:extLst>
          </p:cNvPr>
          <p:cNvCxnSpPr/>
          <p:nvPr/>
        </p:nvCxnSpPr>
        <p:spPr>
          <a:xfrm flipH="1" flipV="1">
            <a:off x="1835316" y="609491"/>
            <a:ext cx="308328" cy="1026610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1" name="直接连接符 390">
            <a:extLst>
              <a:ext uri="{FF2B5EF4-FFF2-40B4-BE49-F238E27FC236}">
                <a16:creationId xmlns:a16="http://schemas.microsoft.com/office/drawing/2014/main" id="{69B870A9-73CF-EC87-CB5C-6F7D04ED5F62}"/>
              </a:ext>
            </a:extLst>
          </p:cNvPr>
          <p:cNvCxnSpPr>
            <a:cxnSpLocks/>
          </p:cNvCxnSpPr>
          <p:nvPr/>
        </p:nvCxnSpPr>
        <p:spPr>
          <a:xfrm flipH="1">
            <a:off x="1834381" y="3203807"/>
            <a:ext cx="309590" cy="922314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8" name="直接连接符 397">
            <a:extLst>
              <a:ext uri="{FF2B5EF4-FFF2-40B4-BE49-F238E27FC236}">
                <a16:creationId xmlns:a16="http://schemas.microsoft.com/office/drawing/2014/main" id="{CBC570D2-5D1D-A6F2-52D8-77DE69DD6D71}"/>
              </a:ext>
            </a:extLst>
          </p:cNvPr>
          <p:cNvCxnSpPr>
            <a:cxnSpLocks/>
            <a:stCxn id="43" idx="2"/>
          </p:cNvCxnSpPr>
          <p:nvPr/>
        </p:nvCxnSpPr>
        <p:spPr>
          <a:xfrm flipH="1">
            <a:off x="2854857" y="3059966"/>
            <a:ext cx="1" cy="62800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0" name="直接箭头连接符 409">
            <a:extLst>
              <a:ext uri="{FF2B5EF4-FFF2-40B4-BE49-F238E27FC236}">
                <a16:creationId xmlns:a16="http://schemas.microsoft.com/office/drawing/2014/main" id="{8FBD2CF6-99D5-C98E-E728-E6D3A1D4FB73}"/>
              </a:ext>
            </a:extLst>
          </p:cNvPr>
          <p:cNvCxnSpPr>
            <a:cxnSpLocks/>
            <a:endCxn id="411" idx="1"/>
          </p:cNvCxnSpPr>
          <p:nvPr/>
        </p:nvCxnSpPr>
        <p:spPr>
          <a:xfrm>
            <a:off x="2852423" y="3457327"/>
            <a:ext cx="349853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1" name="矩形 410">
            <a:extLst>
              <a:ext uri="{FF2B5EF4-FFF2-40B4-BE49-F238E27FC236}">
                <a16:creationId xmlns:a16="http://schemas.microsoft.com/office/drawing/2014/main" id="{012AC188-AF25-2F7C-4857-55BC1CF77FFD}"/>
              </a:ext>
            </a:extLst>
          </p:cNvPr>
          <p:cNvSpPr/>
          <p:nvPr/>
        </p:nvSpPr>
        <p:spPr>
          <a:xfrm>
            <a:off x="3202276" y="3369629"/>
            <a:ext cx="538294" cy="1753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</a:t>
            </a:r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16" name="直接箭头连接符 415">
            <a:extLst>
              <a:ext uri="{FF2B5EF4-FFF2-40B4-BE49-F238E27FC236}">
                <a16:creationId xmlns:a16="http://schemas.microsoft.com/office/drawing/2014/main" id="{669DA6E3-E50C-78F6-7A20-62F3287A2BF2}"/>
              </a:ext>
            </a:extLst>
          </p:cNvPr>
          <p:cNvCxnSpPr>
            <a:cxnSpLocks/>
            <a:stCxn id="411" idx="3"/>
            <a:endCxn id="422" idx="2"/>
          </p:cNvCxnSpPr>
          <p:nvPr/>
        </p:nvCxnSpPr>
        <p:spPr>
          <a:xfrm>
            <a:off x="3740570" y="3457327"/>
            <a:ext cx="35552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9" name="直接连接符 418">
            <a:extLst>
              <a:ext uri="{FF2B5EF4-FFF2-40B4-BE49-F238E27FC236}">
                <a16:creationId xmlns:a16="http://schemas.microsoft.com/office/drawing/2014/main" id="{4401CDD8-12FD-73E7-7095-F3C6BE51A3F1}"/>
              </a:ext>
            </a:extLst>
          </p:cNvPr>
          <p:cNvCxnSpPr>
            <a:cxnSpLocks/>
            <a:endCxn id="422" idx="0"/>
          </p:cNvCxnSpPr>
          <p:nvPr/>
        </p:nvCxnSpPr>
        <p:spPr>
          <a:xfrm flipH="1">
            <a:off x="4169445" y="3059966"/>
            <a:ext cx="1217" cy="32473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1" name="组合 420">
            <a:extLst>
              <a:ext uri="{FF2B5EF4-FFF2-40B4-BE49-F238E27FC236}">
                <a16:creationId xmlns:a16="http://schemas.microsoft.com/office/drawing/2014/main" id="{C8567F72-D24E-2275-CB30-D59D5B5E493E}"/>
              </a:ext>
            </a:extLst>
          </p:cNvPr>
          <p:cNvGrpSpPr/>
          <p:nvPr/>
        </p:nvGrpSpPr>
        <p:grpSpPr>
          <a:xfrm>
            <a:off x="4096092" y="3384700"/>
            <a:ext cx="146706" cy="145254"/>
            <a:chOff x="3044767" y="2832724"/>
            <a:chExt cx="146706" cy="145254"/>
          </a:xfrm>
        </p:grpSpPr>
        <p:sp>
          <p:nvSpPr>
            <p:cNvPr id="422" name="椭圆 421">
              <a:extLst>
                <a:ext uri="{FF2B5EF4-FFF2-40B4-BE49-F238E27FC236}">
                  <a16:creationId xmlns:a16="http://schemas.microsoft.com/office/drawing/2014/main" id="{A057834A-A438-BC9B-2203-D80E72873C90}"/>
                </a:ext>
              </a:extLst>
            </p:cNvPr>
            <p:cNvSpPr/>
            <p:nvPr/>
          </p:nvSpPr>
          <p:spPr>
            <a:xfrm>
              <a:off x="3044767" y="2832724"/>
              <a:ext cx="146706" cy="14525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23" name="直接连接符 422">
              <a:extLst>
                <a:ext uri="{FF2B5EF4-FFF2-40B4-BE49-F238E27FC236}">
                  <a16:creationId xmlns:a16="http://schemas.microsoft.com/office/drawing/2014/main" id="{E39843D8-37F2-96B6-C798-8C1EAB251948}"/>
                </a:ext>
              </a:extLst>
            </p:cNvPr>
            <p:cNvCxnSpPr>
              <a:stCxn id="422" idx="0"/>
              <a:endCxn id="422" idx="4"/>
            </p:cNvCxnSpPr>
            <p:nvPr/>
          </p:nvCxnSpPr>
          <p:spPr>
            <a:xfrm>
              <a:off x="3118120" y="2832724"/>
              <a:ext cx="0" cy="14525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直接连接符 423">
              <a:extLst>
                <a:ext uri="{FF2B5EF4-FFF2-40B4-BE49-F238E27FC236}">
                  <a16:creationId xmlns:a16="http://schemas.microsoft.com/office/drawing/2014/main" id="{BFD29A9D-A400-ECE7-3559-015EFFEA597D}"/>
                </a:ext>
              </a:extLst>
            </p:cNvPr>
            <p:cNvCxnSpPr>
              <a:stCxn id="422" idx="2"/>
              <a:endCxn id="422" idx="6"/>
            </p:cNvCxnSpPr>
            <p:nvPr/>
          </p:nvCxnSpPr>
          <p:spPr>
            <a:xfrm>
              <a:off x="3044767" y="2905351"/>
              <a:ext cx="14670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27" name="直接连接符 426">
            <a:extLst>
              <a:ext uri="{FF2B5EF4-FFF2-40B4-BE49-F238E27FC236}">
                <a16:creationId xmlns:a16="http://schemas.microsoft.com/office/drawing/2014/main" id="{0720F9A3-B418-96D7-48F3-B8A859F5A3FA}"/>
              </a:ext>
            </a:extLst>
          </p:cNvPr>
          <p:cNvCxnSpPr>
            <a:cxnSpLocks/>
          </p:cNvCxnSpPr>
          <p:nvPr/>
        </p:nvCxnSpPr>
        <p:spPr>
          <a:xfrm flipH="1">
            <a:off x="2852423" y="3682256"/>
            <a:ext cx="131702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4" name="直接箭头连接符 433">
            <a:extLst>
              <a:ext uri="{FF2B5EF4-FFF2-40B4-BE49-F238E27FC236}">
                <a16:creationId xmlns:a16="http://schemas.microsoft.com/office/drawing/2014/main" id="{B7E8C012-24E5-5AA3-1EF8-228B5ECBC2E7}"/>
              </a:ext>
            </a:extLst>
          </p:cNvPr>
          <p:cNvCxnSpPr>
            <a:endCxn id="422" idx="4"/>
          </p:cNvCxnSpPr>
          <p:nvPr/>
        </p:nvCxnSpPr>
        <p:spPr>
          <a:xfrm flipV="1">
            <a:off x="4169445" y="3529954"/>
            <a:ext cx="0" cy="15230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1" name="直接箭头连接符 450">
            <a:extLst>
              <a:ext uri="{FF2B5EF4-FFF2-40B4-BE49-F238E27FC236}">
                <a16:creationId xmlns:a16="http://schemas.microsoft.com/office/drawing/2014/main" id="{C449D0D3-28B5-3E49-757B-25E5E68709A1}"/>
              </a:ext>
            </a:extLst>
          </p:cNvPr>
          <p:cNvCxnSpPr>
            <a:cxnSpLocks/>
            <a:endCxn id="452" idx="1"/>
          </p:cNvCxnSpPr>
          <p:nvPr/>
        </p:nvCxnSpPr>
        <p:spPr>
          <a:xfrm>
            <a:off x="4239079" y="3457327"/>
            <a:ext cx="349853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2" name="矩形 451">
            <a:extLst>
              <a:ext uri="{FF2B5EF4-FFF2-40B4-BE49-F238E27FC236}">
                <a16:creationId xmlns:a16="http://schemas.microsoft.com/office/drawing/2014/main" id="{E38EADA6-A86A-5D8E-EA1B-E51754949A22}"/>
              </a:ext>
            </a:extLst>
          </p:cNvPr>
          <p:cNvSpPr/>
          <p:nvPr/>
        </p:nvSpPr>
        <p:spPr>
          <a:xfrm>
            <a:off x="4588932" y="3369629"/>
            <a:ext cx="538294" cy="1753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</a:t>
            </a:r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53" name="直接箭头连接符 452">
            <a:extLst>
              <a:ext uri="{FF2B5EF4-FFF2-40B4-BE49-F238E27FC236}">
                <a16:creationId xmlns:a16="http://schemas.microsoft.com/office/drawing/2014/main" id="{CFF9E295-FBFC-11F2-41BE-9AD6320E2134}"/>
              </a:ext>
            </a:extLst>
          </p:cNvPr>
          <p:cNvCxnSpPr>
            <a:cxnSpLocks/>
            <a:stCxn id="452" idx="3"/>
            <a:endCxn id="456" idx="2"/>
          </p:cNvCxnSpPr>
          <p:nvPr/>
        </p:nvCxnSpPr>
        <p:spPr>
          <a:xfrm>
            <a:off x="5127226" y="3457327"/>
            <a:ext cx="255183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4" name="直接连接符 453">
            <a:extLst>
              <a:ext uri="{FF2B5EF4-FFF2-40B4-BE49-F238E27FC236}">
                <a16:creationId xmlns:a16="http://schemas.microsoft.com/office/drawing/2014/main" id="{A825655E-A13A-CCB6-73F8-F8F563E704C1}"/>
              </a:ext>
            </a:extLst>
          </p:cNvPr>
          <p:cNvCxnSpPr>
            <a:cxnSpLocks/>
            <a:endCxn id="456" idx="0"/>
          </p:cNvCxnSpPr>
          <p:nvPr/>
        </p:nvCxnSpPr>
        <p:spPr>
          <a:xfrm flipH="1">
            <a:off x="5455762" y="3059966"/>
            <a:ext cx="1217" cy="32473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5" name="组合 454">
            <a:extLst>
              <a:ext uri="{FF2B5EF4-FFF2-40B4-BE49-F238E27FC236}">
                <a16:creationId xmlns:a16="http://schemas.microsoft.com/office/drawing/2014/main" id="{FF9BDD38-9B14-9343-C11E-E57FA5BBF4C2}"/>
              </a:ext>
            </a:extLst>
          </p:cNvPr>
          <p:cNvGrpSpPr/>
          <p:nvPr/>
        </p:nvGrpSpPr>
        <p:grpSpPr>
          <a:xfrm>
            <a:off x="5382409" y="3384700"/>
            <a:ext cx="146706" cy="145254"/>
            <a:chOff x="3044767" y="2832724"/>
            <a:chExt cx="146706" cy="145254"/>
          </a:xfrm>
        </p:grpSpPr>
        <p:sp>
          <p:nvSpPr>
            <p:cNvPr id="456" name="椭圆 455">
              <a:extLst>
                <a:ext uri="{FF2B5EF4-FFF2-40B4-BE49-F238E27FC236}">
                  <a16:creationId xmlns:a16="http://schemas.microsoft.com/office/drawing/2014/main" id="{F9272C13-2DBE-0D4E-7282-B30490FAC1B0}"/>
                </a:ext>
              </a:extLst>
            </p:cNvPr>
            <p:cNvSpPr/>
            <p:nvPr/>
          </p:nvSpPr>
          <p:spPr>
            <a:xfrm>
              <a:off x="3044767" y="2832724"/>
              <a:ext cx="146706" cy="14525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57" name="直接连接符 456">
              <a:extLst>
                <a:ext uri="{FF2B5EF4-FFF2-40B4-BE49-F238E27FC236}">
                  <a16:creationId xmlns:a16="http://schemas.microsoft.com/office/drawing/2014/main" id="{33548008-3EE5-7E35-5176-67D29C0E6972}"/>
                </a:ext>
              </a:extLst>
            </p:cNvPr>
            <p:cNvCxnSpPr>
              <a:stCxn id="456" idx="0"/>
              <a:endCxn id="456" idx="4"/>
            </p:cNvCxnSpPr>
            <p:nvPr/>
          </p:nvCxnSpPr>
          <p:spPr>
            <a:xfrm>
              <a:off x="3118120" y="2832724"/>
              <a:ext cx="0" cy="14525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8" name="直接连接符 457">
              <a:extLst>
                <a:ext uri="{FF2B5EF4-FFF2-40B4-BE49-F238E27FC236}">
                  <a16:creationId xmlns:a16="http://schemas.microsoft.com/office/drawing/2014/main" id="{344A5AED-F3C2-2F9B-1E8B-4FF896550D2C}"/>
                </a:ext>
              </a:extLst>
            </p:cNvPr>
            <p:cNvCxnSpPr>
              <a:stCxn id="456" idx="2"/>
              <a:endCxn id="456" idx="6"/>
            </p:cNvCxnSpPr>
            <p:nvPr/>
          </p:nvCxnSpPr>
          <p:spPr>
            <a:xfrm>
              <a:off x="3044767" y="2905351"/>
              <a:ext cx="14670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59" name="直接连接符 458">
            <a:extLst>
              <a:ext uri="{FF2B5EF4-FFF2-40B4-BE49-F238E27FC236}">
                <a16:creationId xmlns:a16="http://schemas.microsoft.com/office/drawing/2014/main" id="{F59411B8-A125-AD8A-06DC-1EFE2E4B29D7}"/>
              </a:ext>
            </a:extLst>
          </p:cNvPr>
          <p:cNvCxnSpPr>
            <a:cxnSpLocks/>
          </p:cNvCxnSpPr>
          <p:nvPr/>
        </p:nvCxnSpPr>
        <p:spPr>
          <a:xfrm flipH="1">
            <a:off x="4329368" y="3682256"/>
            <a:ext cx="113147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0" name="直接箭头连接符 459">
            <a:extLst>
              <a:ext uri="{FF2B5EF4-FFF2-40B4-BE49-F238E27FC236}">
                <a16:creationId xmlns:a16="http://schemas.microsoft.com/office/drawing/2014/main" id="{A03F7EB0-C808-6387-1289-AF16B1DF0273}"/>
              </a:ext>
            </a:extLst>
          </p:cNvPr>
          <p:cNvCxnSpPr>
            <a:endCxn id="456" idx="4"/>
          </p:cNvCxnSpPr>
          <p:nvPr/>
        </p:nvCxnSpPr>
        <p:spPr>
          <a:xfrm flipV="1">
            <a:off x="5455762" y="3529954"/>
            <a:ext cx="0" cy="15230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3" name="直接连接符 462">
            <a:extLst>
              <a:ext uri="{FF2B5EF4-FFF2-40B4-BE49-F238E27FC236}">
                <a16:creationId xmlns:a16="http://schemas.microsoft.com/office/drawing/2014/main" id="{4C394703-0C29-BA98-1100-5F830B4363D1}"/>
              </a:ext>
            </a:extLst>
          </p:cNvPr>
          <p:cNvCxnSpPr>
            <a:cxnSpLocks/>
          </p:cNvCxnSpPr>
          <p:nvPr/>
        </p:nvCxnSpPr>
        <p:spPr>
          <a:xfrm>
            <a:off x="4333658" y="3457327"/>
            <a:ext cx="92" cy="22492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3" name="矩形 482">
            <a:extLst>
              <a:ext uri="{FF2B5EF4-FFF2-40B4-BE49-F238E27FC236}">
                <a16:creationId xmlns:a16="http://schemas.microsoft.com/office/drawing/2014/main" id="{49266DA3-19BF-6642-4FDE-3FD15D8FF40D}"/>
              </a:ext>
            </a:extLst>
          </p:cNvPr>
          <p:cNvSpPr/>
          <p:nvPr/>
        </p:nvSpPr>
        <p:spPr>
          <a:xfrm>
            <a:off x="6308628" y="3378601"/>
            <a:ext cx="538294" cy="1753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</a:t>
            </a:r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84" name="直接箭头连接符 483">
            <a:extLst>
              <a:ext uri="{FF2B5EF4-FFF2-40B4-BE49-F238E27FC236}">
                <a16:creationId xmlns:a16="http://schemas.microsoft.com/office/drawing/2014/main" id="{59D1EDE5-AE1D-199A-31DE-4432998B2D14}"/>
              </a:ext>
            </a:extLst>
          </p:cNvPr>
          <p:cNvCxnSpPr>
            <a:cxnSpLocks/>
            <a:stCxn id="483" idx="3"/>
            <a:endCxn id="487" idx="2"/>
          </p:cNvCxnSpPr>
          <p:nvPr/>
        </p:nvCxnSpPr>
        <p:spPr>
          <a:xfrm>
            <a:off x="6846922" y="3466299"/>
            <a:ext cx="151602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5" name="直接连接符 484">
            <a:extLst>
              <a:ext uri="{FF2B5EF4-FFF2-40B4-BE49-F238E27FC236}">
                <a16:creationId xmlns:a16="http://schemas.microsoft.com/office/drawing/2014/main" id="{9C755001-92B9-B397-A9EA-B05249B050AA}"/>
              </a:ext>
            </a:extLst>
          </p:cNvPr>
          <p:cNvCxnSpPr>
            <a:cxnSpLocks/>
            <a:endCxn id="487" idx="0"/>
          </p:cNvCxnSpPr>
          <p:nvPr/>
        </p:nvCxnSpPr>
        <p:spPr>
          <a:xfrm flipH="1">
            <a:off x="7071877" y="3068939"/>
            <a:ext cx="1217" cy="32473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6" name="组合 485">
            <a:extLst>
              <a:ext uri="{FF2B5EF4-FFF2-40B4-BE49-F238E27FC236}">
                <a16:creationId xmlns:a16="http://schemas.microsoft.com/office/drawing/2014/main" id="{20FD6C85-DA97-97C5-FA1D-D3BBEB17584E}"/>
              </a:ext>
            </a:extLst>
          </p:cNvPr>
          <p:cNvGrpSpPr/>
          <p:nvPr/>
        </p:nvGrpSpPr>
        <p:grpSpPr>
          <a:xfrm>
            <a:off x="6998524" y="3393673"/>
            <a:ext cx="146706" cy="145254"/>
            <a:chOff x="3044767" y="2832724"/>
            <a:chExt cx="146706" cy="145254"/>
          </a:xfrm>
        </p:grpSpPr>
        <p:sp>
          <p:nvSpPr>
            <p:cNvPr id="487" name="椭圆 486">
              <a:extLst>
                <a:ext uri="{FF2B5EF4-FFF2-40B4-BE49-F238E27FC236}">
                  <a16:creationId xmlns:a16="http://schemas.microsoft.com/office/drawing/2014/main" id="{EA447149-7A77-CDE6-B402-AF2BE7C5CF3E}"/>
                </a:ext>
              </a:extLst>
            </p:cNvPr>
            <p:cNvSpPr/>
            <p:nvPr/>
          </p:nvSpPr>
          <p:spPr>
            <a:xfrm>
              <a:off x="3044767" y="2832724"/>
              <a:ext cx="146706" cy="14525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88" name="直接连接符 487">
              <a:extLst>
                <a:ext uri="{FF2B5EF4-FFF2-40B4-BE49-F238E27FC236}">
                  <a16:creationId xmlns:a16="http://schemas.microsoft.com/office/drawing/2014/main" id="{6EBC07E4-7EDB-C4D3-DFE4-B48B4E772351}"/>
                </a:ext>
              </a:extLst>
            </p:cNvPr>
            <p:cNvCxnSpPr>
              <a:stCxn id="487" idx="0"/>
              <a:endCxn id="487" idx="4"/>
            </p:cNvCxnSpPr>
            <p:nvPr/>
          </p:nvCxnSpPr>
          <p:spPr>
            <a:xfrm>
              <a:off x="3118120" y="2832724"/>
              <a:ext cx="0" cy="14525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9" name="直接连接符 488">
              <a:extLst>
                <a:ext uri="{FF2B5EF4-FFF2-40B4-BE49-F238E27FC236}">
                  <a16:creationId xmlns:a16="http://schemas.microsoft.com/office/drawing/2014/main" id="{FA614CBB-B20B-865D-EF10-B42B8B8CC1AC}"/>
                </a:ext>
              </a:extLst>
            </p:cNvPr>
            <p:cNvCxnSpPr>
              <a:stCxn id="487" idx="2"/>
              <a:endCxn id="487" idx="6"/>
            </p:cNvCxnSpPr>
            <p:nvPr/>
          </p:nvCxnSpPr>
          <p:spPr>
            <a:xfrm>
              <a:off x="3044767" y="2905351"/>
              <a:ext cx="14670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90" name="直接连接符 489">
            <a:extLst>
              <a:ext uri="{FF2B5EF4-FFF2-40B4-BE49-F238E27FC236}">
                <a16:creationId xmlns:a16="http://schemas.microsoft.com/office/drawing/2014/main" id="{A490568F-DBEA-FA98-15B6-45E6D3E49C65}"/>
              </a:ext>
            </a:extLst>
          </p:cNvPr>
          <p:cNvCxnSpPr>
            <a:cxnSpLocks/>
          </p:cNvCxnSpPr>
          <p:nvPr/>
        </p:nvCxnSpPr>
        <p:spPr>
          <a:xfrm flipH="1">
            <a:off x="6002152" y="3691229"/>
            <a:ext cx="107480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1" name="直接箭头连接符 490">
            <a:extLst>
              <a:ext uri="{FF2B5EF4-FFF2-40B4-BE49-F238E27FC236}">
                <a16:creationId xmlns:a16="http://schemas.microsoft.com/office/drawing/2014/main" id="{3B2AFFEA-3674-A6FC-1A9C-331ADBD50D1D}"/>
              </a:ext>
            </a:extLst>
          </p:cNvPr>
          <p:cNvCxnSpPr>
            <a:cxnSpLocks/>
            <a:endCxn id="487" idx="4"/>
          </p:cNvCxnSpPr>
          <p:nvPr/>
        </p:nvCxnSpPr>
        <p:spPr>
          <a:xfrm flipV="1">
            <a:off x="7071877" y="3538927"/>
            <a:ext cx="0" cy="15230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2" name="直接连接符 491">
            <a:extLst>
              <a:ext uri="{FF2B5EF4-FFF2-40B4-BE49-F238E27FC236}">
                <a16:creationId xmlns:a16="http://schemas.microsoft.com/office/drawing/2014/main" id="{A2D94B0F-258E-46D0-5F4C-FAD41663CDEC}"/>
              </a:ext>
            </a:extLst>
          </p:cNvPr>
          <p:cNvCxnSpPr>
            <a:cxnSpLocks/>
          </p:cNvCxnSpPr>
          <p:nvPr/>
        </p:nvCxnSpPr>
        <p:spPr>
          <a:xfrm>
            <a:off x="6007428" y="3513297"/>
            <a:ext cx="0" cy="18001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3" name="直接箭头连接符 492">
            <a:extLst>
              <a:ext uri="{FF2B5EF4-FFF2-40B4-BE49-F238E27FC236}">
                <a16:creationId xmlns:a16="http://schemas.microsoft.com/office/drawing/2014/main" id="{B87E3D5D-D8BF-B637-8374-FCA898CA0670}"/>
              </a:ext>
            </a:extLst>
          </p:cNvPr>
          <p:cNvCxnSpPr>
            <a:cxnSpLocks/>
            <a:endCxn id="483" idx="1"/>
          </p:cNvCxnSpPr>
          <p:nvPr/>
        </p:nvCxnSpPr>
        <p:spPr>
          <a:xfrm>
            <a:off x="6140197" y="3466299"/>
            <a:ext cx="168431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4" name="文本框 503">
            <a:extLst>
              <a:ext uri="{FF2B5EF4-FFF2-40B4-BE49-F238E27FC236}">
                <a16:creationId xmlns:a16="http://schemas.microsoft.com/office/drawing/2014/main" id="{769EA0FB-1C4A-3C93-EFF6-B0DD6B158D62}"/>
              </a:ext>
            </a:extLst>
          </p:cNvPr>
          <p:cNvSpPr txBox="1"/>
          <p:nvPr/>
        </p:nvSpPr>
        <p:spPr>
          <a:xfrm>
            <a:off x="6040236" y="1953612"/>
            <a:ext cx="3596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05" name="直接箭头连接符 504">
            <a:extLst>
              <a:ext uri="{FF2B5EF4-FFF2-40B4-BE49-F238E27FC236}">
                <a16:creationId xmlns:a16="http://schemas.microsoft.com/office/drawing/2014/main" id="{54116484-59FF-5C2E-7F41-525254D41C4F}"/>
              </a:ext>
            </a:extLst>
          </p:cNvPr>
          <p:cNvCxnSpPr>
            <a:cxnSpLocks/>
          </p:cNvCxnSpPr>
          <p:nvPr/>
        </p:nvCxnSpPr>
        <p:spPr>
          <a:xfrm>
            <a:off x="6383719" y="2234308"/>
            <a:ext cx="392017" cy="4658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" name="直接箭头连接符 513">
            <a:extLst>
              <a:ext uri="{FF2B5EF4-FFF2-40B4-BE49-F238E27FC236}">
                <a16:creationId xmlns:a16="http://schemas.microsoft.com/office/drawing/2014/main" id="{91E89378-F429-58FB-BE6D-D9F2015EFB85}"/>
              </a:ext>
            </a:extLst>
          </p:cNvPr>
          <p:cNvCxnSpPr>
            <a:cxnSpLocks/>
            <a:stCxn id="456" idx="6"/>
          </p:cNvCxnSpPr>
          <p:nvPr/>
        </p:nvCxnSpPr>
        <p:spPr>
          <a:xfrm>
            <a:off x="5529115" y="3457327"/>
            <a:ext cx="325639" cy="405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9" name="文本框 518">
            <a:extLst>
              <a:ext uri="{FF2B5EF4-FFF2-40B4-BE49-F238E27FC236}">
                <a16:creationId xmlns:a16="http://schemas.microsoft.com/office/drawing/2014/main" id="{4D7ACF3F-B323-BBCD-BD84-91BC3E62F0C9}"/>
              </a:ext>
            </a:extLst>
          </p:cNvPr>
          <p:cNvSpPr txBox="1"/>
          <p:nvPr/>
        </p:nvSpPr>
        <p:spPr>
          <a:xfrm>
            <a:off x="5822322" y="3189101"/>
            <a:ext cx="3596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21" name="直接箭头连接符 520">
            <a:extLst>
              <a:ext uri="{FF2B5EF4-FFF2-40B4-BE49-F238E27FC236}">
                <a16:creationId xmlns:a16="http://schemas.microsoft.com/office/drawing/2014/main" id="{45A45986-7CD0-5251-DF30-EE43FF02D3B8}"/>
              </a:ext>
            </a:extLst>
          </p:cNvPr>
          <p:cNvCxnSpPr>
            <a:cxnSpLocks/>
            <a:stCxn id="487" idx="6"/>
            <a:endCxn id="525" idx="1"/>
          </p:cNvCxnSpPr>
          <p:nvPr/>
        </p:nvCxnSpPr>
        <p:spPr>
          <a:xfrm flipV="1">
            <a:off x="7145230" y="3466299"/>
            <a:ext cx="193525" cy="1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5" name="矩形 524">
            <a:extLst>
              <a:ext uri="{FF2B5EF4-FFF2-40B4-BE49-F238E27FC236}">
                <a16:creationId xmlns:a16="http://schemas.microsoft.com/office/drawing/2014/main" id="{DAF5F930-9778-6983-7C7A-EC23D690E140}"/>
              </a:ext>
            </a:extLst>
          </p:cNvPr>
          <p:cNvSpPr/>
          <p:nvPr/>
        </p:nvSpPr>
        <p:spPr>
          <a:xfrm>
            <a:off x="7338755" y="3378601"/>
            <a:ext cx="538294" cy="1753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</a:t>
            </a:r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0" name="文本框 529">
            <a:extLst>
              <a:ext uri="{FF2B5EF4-FFF2-40B4-BE49-F238E27FC236}">
                <a16:creationId xmlns:a16="http://schemas.microsoft.com/office/drawing/2014/main" id="{7CE98368-5F17-0D77-7360-3F36776711C6}"/>
              </a:ext>
            </a:extLst>
          </p:cNvPr>
          <p:cNvSpPr txBox="1"/>
          <p:nvPr/>
        </p:nvSpPr>
        <p:spPr>
          <a:xfrm>
            <a:off x="7931406" y="3453700"/>
            <a:ext cx="10592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 &amp; Reshape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33" name="组合 532">
            <a:extLst>
              <a:ext uri="{FF2B5EF4-FFF2-40B4-BE49-F238E27FC236}">
                <a16:creationId xmlns:a16="http://schemas.microsoft.com/office/drawing/2014/main" id="{4B309371-D5E2-8805-297E-ACC38F849881}"/>
              </a:ext>
            </a:extLst>
          </p:cNvPr>
          <p:cNvGrpSpPr/>
          <p:nvPr/>
        </p:nvGrpSpPr>
        <p:grpSpPr>
          <a:xfrm rot="16200000">
            <a:off x="9296167" y="1778026"/>
            <a:ext cx="864561" cy="1495933"/>
            <a:chOff x="5907140" y="2021964"/>
            <a:chExt cx="534631" cy="925061"/>
          </a:xfrm>
        </p:grpSpPr>
        <p:sp>
          <p:nvSpPr>
            <p:cNvPr id="534" name="矩形 533">
              <a:extLst>
                <a:ext uri="{FF2B5EF4-FFF2-40B4-BE49-F238E27FC236}">
                  <a16:creationId xmlns:a16="http://schemas.microsoft.com/office/drawing/2014/main" id="{99F22249-0A5D-B0C4-2F29-B1F9D19697CA}"/>
                </a:ext>
              </a:extLst>
            </p:cNvPr>
            <p:cNvSpPr/>
            <p:nvPr/>
          </p:nvSpPr>
          <p:spPr>
            <a:xfrm>
              <a:off x="5907140" y="2021964"/>
              <a:ext cx="86183" cy="925061"/>
            </a:xfrm>
            <a:prstGeom prst="rect">
              <a:avLst/>
            </a:prstGeom>
            <a:solidFill>
              <a:srgbClr val="FCDFC8"/>
            </a:solidFill>
            <a:ln w="381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5" name="矩形 534">
              <a:extLst>
                <a:ext uri="{FF2B5EF4-FFF2-40B4-BE49-F238E27FC236}">
                  <a16:creationId xmlns:a16="http://schemas.microsoft.com/office/drawing/2014/main" id="{0779BF0E-EEC9-30C6-B24A-B33D7B958CA5}"/>
                </a:ext>
              </a:extLst>
            </p:cNvPr>
            <p:cNvSpPr/>
            <p:nvPr/>
          </p:nvSpPr>
          <p:spPr>
            <a:xfrm>
              <a:off x="6053976" y="2217996"/>
              <a:ext cx="86183" cy="532996"/>
            </a:xfrm>
            <a:prstGeom prst="rect">
              <a:avLst/>
            </a:prstGeom>
            <a:solidFill>
              <a:srgbClr val="FCDFC8"/>
            </a:solidFill>
            <a:ln w="381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6" name="矩形 535">
              <a:extLst>
                <a:ext uri="{FF2B5EF4-FFF2-40B4-BE49-F238E27FC236}">
                  <a16:creationId xmlns:a16="http://schemas.microsoft.com/office/drawing/2014/main" id="{2F2EED4D-2642-DF6E-9E68-D15994FD9B3A}"/>
                </a:ext>
              </a:extLst>
            </p:cNvPr>
            <p:cNvSpPr/>
            <p:nvPr/>
          </p:nvSpPr>
          <p:spPr>
            <a:xfrm>
              <a:off x="6204782" y="2339909"/>
              <a:ext cx="86183" cy="289169"/>
            </a:xfrm>
            <a:prstGeom prst="rect">
              <a:avLst/>
            </a:prstGeom>
            <a:solidFill>
              <a:srgbClr val="FCDFC8"/>
            </a:solidFill>
            <a:ln w="381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7" name="矩形 536">
              <a:extLst>
                <a:ext uri="{FF2B5EF4-FFF2-40B4-BE49-F238E27FC236}">
                  <a16:creationId xmlns:a16="http://schemas.microsoft.com/office/drawing/2014/main" id="{0C12DF87-8900-5BA4-E8C6-28036B2B2B37}"/>
                </a:ext>
              </a:extLst>
            </p:cNvPr>
            <p:cNvSpPr/>
            <p:nvPr/>
          </p:nvSpPr>
          <p:spPr>
            <a:xfrm>
              <a:off x="6355588" y="2412201"/>
              <a:ext cx="86183" cy="144583"/>
            </a:xfrm>
            <a:prstGeom prst="rect">
              <a:avLst/>
            </a:prstGeom>
            <a:solidFill>
              <a:srgbClr val="FCDFC8"/>
            </a:solidFill>
            <a:ln w="381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539" name="直接连接符 538">
            <a:extLst>
              <a:ext uri="{FF2B5EF4-FFF2-40B4-BE49-F238E27FC236}">
                <a16:creationId xmlns:a16="http://schemas.microsoft.com/office/drawing/2014/main" id="{68933625-FF90-931F-9209-B8C759835752}"/>
              </a:ext>
            </a:extLst>
          </p:cNvPr>
          <p:cNvCxnSpPr>
            <a:cxnSpLocks/>
          </p:cNvCxnSpPr>
          <p:nvPr/>
        </p:nvCxnSpPr>
        <p:spPr>
          <a:xfrm>
            <a:off x="7873239" y="3466299"/>
            <a:ext cx="96731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4" name="直接连接符 543">
            <a:extLst>
              <a:ext uri="{FF2B5EF4-FFF2-40B4-BE49-F238E27FC236}">
                <a16:creationId xmlns:a16="http://schemas.microsoft.com/office/drawing/2014/main" id="{33AC9570-AD6E-BF80-B56E-4D10AFE7B53A}"/>
              </a:ext>
            </a:extLst>
          </p:cNvPr>
          <p:cNvCxnSpPr>
            <a:stCxn id="194" idx="0"/>
          </p:cNvCxnSpPr>
          <p:nvPr/>
        </p:nvCxnSpPr>
        <p:spPr>
          <a:xfrm flipH="1" flipV="1">
            <a:off x="2852423" y="1413401"/>
            <a:ext cx="1" cy="42679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9" name="直接连接符 548">
            <a:extLst>
              <a:ext uri="{FF2B5EF4-FFF2-40B4-BE49-F238E27FC236}">
                <a16:creationId xmlns:a16="http://schemas.microsoft.com/office/drawing/2014/main" id="{B0547775-FB41-C514-DF91-4871E7ACC3C0}"/>
              </a:ext>
            </a:extLst>
          </p:cNvPr>
          <p:cNvCxnSpPr>
            <a:cxnSpLocks/>
          </p:cNvCxnSpPr>
          <p:nvPr/>
        </p:nvCxnSpPr>
        <p:spPr>
          <a:xfrm flipH="1" flipV="1">
            <a:off x="2851206" y="1411173"/>
            <a:ext cx="5221144" cy="126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4" name="直接连接符 553">
            <a:extLst>
              <a:ext uri="{FF2B5EF4-FFF2-40B4-BE49-F238E27FC236}">
                <a16:creationId xmlns:a16="http://schemas.microsoft.com/office/drawing/2014/main" id="{4D4E607B-FDB9-FD57-3785-6AF19DB39895}"/>
              </a:ext>
            </a:extLst>
          </p:cNvPr>
          <p:cNvCxnSpPr>
            <a:cxnSpLocks/>
          </p:cNvCxnSpPr>
          <p:nvPr/>
        </p:nvCxnSpPr>
        <p:spPr>
          <a:xfrm flipH="1">
            <a:off x="8057777" y="1405284"/>
            <a:ext cx="14573" cy="206101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57" name="组合 556">
            <a:extLst>
              <a:ext uri="{FF2B5EF4-FFF2-40B4-BE49-F238E27FC236}">
                <a16:creationId xmlns:a16="http://schemas.microsoft.com/office/drawing/2014/main" id="{48946526-E757-7832-5F6B-8B11F453B397}"/>
              </a:ext>
            </a:extLst>
          </p:cNvPr>
          <p:cNvGrpSpPr/>
          <p:nvPr/>
        </p:nvGrpSpPr>
        <p:grpSpPr>
          <a:xfrm>
            <a:off x="7988516" y="2815317"/>
            <a:ext cx="146706" cy="145254"/>
            <a:chOff x="3044767" y="2832724"/>
            <a:chExt cx="146706" cy="145254"/>
          </a:xfrm>
        </p:grpSpPr>
        <p:sp>
          <p:nvSpPr>
            <p:cNvPr id="558" name="椭圆 557">
              <a:extLst>
                <a:ext uri="{FF2B5EF4-FFF2-40B4-BE49-F238E27FC236}">
                  <a16:creationId xmlns:a16="http://schemas.microsoft.com/office/drawing/2014/main" id="{CD2BD693-024D-F01B-BBE8-014DE87A365E}"/>
                </a:ext>
              </a:extLst>
            </p:cNvPr>
            <p:cNvSpPr/>
            <p:nvPr/>
          </p:nvSpPr>
          <p:spPr>
            <a:xfrm>
              <a:off x="3044767" y="2832724"/>
              <a:ext cx="146706" cy="14525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559" name="直接连接符 558">
              <a:extLst>
                <a:ext uri="{FF2B5EF4-FFF2-40B4-BE49-F238E27FC236}">
                  <a16:creationId xmlns:a16="http://schemas.microsoft.com/office/drawing/2014/main" id="{40B0E00D-704C-AA09-F288-490001ECFB5A}"/>
                </a:ext>
              </a:extLst>
            </p:cNvPr>
            <p:cNvCxnSpPr>
              <a:stCxn id="558" idx="0"/>
              <a:endCxn id="558" idx="4"/>
            </p:cNvCxnSpPr>
            <p:nvPr/>
          </p:nvCxnSpPr>
          <p:spPr>
            <a:xfrm>
              <a:off x="3118120" y="2832724"/>
              <a:ext cx="0" cy="14525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0" name="直接连接符 559">
              <a:extLst>
                <a:ext uri="{FF2B5EF4-FFF2-40B4-BE49-F238E27FC236}">
                  <a16:creationId xmlns:a16="http://schemas.microsoft.com/office/drawing/2014/main" id="{26845C23-1193-ED94-0360-E2BFEBEFECE2}"/>
                </a:ext>
              </a:extLst>
            </p:cNvPr>
            <p:cNvCxnSpPr>
              <a:stCxn id="558" idx="2"/>
              <a:endCxn id="558" idx="6"/>
            </p:cNvCxnSpPr>
            <p:nvPr/>
          </p:nvCxnSpPr>
          <p:spPr>
            <a:xfrm>
              <a:off x="3044767" y="2905351"/>
              <a:ext cx="14670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61" name="直接箭头连接符 560">
            <a:extLst>
              <a:ext uri="{FF2B5EF4-FFF2-40B4-BE49-F238E27FC236}">
                <a16:creationId xmlns:a16="http://schemas.microsoft.com/office/drawing/2014/main" id="{66FF4CC4-024D-DB1D-6C64-53C41EC3ED62}"/>
              </a:ext>
            </a:extLst>
          </p:cNvPr>
          <p:cNvCxnSpPr>
            <a:cxnSpLocks/>
            <a:stCxn id="558" idx="6"/>
            <a:endCxn id="534" idx="0"/>
          </p:cNvCxnSpPr>
          <p:nvPr/>
        </p:nvCxnSpPr>
        <p:spPr>
          <a:xfrm>
            <a:off x="8135222" y="2887944"/>
            <a:ext cx="845259" cy="645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6" name="直接连接符 565">
            <a:extLst>
              <a:ext uri="{FF2B5EF4-FFF2-40B4-BE49-F238E27FC236}">
                <a16:creationId xmlns:a16="http://schemas.microsoft.com/office/drawing/2014/main" id="{65C70E67-14CE-C0D6-3F42-A025FFA282E4}"/>
              </a:ext>
            </a:extLst>
          </p:cNvPr>
          <p:cNvCxnSpPr>
            <a:cxnSpLocks/>
            <a:stCxn id="61" idx="0"/>
          </p:cNvCxnSpPr>
          <p:nvPr/>
        </p:nvCxnSpPr>
        <p:spPr>
          <a:xfrm flipV="1">
            <a:off x="4155919" y="1167973"/>
            <a:ext cx="0" cy="67688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0" name="直接连接符 569">
            <a:extLst>
              <a:ext uri="{FF2B5EF4-FFF2-40B4-BE49-F238E27FC236}">
                <a16:creationId xmlns:a16="http://schemas.microsoft.com/office/drawing/2014/main" id="{8B2BACFB-0809-2E3C-A436-E5B5781F52AA}"/>
              </a:ext>
            </a:extLst>
          </p:cNvPr>
          <p:cNvCxnSpPr>
            <a:cxnSpLocks/>
          </p:cNvCxnSpPr>
          <p:nvPr/>
        </p:nvCxnSpPr>
        <p:spPr>
          <a:xfrm flipH="1">
            <a:off x="4155918" y="1167973"/>
            <a:ext cx="417035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5" name="直接连接符 574">
            <a:extLst>
              <a:ext uri="{FF2B5EF4-FFF2-40B4-BE49-F238E27FC236}">
                <a16:creationId xmlns:a16="http://schemas.microsoft.com/office/drawing/2014/main" id="{28B47D09-A49F-C32F-0C02-3387E2C7D23B}"/>
              </a:ext>
            </a:extLst>
          </p:cNvPr>
          <p:cNvCxnSpPr>
            <a:cxnSpLocks/>
          </p:cNvCxnSpPr>
          <p:nvPr/>
        </p:nvCxnSpPr>
        <p:spPr>
          <a:xfrm flipH="1">
            <a:off x="8308445" y="1167973"/>
            <a:ext cx="17831" cy="229832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77" name="组合 576">
            <a:extLst>
              <a:ext uri="{FF2B5EF4-FFF2-40B4-BE49-F238E27FC236}">
                <a16:creationId xmlns:a16="http://schemas.microsoft.com/office/drawing/2014/main" id="{BA94E1C4-5613-807E-5396-233795BFA857}"/>
              </a:ext>
            </a:extLst>
          </p:cNvPr>
          <p:cNvGrpSpPr/>
          <p:nvPr/>
        </p:nvGrpSpPr>
        <p:grpSpPr>
          <a:xfrm>
            <a:off x="8239976" y="2571477"/>
            <a:ext cx="146706" cy="145254"/>
            <a:chOff x="3044767" y="2832724"/>
            <a:chExt cx="146706" cy="145254"/>
          </a:xfrm>
        </p:grpSpPr>
        <p:sp>
          <p:nvSpPr>
            <p:cNvPr id="578" name="椭圆 577">
              <a:extLst>
                <a:ext uri="{FF2B5EF4-FFF2-40B4-BE49-F238E27FC236}">
                  <a16:creationId xmlns:a16="http://schemas.microsoft.com/office/drawing/2014/main" id="{2644D0DF-B8FD-CF35-616B-FC663B4D58E7}"/>
                </a:ext>
              </a:extLst>
            </p:cNvPr>
            <p:cNvSpPr/>
            <p:nvPr/>
          </p:nvSpPr>
          <p:spPr>
            <a:xfrm>
              <a:off x="3044767" y="2832724"/>
              <a:ext cx="146706" cy="14525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579" name="直接连接符 578">
              <a:extLst>
                <a:ext uri="{FF2B5EF4-FFF2-40B4-BE49-F238E27FC236}">
                  <a16:creationId xmlns:a16="http://schemas.microsoft.com/office/drawing/2014/main" id="{02424443-3E41-7267-AD30-46560E344166}"/>
                </a:ext>
              </a:extLst>
            </p:cNvPr>
            <p:cNvCxnSpPr>
              <a:stCxn id="578" idx="0"/>
              <a:endCxn id="578" idx="4"/>
            </p:cNvCxnSpPr>
            <p:nvPr/>
          </p:nvCxnSpPr>
          <p:spPr>
            <a:xfrm>
              <a:off x="3118120" y="2832724"/>
              <a:ext cx="0" cy="14525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0" name="直接连接符 579">
              <a:extLst>
                <a:ext uri="{FF2B5EF4-FFF2-40B4-BE49-F238E27FC236}">
                  <a16:creationId xmlns:a16="http://schemas.microsoft.com/office/drawing/2014/main" id="{1A933B1D-5422-F5B0-61D7-ACECE58B9755}"/>
                </a:ext>
              </a:extLst>
            </p:cNvPr>
            <p:cNvCxnSpPr>
              <a:stCxn id="578" idx="2"/>
              <a:endCxn id="578" idx="6"/>
            </p:cNvCxnSpPr>
            <p:nvPr/>
          </p:nvCxnSpPr>
          <p:spPr>
            <a:xfrm>
              <a:off x="3044767" y="2905351"/>
              <a:ext cx="14670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81" name="直接箭头连接符 580">
            <a:extLst>
              <a:ext uri="{FF2B5EF4-FFF2-40B4-BE49-F238E27FC236}">
                <a16:creationId xmlns:a16="http://schemas.microsoft.com/office/drawing/2014/main" id="{298B891C-1819-4E95-0D30-54469C7C4346}"/>
              </a:ext>
            </a:extLst>
          </p:cNvPr>
          <p:cNvCxnSpPr>
            <a:cxnSpLocks/>
            <a:stCxn id="578" idx="6"/>
            <a:endCxn id="535" idx="0"/>
          </p:cNvCxnSpPr>
          <p:nvPr/>
        </p:nvCxnSpPr>
        <p:spPr>
          <a:xfrm>
            <a:off x="8386682" y="2644104"/>
            <a:ext cx="910806" cy="7034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4" name="直接连接符 583">
            <a:extLst>
              <a:ext uri="{FF2B5EF4-FFF2-40B4-BE49-F238E27FC236}">
                <a16:creationId xmlns:a16="http://schemas.microsoft.com/office/drawing/2014/main" id="{E7A771E3-34D9-C7D1-8ED4-378C81B0C118}"/>
              </a:ext>
            </a:extLst>
          </p:cNvPr>
          <p:cNvCxnSpPr>
            <a:cxnSpLocks/>
            <a:stCxn id="222" idx="0"/>
          </p:cNvCxnSpPr>
          <p:nvPr/>
        </p:nvCxnSpPr>
        <p:spPr>
          <a:xfrm flipH="1" flipV="1">
            <a:off x="5455597" y="940238"/>
            <a:ext cx="165" cy="89995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7" name="直接连接符 586">
            <a:extLst>
              <a:ext uri="{FF2B5EF4-FFF2-40B4-BE49-F238E27FC236}">
                <a16:creationId xmlns:a16="http://schemas.microsoft.com/office/drawing/2014/main" id="{18F0A43A-B761-60B5-5EAF-FA0AE9E9159B}"/>
              </a:ext>
            </a:extLst>
          </p:cNvPr>
          <p:cNvCxnSpPr>
            <a:cxnSpLocks/>
          </p:cNvCxnSpPr>
          <p:nvPr/>
        </p:nvCxnSpPr>
        <p:spPr>
          <a:xfrm flipH="1" flipV="1">
            <a:off x="5455762" y="941759"/>
            <a:ext cx="3139091" cy="431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0" name="直接连接符 589">
            <a:extLst>
              <a:ext uri="{FF2B5EF4-FFF2-40B4-BE49-F238E27FC236}">
                <a16:creationId xmlns:a16="http://schemas.microsoft.com/office/drawing/2014/main" id="{2385E7C9-A9A3-2EFC-DA5E-8700DBA583F1}"/>
              </a:ext>
            </a:extLst>
          </p:cNvPr>
          <p:cNvCxnSpPr>
            <a:cxnSpLocks/>
          </p:cNvCxnSpPr>
          <p:nvPr/>
        </p:nvCxnSpPr>
        <p:spPr>
          <a:xfrm flipH="1">
            <a:off x="8565190" y="948726"/>
            <a:ext cx="26838" cy="25175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95" name="组合 594">
            <a:extLst>
              <a:ext uri="{FF2B5EF4-FFF2-40B4-BE49-F238E27FC236}">
                <a16:creationId xmlns:a16="http://schemas.microsoft.com/office/drawing/2014/main" id="{CAE27721-BD01-429C-62E6-6DA5E96ACF61}"/>
              </a:ext>
            </a:extLst>
          </p:cNvPr>
          <p:cNvGrpSpPr/>
          <p:nvPr/>
        </p:nvGrpSpPr>
        <p:grpSpPr>
          <a:xfrm>
            <a:off x="8501596" y="2327637"/>
            <a:ext cx="146706" cy="145254"/>
            <a:chOff x="3044767" y="2832724"/>
            <a:chExt cx="146706" cy="145254"/>
          </a:xfrm>
        </p:grpSpPr>
        <p:sp>
          <p:nvSpPr>
            <p:cNvPr id="596" name="椭圆 595">
              <a:extLst>
                <a:ext uri="{FF2B5EF4-FFF2-40B4-BE49-F238E27FC236}">
                  <a16:creationId xmlns:a16="http://schemas.microsoft.com/office/drawing/2014/main" id="{1D40326F-D83D-7D07-064C-C485AA0178AB}"/>
                </a:ext>
              </a:extLst>
            </p:cNvPr>
            <p:cNvSpPr/>
            <p:nvPr/>
          </p:nvSpPr>
          <p:spPr>
            <a:xfrm>
              <a:off x="3044767" y="2832724"/>
              <a:ext cx="146706" cy="14525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597" name="直接连接符 596">
              <a:extLst>
                <a:ext uri="{FF2B5EF4-FFF2-40B4-BE49-F238E27FC236}">
                  <a16:creationId xmlns:a16="http://schemas.microsoft.com/office/drawing/2014/main" id="{D4ACDDE3-39F2-1901-CFBB-D8C07E1B983B}"/>
                </a:ext>
              </a:extLst>
            </p:cNvPr>
            <p:cNvCxnSpPr>
              <a:stCxn id="596" idx="0"/>
              <a:endCxn id="596" idx="4"/>
            </p:cNvCxnSpPr>
            <p:nvPr/>
          </p:nvCxnSpPr>
          <p:spPr>
            <a:xfrm>
              <a:off x="3118120" y="2832724"/>
              <a:ext cx="0" cy="14525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8" name="直接连接符 597">
              <a:extLst>
                <a:ext uri="{FF2B5EF4-FFF2-40B4-BE49-F238E27FC236}">
                  <a16:creationId xmlns:a16="http://schemas.microsoft.com/office/drawing/2014/main" id="{1AFC32BC-F7A2-D419-F13C-275D798FD919}"/>
                </a:ext>
              </a:extLst>
            </p:cNvPr>
            <p:cNvCxnSpPr>
              <a:stCxn id="596" idx="2"/>
              <a:endCxn id="596" idx="6"/>
            </p:cNvCxnSpPr>
            <p:nvPr/>
          </p:nvCxnSpPr>
          <p:spPr>
            <a:xfrm>
              <a:off x="3044767" y="2905351"/>
              <a:ext cx="14670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99" name="直接箭头连接符 598">
            <a:extLst>
              <a:ext uri="{FF2B5EF4-FFF2-40B4-BE49-F238E27FC236}">
                <a16:creationId xmlns:a16="http://schemas.microsoft.com/office/drawing/2014/main" id="{FC21DD91-7699-EB65-7A12-3301230C562B}"/>
              </a:ext>
            </a:extLst>
          </p:cNvPr>
          <p:cNvCxnSpPr>
            <a:cxnSpLocks/>
            <a:stCxn id="596" idx="6"/>
            <a:endCxn id="536" idx="0"/>
          </p:cNvCxnSpPr>
          <p:nvPr/>
        </p:nvCxnSpPr>
        <p:spPr>
          <a:xfrm>
            <a:off x="8648302" y="2400264"/>
            <a:ext cx="846334" cy="7003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6" name="直接连接符 605">
            <a:extLst>
              <a:ext uri="{FF2B5EF4-FFF2-40B4-BE49-F238E27FC236}">
                <a16:creationId xmlns:a16="http://schemas.microsoft.com/office/drawing/2014/main" id="{517A513E-2708-3ED8-9DEB-7B3499B3AF2D}"/>
              </a:ext>
            </a:extLst>
          </p:cNvPr>
          <p:cNvCxnSpPr>
            <a:cxnSpLocks/>
            <a:stCxn id="228" idx="0"/>
          </p:cNvCxnSpPr>
          <p:nvPr/>
        </p:nvCxnSpPr>
        <p:spPr>
          <a:xfrm flipV="1">
            <a:off x="7071877" y="1693727"/>
            <a:ext cx="5080" cy="14963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1" name="直接连接符 610">
            <a:extLst>
              <a:ext uri="{FF2B5EF4-FFF2-40B4-BE49-F238E27FC236}">
                <a16:creationId xmlns:a16="http://schemas.microsoft.com/office/drawing/2014/main" id="{F49C0FC2-2481-F6A1-03DB-9BAE0B1692F9}"/>
              </a:ext>
            </a:extLst>
          </p:cNvPr>
          <p:cNvCxnSpPr>
            <a:cxnSpLocks/>
          </p:cNvCxnSpPr>
          <p:nvPr/>
        </p:nvCxnSpPr>
        <p:spPr>
          <a:xfrm flipH="1" flipV="1">
            <a:off x="7071876" y="1691970"/>
            <a:ext cx="1787729" cy="614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4" name="直接连接符 613">
            <a:extLst>
              <a:ext uri="{FF2B5EF4-FFF2-40B4-BE49-F238E27FC236}">
                <a16:creationId xmlns:a16="http://schemas.microsoft.com/office/drawing/2014/main" id="{A1D38613-A5CB-86C7-80CF-A2CD9E3E1634}"/>
              </a:ext>
            </a:extLst>
          </p:cNvPr>
          <p:cNvCxnSpPr>
            <a:cxnSpLocks/>
          </p:cNvCxnSpPr>
          <p:nvPr/>
        </p:nvCxnSpPr>
        <p:spPr>
          <a:xfrm flipH="1">
            <a:off x="8833318" y="1702238"/>
            <a:ext cx="19392" cy="176406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31" name="组合 630">
            <a:extLst>
              <a:ext uri="{FF2B5EF4-FFF2-40B4-BE49-F238E27FC236}">
                <a16:creationId xmlns:a16="http://schemas.microsoft.com/office/drawing/2014/main" id="{6F06ACEC-5C35-E69C-E3FD-F18A5D6F2A7F}"/>
              </a:ext>
            </a:extLst>
          </p:cNvPr>
          <p:cNvGrpSpPr/>
          <p:nvPr/>
        </p:nvGrpSpPr>
        <p:grpSpPr>
          <a:xfrm>
            <a:off x="8772709" y="2077676"/>
            <a:ext cx="146706" cy="145254"/>
            <a:chOff x="3044767" y="2832724"/>
            <a:chExt cx="146706" cy="145254"/>
          </a:xfrm>
        </p:grpSpPr>
        <p:sp>
          <p:nvSpPr>
            <p:cNvPr id="632" name="椭圆 631">
              <a:extLst>
                <a:ext uri="{FF2B5EF4-FFF2-40B4-BE49-F238E27FC236}">
                  <a16:creationId xmlns:a16="http://schemas.microsoft.com/office/drawing/2014/main" id="{107F16C1-1C50-CA5F-16AF-FBFB5953165B}"/>
                </a:ext>
              </a:extLst>
            </p:cNvPr>
            <p:cNvSpPr/>
            <p:nvPr/>
          </p:nvSpPr>
          <p:spPr>
            <a:xfrm>
              <a:off x="3044767" y="2832724"/>
              <a:ext cx="146706" cy="14525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633" name="直接连接符 632">
              <a:extLst>
                <a:ext uri="{FF2B5EF4-FFF2-40B4-BE49-F238E27FC236}">
                  <a16:creationId xmlns:a16="http://schemas.microsoft.com/office/drawing/2014/main" id="{A7F03360-B03A-169F-9381-F6C239254C16}"/>
                </a:ext>
              </a:extLst>
            </p:cNvPr>
            <p:cNvCxnSpPr>
              <a:stCxn id="632" idx="0"/>
              <a:endCxn id="632" idx="4"/>
            </p:cNvCxnSpPr>
            <p:nvPr/>
          </p:nvCxnSpPr>
          <p:spPr>
            <a:xfrm>
              <a:off x="3118120" y="2832724"/>
              <a:ext cx="0" cy="14525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4" name="直接连接符 633">
              <a:extLst>
                <a:ext uri="{FF2B5EF4-FFF2-40B4-BE49-F238E27FC236}">
                  <a16:creationId xmlns:a16="http://schemas.microsoft.com/office/drawing/2014/main" id="{2E9F0070-D8DD-5C2B-92E9-C6BD8E36F620}"/>
                </a:ext>
              </a:extLst>
            </p:cNvPr>
            <p:cNvCxnSpPr>
              <a:stCxn id="632" idx="2"/>
              <a:endCxn id="632" idx="6"/>
            </p:cNvCxnSpPr>
            <p:nvPr/>
          </p:nvCxnSpPr>
          <p:spPr>
            <a:xfrm>
              <a:off x="3044767" y="2905351"/>
              <a:ext cx="14670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35" name="直接箭头连接符 634">
            <a:extLst>
              <a:ext uri="{FF2B5EF4-FFF2-40B4-BE49-F238E27FC236}">
                <a16:creationId xmlns:a16="http://schemas.microsoft.com/office/drawing/2014/main" id="{49C23A9D-51E1-1472-C01D-B6C0A5074E99}"/>
              </a:ext>
            </a:extLst>
          </p:cNvPr>
          <p:cNvCxnSpPr>
            <a:cxnSpLocks/>
            <a:stCxn id="632" idx="6"/>
            <a:endCxn id="537" idx="0"/>
          </p:cNvCxnSpPr>
          <p:nvPr/>
        </p:nvCxnSpPr>
        <p:spPr>
          <a:xfrm>
            <a:off x="8919415" y="2150303"/>
            <a:ext cx="692125" cy="13093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41" name="文本框 640">
                <a:extLst>
                  <a:ext uri="{FF2B5EF4-FFF2-40B4-BE49-F238E27FC236}">
                    <a16:creationId xmlns:a16="http://schemas.microsoft.com/office/drawing/2014/main" id="{EE1DFD96-72C2-DE95-9DE6-D6A6DA11ECD6}"/>
                  </a:ext>
                </a:extLst>
              </p:cNvPr>
              <p:cNvSpPr txBox="1"/>
              <p:nvPr/>
            </p:nvSpPr>
            <p:spPr>
              <a:xfrm>
                <a:off x="10378225" y="2749444"/>
                <a:ext cx="658083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𝑒𝑎</m:t>
                          </m:r>
                        </m:sub>
                      </m:sSub>
                      <m:r>
                        <a:rPr lang="en-US" altLang="zh-CN" sz="1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41" name="文本框 640">
                <a:extLst>
                  <a:ext uri="{FF2B5EF4-FFF2-40B4-BE49-F238E27FC236}">
                    <a16:creationId xmlns:a16="http://schemas.microsoft.com/office/drawing/2014/main" id="{EE1DFD96-72C2-DE95-9DE6-D6A6DA11EC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78225" y="2749444"/>
                <a:ext cx="658083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4" name="文本框 643">
                <a:extLst>
                  <a:ext uri="{FF2B5EF4-FFF2-40B4-BE49-F238E27FC236}">
                    <a16:creationId xmlns:a16="http://schemas.microsoft.com/office/drawing/2014/main" id="{E6BFFB1B-5431-4E97-2DA3-2AB0FD55AA2A}"/>
                  </a:ext>
                </a:extLst>
              </p:cNvPr>
              <p:cNvSpPr txBox="1"/>
              <p:nvPr/>
            </p:nvSpPr>
            <p:spPr>
              <a:xfrm>
                <a:off x="10049183" y="2502208"/>
                <a:ext cx="658083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𝑒𝑎</m:t>
                          </m:r>
                        </m:sub>
                      </m:sSub>
                      <m:r>
                        <a:rPr lang="en-US" altLang="zh-CN" sz="1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</m:t>
                      </m:r>
                    </m:oMath>
                  </m:oMathPara>
                </a14:m>
                <a:endParaRPr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44" name="文本框 643">
                <a:extLst>
                  <a:ext uri="{FF2B5EF4-FFF2-40B4-BE49-F238E27FC236}">
                    <a16:creationId xmlns:a16="http://schemas.microsoft.com/office/drawing/2014/main" id="{E6BFFB1B-5431-4E97-2DA3-2AB0FD55AA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49183" y="2502208"/>
                <a:ext cx="658083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5" name="文本框 644">
                <a:extLst>
                  <a:ext uri="{FF2B5EF4-FFF2-40B4-BE49-F238E27FC236}">
                    <a16:creationId xmlns:a16="http://schemas.microsoft.com/office/drawing/2014/main" id="{CA8D54E5-4029-1886-F7DD-6EA97A45E13B}"/>
                  </a:ext>
                </a:extLst>
              </p:cNvPr>
              <p:cNvSpPr txBox="1"/>
              <p:nvPr/>
            </p:nvSpPr>
            <p:spPr>
              <a:xfrm>
                <a:off x="9845038" y="2264728"/>
                <a:ext cx="658083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𝑒𝑎</m:t>
                          </m:r>
                        </m:sub>
                      </m:sSub>
                      <m:r>
                        <a:rPr lang="en-US" altLang="zh-CN" sz="1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3</m:t>
                      </m:r>
                    </m:oMath>
                  </m:oMathPara>
                </a14:m>
                <a:endParaRPr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45" name="文本框 644">
                <a:extLst>
                  <a:ext uri="{FF2B5EF4-FFF2-40B4-BE49-F238E27FC236}">
                    <a16:creationId xmlns:a16="http://schemas.microsoft.com/office/drawing/2014/main" id="{CA8D54E5-4029-1886-F7DD-6EA97A45E1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5038" y="2264728"/>
                <a:ext cx="658083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6" name="文本框 645">
                <a:extLst>
                  <a:ext uri="{FF2B5EF4-FFF2-40B4-BE49-F238E27FC236}">
                    <a16:creationId xmlns:a16="http://schemas.microsoft.com/office/drawing/2014/main" id="{5C1F9DDE-2D22-01BD-1E55-A39B61AA329F}"/>
                  </a:ext>
                </a:extLst>
              </p:cNvPr>
              <p:cNvSpPr txBox="1"/>
              <p:nvPr/>
            </p:nvSpPr>
            <p:spPr>
              <a:xfrm>
                <a:off x="9720142" y="2007869"/>
                <a:ext cx="658083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𝑒𝑎</m:t>
                          </m:r>
                        </m:sub>
                      </m:sSub>
                      <m:r>
                        <a:rPr lang="en-US" altLang="zh-CN" sz="1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4</m:t>
                      </m:r>
                    </m:oMath>
                  </m:oMathPara>
                </a14:m>
                <a:endParaRPr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46" name="文本框 645">
                <a:extLst>
                  <a:ext uri="{FF2B5EF4-FFF2-40B4-BE49-F238E27FC236}">
                    <a16:creationId xmlns:a16="http://schemas.microsoft.com/office/drawing/2014/main" id="{5C1F9DDE-2D22-01BD-1E55-A39B61AA32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20142" y="2007869"/>
                <a:ext cx="658083" cy="2769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92359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0C5B77-C96C-8B73-087D-038424150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6" name="直接箭头连接符 215">
            <a:extLst>
              <a:ext uri="{FF2B5EF4-FFF2-40B4-BE49-F238E27FC236}">
                <a16:creationId xmlns:a16="http://schemas.microsoft.com/office/drawing/2014/main" id="{A78355DE-5C56-188A-C5E5-E6F8364A1227}"/>
              </a:ext>
            </a:extLst>
          </p:cNvPr>
          <p:cNvCxnSpPr>
            <a:cxnSpLocks/>
            <a:stCxn id="3" idx="2"/>
            <a:endCxn id="43" idx="0"/>
          </p:cNvCxnSpPr>
          <p:nvPr/>
        </p:nvCxnSpPr>
        <p:spPr>
          <a:xfrm flipH="1">
            <a:off x="2933373" y="2453342"/>
            <a:ext cx="1162" cy="20344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直接箭头连接符 220">
            <a:extLst>
              <a:ext uri="{FF2B5EF4-FFF2-40B4-BE49-F238E27FC236}">
                <a16:creationId xmlns:a16="http://schemas.microsoft.com/office/drawing/2014/main" id="{30BF65E5-069E-534F-9C81-C697AA9CE6D7}"/>
              </a:ext>
            </a:extLst>
          </p:cNvPr>
          <p:cNvCxnSpPr>
            <a:cxnSpLocks/>
            <a:stCxn id="3" idx="3"/>
            <a:endCxn id="30" idx="1"/>
          </p:cNvCxnSpPr>
          <p:nvPr/>
        </p:nvCxnSpPr>
        <p:spPr>
          <a:xfrm>
            <a:off x="3230675" y="1753687"/>
            <a:ext cx="709992" cy="630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0DEEFBC4-3483-0FC5-4A92-D922B3F9753F}"/>
              </a:ext>
            </a:extLst>
          </p:cNvPr>
          <p:cNvCxnSpPr>
            <a:cxnSpLocks/>
          </p:cNvCxnSpPr>
          <p:nvPr/>
        </p:nvCxnSpPr>
        <p:spPr>
          <a:xfrm>
            <a:off x="1442676" y="1771985"/>
            <a:ext cx="1208565" cy="7354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矩形 42">
            <a:extLst>
              <a:ext uri="{FF2B5EF4-FFF2-40B4-BE49-F238E27FC236}">
                <a16:creationId xmlns:a16="http://schemas.microsoft.com/office/drawing/2014/main" id="{4213386A-021A-10E2-AD5D-0E7C527D391A}"/>
              </a:ext>
            </a:extLst>
          </p:cNvPr>
          <p:cNvSpPr/>
          <p:nvPr/>
        </p:nvSpPr>
        <p:spPr>
          <a:xfrm>
            <a:off x="2390215" y="2656787"/>
            <a:ext cx="1086315" cy="227422"/>
          </a:xfrm>
          <a:prstGeom prst="rect">
            <a:avLst/>
          </a:prstGeom>
          <a:solidFill>
            <a:srgbClr val="EAC7C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MiMi-Adapter</a:t>
            </a:r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DCA1FB44-57F5-CC77-E8A2-C141FFE48215}"/>
              </a:ext>
            </a:extLst>
          </p:cNvPr>
          <p:cNvCxnSpPr>
            <a:cxnSpLocks/>
            <a:stCxn id="30" idx="2"/>
            <a:endCxn id="193" idx="0"/>
          </p:cNvCxnSpPr>
          <p:nvPr/>
        </p:nvCxnSpPr>
        <p:spPr>
          <a:xfrm>
            <a:off x="4236808" y="2459642"/>
            <a:ext cx="60" cy="20181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3" name="矩形 192">
            <a:extLst>
              <a:ext uri="{FF2B5EF4-FFF2-40B4-BE49-F238E27FC236}">
                <a16:creationId xmlns:a16="http://schemas.microsoft.com/office/drawing/2014/main" id="{A3663F14-8086-63D5-D4FA-DA8BE65FC773}"/>
              </a:ext>
            </a:extLst>
          </p:cNvPr>
          <p:cNvSpPr/>
          <p:nvPr/>
        </p:nvSpPr>
        <p:spPr>
          <a:xfrm>
            <a:off x="3693710" y="2661457"/>
            <a:ext cx="1086315" cy="227422"/>
          </a:xfrm>
          <a:prstGeom prst="rect">
            <a:avLst/>
          </a:prstGeom>
          <a:solidFill>
            <a:srgbClr val="EAC7C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MiMi-Adapter</a:t>
            </a:r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7" name="直接箭头连接符 216">
            <a:extLst>
              <a:ext uri="{FF2B5EF4-FFF2-40B4-BE49-F238E27FC236}">
                <a16:creationId xmlns:a16="http://schemas.microsoft.com/office/drawing/2014/main" id="{90105B51-E6BF-2255-31CD-AE156106747B}"/>
              </a:ext>
            </a:extLst>
          </p:cNvPr>
          <p:cNvCxnSpPr>
            <a:cxnSpLocks/>
            <a:stCxn id="54" idx="2"/>
            <a:endCxn id="225" idx="0"/>
          </p:cNvCxnSpPr>
          <p:nvPr/>
        </p:nvCxnSpPr>
        <p:spPr>
          <a:xfrm flipH="1">
            <a:off x="5537928" y="2465770"/>
            <a:ext cx="2016" cy="19101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矩形 224">
            <a:extLst>
              <a:ext uri="{FF2B5EF4-FFF2-40B4-BE49-F238E27FC236}">
                <a16:creationId xmlns:a16="http://schemas.microsoft.com/office/drawing/2014/main" id="{7A184286-CA49-8E4C-AB52-2299E158EEB4}"/>
              </a:ext>
            </a:extLst>
          </p:cNvPr>
          <p:cNvSpPr/>
          <p:nvPr/>
        </p:nvSpPr>
        <p:spPr>
          <a:xfrm>
            <a:off x="4994770" y="2656787"/>
            <a:ext cx="1086315" cy="227422"/>
          </a:xfrm>
          <a:prstGeom prst="rect">
            <a:avLst/>
          </a:prstGeom>
          <a:solidFill>
            <a:srgbClr val="EAC7C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MiMi-Adapter</a:t>
            </a:r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6" name="直接箭头连接符 225">
            <a:extLst>
              <a:ext uri="{FF2B5EF4-FFF2-40B4-BE49-F238E27FC236}">
                <a16:creationId xmlns:a16="http://schemas.microsoft.com/office/drawing/2014/main" id="{71B6E5FC-E70B-B82D-B504-D27E4E8FA70A}"/>
              </a:ext>
            </a:extLst>
          </p:cNvPr>
          <p:cNvCxnSpPr>
            <a:cxnSpLocks/>
            <a:endCxn id="232" idx="0"/>
          </p:cNvCxnSpPr>
          <p:nvPr/>
        </p:nvCxnSpPr>
        <p:spPr>
          <a:xfrm>
            <a:off x="7150392" y="2468125"/>
            <a:ext cx="2434" cy="19183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2" name="矩形 231">
            <a:extLst>
              <a:ext uri="{FF2B5EF4-FFF2-40B4-BE49-F238E27FC236}">
                <a16:creationId xmlns:a16="http://schemas.microsoft.com/office/drawing/2014/main" id="{BFBD6F57-31EC-4E83-67A1-11467133FAD3}"/>
              </a:ext>
            </a:extLst>
          </p:cNvPr>
          <p:cNvSpPr/>
          <p:nvPr/>
        </p:nvSpPr>
        <p:spPr>
          <a:xfrm>
            <a:off x="6609668" y="2659961"/>
            <a:ext cx="1086315" cy="227422"/>
          </a:xfrm>
          <a:prstGeom prst="rect">
            <a:avLst/>
          </a:prstGeom>
          <a:solidFill>
            <a:srgbClr val="EAC7C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MiMi-Adapter</a:t>
            </a:r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3" name="直接箭头连接符 232">
            <a:extLst>
              <a:ext uri="{FF2B5EF4-FFF2-40B4-BE49-F238E27FC236}">
                <a16:creationId xmlns:a16="http://schemas.microsoft.com/office/drawing/2014/main" id="{0BEF397C-4BF7-8C7E-6288-C3CAFE5971DC}"/>
              </a:ext>
            </a:extLst>
          </p:cNvPr>
          <p:cNvCxnSpPr>
            <a:cxnSpLocks/>
            <a:stCxn id="30" idx="3"/>
            <a:endCxn id="54" idx="1"/>
          </p:cNvCxnSpPr>
          <p:nvPr/>
        </p:nvCxnSpPr>
        <p:spPr>
          <a:xfrm>
            <a:off x="4532948" y="1759987"/>
            <a:ext cx="710855" cy="6128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直接箭头连接符 237">
            <a:extLst>
              <a:ext uri="{FF2B5EF4-FFF2-40B4-BE49-F238E27FC236}">
                <a16:creationId xmlns:a16="http://schemas.microsoft.com/office/drawing/2014/main" id="{CB0A41B6-E4B9-10ED-8129-42513C8B8471}"/>
              </a:ext>
            </a:extLst>
          </p:cNvPr>
          <p:cNvCxnSpPr>
            <a:cxnSpLocks/>
          </p:cNvCxnSpPr>
          <p:nvPr/>
        </p:nvCxnSpPr>
        <p:spPr>
          <a:xfrm>
            <a:off x="5830417" y="1765989"/>
            <a:ext cx="297162" cy="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2" name="矩形 241">
            <a:extLst>
              <a:ext uri="{FF2B5EF4-FFF2-40B4-BE49-F238E27FC236}">
                <a16:creationId xmlns:a16="http://schemas.microsoft.com/office/drawing/2014/main" id="{4B70CF7F-5B81-3302-C979-CE519D4D9C5F}"/>
              </a:ext>
            </a:extLst>
          </p:cNvPr>
          <p:cNvSpPr/>
          <p:nvPr/>
        </p:nvSpPr>
        <p:spPr>
          <a:xfrm>
            <a:off x="2099045" y="142761"/>
            <a:ext cx="5841139" cy="2885289"/>
          </a:xfrm>
          <a:prstGeom prst="rect">
            <a:avLst/>
          </a:prstGeom>
          <a:noFill/>
          <a:ln w="6350"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98" name="直接连接符 397">
            <a:extLst>
              <a:ext uri="{FF2B5EF4-FFF2-40B4-BE49-F238E27FC236}">
                <a16:creationId xmlns:a16="http://schemas.microsoft.com/office/drawing/2014/main" id="{E6FD921D-452B-452D-6F10-027AFC6C89D5}"/>
              </a:ext>
            </a:extLst>
          </p:cNvPr>
          <p:cNvCxnSpPr>
            <a:cxnSpLocks/>
            <a:stCxn id="43" idx="2"/>
          </p:cNvCxnSpPr>
          <p:nvPr/>
        </p:nvCxnSpPr>
        <p:spPr>
          <a:xfrm flipH="1">
            <a:off x="2933372" y="2884209"/>
            <a:ext cx="1" cy="62800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0" name="直接箭头连接符 409">
            <a:extLst>
              <a:ext uri="{FF2B5EF4-FFF2-40B4-BE49-F238E27FC236}">
                <a16:creationId xmlns:a16="http://schemas.microsoft.com/office/drawing/2014/main" id="{0830DD1C-9109-4BBB-DD95-393BBF7B55A3}"/>
              </a:ext>
            </a:extLst>
          </p:cNvPr>
          <p:cNvCxnSpPr>
            <a:cxnSpLocks/>
            <a:endCxn id="411" idx="1"/>
          </p:cNvCxnSpPr>
          <p:nvPr/>
        </p:nvCxnSpPr>
        <p:spPr>
          <a:xfrm>
            <a:off x="2930938" y="3281570"/>
            <a:ext cx="349853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1" name="矩形 410">
            <a:extLst>
              <a:ext uri="{FF2B5EF4-FFF2-40B4-BE49-F238E27FC236}">
                <a16:creationId xmlns:a16="http://schemas.microsoft.com/office/drawing/2014/main" id="{55FB2E20-AE00-D8A4-7CA1-B1E62A8FD4D8}"/>
              </a:ext>
            </a:extLst>
          </p:cNvPr>
          <p:cNvSpPr/>
          <p:nvPr/>
        </p:nvSpPr>
        <p:spPr>
          <a:xfrm>
            <a:off x="3280791" y="3193872"/>
            <a:ext cx="538294" cy="1753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</a:t>
            </a:r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16" name="直接箭头连接符 415">
            <a:extLst>
              <a:ext uri="{FF2B5EF4-FFF2-40B4-BE49-F238E27FC236}">
                <a16:creationId xmlns:a16="http://schemas.microsoft.com/office/drawing/2014/main" id="{A1870D33-C7BF-CFD4-D083-8B9279911542}"/>
              </a:ext>
            </a:extLst>
          </p:cNvPr>
          <p:cNvCxnSpPr>
            <a:cxnSpLocks/>
            <a:stCxn id="411" idx="3"/>
            <a:endCxn id="422" idx="2"/>
          </p:cNvCxnSpPr>
          <p:nvPr/>
        </p:nvCxnSpPr>
        <p:spPr>
          <a:xfrm>
            <a:off x="3819085" y="3281570"/>
            <a:ext cx="35552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9" name="直接连接符 418">
            <a:extLst>
              <a:ext uri="{FF2B5EF4-FFF2-40B4-BE49-F238E27FC236}">
                <a16:creationId xmlns:a16="http://schemas.microsoft.com/office/drawing/2014/main" id="{4C53C1FC-9CDD-6252-3B1C-6AAC6AB34784}"/>
              </a:ext>
            </a:extLst>
          </p:cNvPr>
          <p:cNvCxnSpPr>
            <a:cxnSpLocks/>
            <a:endCxn id="422" idx="0"/>
          </p:cNvCxnSpPr>
          <p:nvPr/>
        </p:nvCxnSpPr>
        <p:spPr>
          <a:xfrm flipH="1">
            <a:off x="4247960" y="2884209"/>
            <a:ext cx="1217" cy="32473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1" name="组合 420">
            <a:extLst>
              <a:ext uri="{FF2B5EF4-FFF2-40B4-BE49-F238E27FC236}">
                <a16:creationId xmlns:a16="http://schemas.microsoft.com/office/drawing/2014/main" id="{688583F7-3DA4-766B-F944-01DFB590CB29}"/>
              </a:ext>
            </a:extLst>
          </p:cNvPr>
          <p:cNvGrpSpPr/>
          <p:nvPr/>
        </p:nvGrpSpPr>
        <p:grpSpPr>
          <a:xfrm>
            <a:off x="4174607" y="3208943"/>
            <a:ext cx="146706" cy="145254"/>
            <a:chOff x="3044767" y="2832724"/>
            <a:chExt cx="146706" cy="145254"/>
          </a:xfrm>
        </p:grpSpPr>
        <p:sp>
          <p:nvSpPr>
            <p:cNvPr id="422" name="椭圆 421">
              <a:extLst>
                <a:ext uri="{FF2B5EF4-FFF2-40B4-BE49-F238E27FC236}">
                  <a16:creationId xmlns:a16="http://schemas.microsoft.com/office/drawing/2014/main" id="{68EA6179-49EB-CD05-9097-4D9972D27BDB}"/>
                </a:ext>
              </a:extLst>
            </p:cNvPr>
            <p:cNvSpPr/>
            <p:nvPr/>
          </p:nvSpPr>
          <p:spPr>
            <a:xfrm>
              <a:off x="3044767" y="2832724"/>
              <a:ext cx="146706" cy="14525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23" name="直接连接符 422">
              <a:extLst>
                <a:ext uri="{FF2B5EF4-FFF2-40B4-BE49-F238E27FC236}">
                  <a16:creationId xmlns:a16="http://schemas.microsoft.com/office/drawing/2014/main" id="{DB1988CB-83AA-A572-55A3-735BA23A5172}"/>
                </a:ext>
              </a:extLst>
            </p:cNvPr>
            <p:cNvCxnSpPr>
              <a:stCxn id="422" idx="0"/>
              <a:endCxn id="422" idx="4"/>
            </p:cNvCxnSpPr>
            <p:nvPr/>
          </p:nvCxnSpPr>
          <p:spPr>
            <a:xfrm>
              <a:off x="3118120" y="2832724"/>
              <a:ext cx="0" cy="14525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直接连接符 423">
              <a:extLst>
                <a:ext uri="{FF2B5EF4-FFF2-40B4-BE49-F238E27FC236}">
                  <a16:creationId xmlns:a16="http://schemas.microsoft.com/office/drawing/2014/main" id="{E2597CE8-27EB-F6E4-C570-BAE164B69D11}"/>
                </a:ext>
              </a:extLst>
            </p:cNvPr>
            <p:cNvCxnSpPr>
              <a:stCxn id="422" idx="2"/>
              <a:endCxn id="422" idx="6"/>
            </p:cNvCxnSpPr>
            <p:nvPr/>
          </p:nvCxnSpPr>
          <p:spPr>
            <a:xfrm>
              <a:off x="3044767" y="2905351"/>
              <a:ext cx="14670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27" name="直接连接符 426">
            <a:extLst>
              <a:ext uri="{FF2B5EF4-FFF2-40B4-BE49-F238E27FC236}">
                <a16:creationId xmlns:a16="http://schemas.microsoft.com/office/drawing/2014/main" id="{42C9876D-0AD9-D0BC-9F2B-A1B3D21AE12B}"/>
              </a:ext>
            </a:extLst>
          </p:cNvPr>
          <p:cNvCxnSpPr>
            <a:cxnSpLocks/>
          </p:cNvCxnSpPr>
          <p:nvPr/>
        </p:nvCxnSpPr>
        <p:spPr>
          <a:xfrm flipH="1">
            <a:off x="2930938" y="3506499"/>
            <a:ext cx="131702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4" name="直接箭头连接符 433">
            <a:extLst>
              <a:ext uri="{FF2B5EF4-FFF2-40B4-BE49-F238E27FC236}">
                <a16:creationId xmlns:a16="http://schemas.microsoft.com/office/drawing/2014/main" id="{371C38F3-127B-F664-43A7-CE4E352C6ABB}"/>
              </a:ext>
            </a:extLst>
          </p:cNvPr>
          <p:cNvCxnSpPr>
            <a:endCxn id="422" idx="4"/>
          </p:cNvCxnSpPr>
          <p:nvPr/>
        </p:nvCxnSpPr>
        <p:spPr>
          <a:xfrm flipV="1">
            <a:off x="4247960" y="3354197"/>
            <a:ext cx="0" cy="15230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1" name="直接箭头连接符 450">
            <a:extLst>
              <a:ext uri="{FF2B5EF4-FFF2-40B4-BE49-F238E27FC236}">
                <a16:creationId xmlns:a16="http://schemas.microsoft.com/office/drawing/2014/main" id="{71E2112B-8508-49FA-D52C-99D34461812C}"/>
              </a:ext>
            </a:extLst>
          </p:cNvPr>
          <p:cNvCxnSpPr>
            <a:cxnSpLocks/>
            <a:endCxn id="452" idx="1"/>
          </p:cNvCxnSpPr>
          <p:nvPr/>
        </p:nvCxnSpPr>
        <p:spPr>
          <a:xfrm>
            <a:off x="4317594" y="3281570"/>
            <a:ext cx="349853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2" name="矩形 451">
            <a:extLst>
              <a:ext uri="{FF2B5EF4-FFF2-40B4-BE49-F238E27FC236}">
                <a16:creationId xmlns:a16="http://schemas.microsoft.com/office/drawing/2014/main" id="{700EA1A4-5D68-935C-F1B3-9B07F08A148B}"/>
              </a:ext>
            </a:extLst>
          </p:cNvPr>
          <p:cNvSpPr/>
          <p:nvPr/>
        </p:nvSpPr>
        <p:spPr>
          <a:xfrm>
            <a:off x="4667447" y="3193872"/>
            <a:ext cx="538294" cy="1753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</a:t>
            </a:r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53" name="直接箭头连接符 452">
            <a:extLst>
              <a:ext uri="{FF2B5EF4-FFF2-40B4-BE49-F238E27FC236}">
                <a16:creationId xmlns:a16="http://schemas.microsoft.com/office/drawing/2014/main" id="{F4416FC2-67D4-C7D7-EBD0-BA8839B96A3E}"/>
              </a:ext>
            </a:extLst>
          </p:cNvPr>
          <p:cNvCxnSpPr>
            <a:cxnSpLocks/>
            <a:stCxn id="452" idx="3"/>
            <a:endCxn id="456" idx="2"/>
          </p:cNvCxnSpPr>
          <p:nvPr/>
        </p:nvCxnSpPr>
        <p:spPr>
          <a:xfrm>
            <a:off x="5205741" y="3281570"/>
            <a:ext cx="255183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4" name="直接连接符 453">
            <a:extLst>
              <a:ext uri="{FF2B5EF4-FFF2-40B4-BE49-F238E27FC236}">
                <a16:creationId xmlns:a16="http://schemas.microsoft.com/office/drawing/2014/main" id="{9743DAE2-6FB3-1CC4-AAFC-6A95370DED4F}"/>
              </a:ext>
            </a:extLst>
          </p:cNvPr>
          <p:cNvCxnSpPr>
            <a:cxnSpLocks/>
            <a:endCxn id="456" idx="0"/>
          </p:cNvCxnSpPr>
          <p:nvPr/>
        </p:nvCxnSpPr>
        <p:spPr>
          <a:xfrm flipH="1">
            <a:off x="5534277" y="2884209"/>
            <a:ext cx="1217" cy="32473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5" name="组合 454">
            <a:extLst>
              <a:ext uri="{FF2B5EF4-FFF2-40B4-BE49-F238E27FC236}">
                <a16:creationId xmlns:a16="http://schemas.microsoft.com/office/drawing/2014/main" id="{34978E36-91EA-3384-EA2F-12929A83ABAE}"/>
              </a:ext>
            </a:extLst>
          </p:cNvPr>
          <p:cNvGrpSpPr/>
          <p:nvPr/>
        </p:nvGrpSpPr>
        <p:grpSpPr>
          <a:xfrm>
            <a:off x="5460924" y="3208943"/>
            <a:ext cx="146706" cy="145254"/>
            <a:chOff x="3044767" y="2832724"/>
            <a:chExt cx="146706" cy="145254"/>
          </a:xfrm>
        </p:grpSpPr>
        <p:sp>
          <p:nvSpPr>
            <p:cNvPr id="456" name="椭圆 455">
              <a:extLst>
                <a:ext uri="{FF2B5EF4-FFF2-40B4-BE49-F238E27FC236}">
                  <a16:creationId xmlns:a16="http://schemas.microsoft.com/office/drawing/2014/main" id="{28FDDBF9-2066-7F18-42A7-A8F789DB5DCD}"/>
                </a:ext>
              </a:extLst>
            </p:cNvPr>
            <p:cNvSpPr/>
            <p:nvPr/>
          </p:nvSpPr>
          <p:spPr>
            <a:xfrm>
              <a:off x="3044767" y="2832724"/>
              <a:ext cx="146706" cy="14525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57" name="直接连接符 456">
              <a:extLst>
                <a:ext uri="{FF2B5EF4-FFF2-40B4-BE49-F238E27FC236}">
                  <a16:creationId xmlns:a16="http://schemas.microsoft.com/office/drawing/2014/main" id="{B2502223-B8F2-3366-F918-D5BBBC3AA413}"/>
                </a:ext>
              </a:extLst>
            </p:cNvPr>
            <p:cNvCxnSpPr>
              <a:stCxn id="456" idx="0"/>
              <a:endCxn id="456" idx="4"/>
            </p:cNvCxnSpPr>
            <p:nvPr/>
          </p:nvCxnSpPr>
          <p:spPr>
            <a:xfrm>
              <a:off x="3118120" y="2832724"/>
              <a:ext cx="0" cy="14525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8" name="直接连接符 457">
              <a:extLst>
                <a:ext uri="{FF2B5EF4-FFF2-40B4-BE49-F238E27FC236}">
                  <a16:creationId xmlns:a16="http://schemas.microsoft.com/office/drawing/2014/main" id="{7BDA7599-C450-8D49-5314-A772A8A5D727}"/>
                </a:ext>
              </a:extLst>
            </p:cNvPr>
            <p:cNvCxnSpPr>
              <a:stCxn id="456" idx="2"/>
              <a:endCxn id="456" idx="6"/>
            </p:cNvCxnSpPr>
            <p:nvPr/>
          </p:nvCxnSpPr>
          <p:spPr>
            <a:xfrm>
              <a:off x="3044767" y="2905351"/>
              <a:ext cx="14670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60" name="直接箭头连接符 459">
            <a:extLst>
              <a:ext uri="{FF2B5EF4-FFF2-40B4-BE49-F238E27FC236}">
                <a16:creationId xmlns:a16="http://schemas.microsoft.com/office/drawing/2014/main" id="{5990A63D-4AF5-CE17-CC91-DAD08B09BCB2}"/>
              </a:ext>
            </a:extLst>
          </p:cNvPr>
          <p:cNvCxnSpPr>
            <a:endCxn id="456" idx="4"/>
          </p:cNvCxnSpPr>
          <p:nvPr/>
        </p:nvCxnSpPr>
        <p:spPr>
          <a:xfrm flipV="1">
            <a:off x="5534277" y="3354197"/>
            <a:ext cx="0" cy="15230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3" name="直接连接符 462">
            <a:extLst>
              <a:ext uri="{FF2B5EF4-FFF2-40B4-BE49-F238E27FC236}">
                <a16:creationId xmlns:a16="http://schemas.microsoft.com/office/drawing/2014/main" id="{F7E7A382-3157-D5C3-830B-1EA6B64A6127}"/>
              </a:ext>
            </a:extLst>
          </p:cNvPr>
          <p:cNvCxnSpPr>
            <a:cxnSpLocks/>
          </p:cNvCxnSpPr>
          <p:nvPr/>
        </p:nvCxnSpPr>
        <p:spPr>
          <a:xfrm>
            <a:off x="4412173" y="3281570"/>
            <a:ext cx="92" cy="22492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3" name="矩形 482">
            <a:extLst>
              <a:ext uri="{FF2B5EF4-FFF2-40B4-BE49-F238E27FC236}">
                <a16:creationId xmlns:a16="http://schemas.microsoft.com/office/drawing/2014/main" id="{02EDF6B1-C385-0E79-A077-08095E1BB214}"/>
              </a:ext>
            </a:extLst>
          </p:cNvPr>
          <p:cNvSpPr/>
          <p:nvPr/>
        </p:nvSpPr>
        <p:spPr>
          <a:xfrm>
            <a:off x="6387143" y="3202844"/>
            <a:ext cx="538294" cy="1753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</a:t>
            </a:r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84" name="直接箭头连接符 483">
            <a:extLst>
              <a:ext uri="{FF2B5EF4-FFF2-40B4-BE49-F238E27FC236}">
                <a16:creationId xmlns:a16="http://schemas.microsoft.com/office/drawing/2014/main" id="{117E10A7-A1BB-1609-0AC8-4DE43A98F4F2}"/>
              </a:ext>
            </a:extLst>
          </p:cNvPr>
          <p:cNvCxnSpPr>
            <a:cxnSpLocks/>
            <a:stCxn id="483" idx="3"/>
            <a:endCxn id="487" idx="2"/>
          </p:cNvCxnSpPr>
          <p:nvPr/>
        </p:nvCxnSpPr>
        <p:spPr>
          <a:xfrm>
            <a:off x="6925437" y="3290542"/>
            <a:ext cx="151602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5" name="直接连接符 484">
            <a:extLst>
              <a:ext uri="{FF2B5EF4-FFF2-40B4-BE49-F238E27FC236}">
                <a16:creationId xmlns:a16="http://schemas.microsoft.com/office/drawing/2014/main" id="{C702806B-5393-BAC6-57E6-4CB8B3096E74}"/>
              </a:ext>
            </a:extLst>
          </p:cNvPr>
          <p:cNvCxnSpPr>
            <a:cxnSpLocks/>
            <a:endCxn id="487" idx="0"/>
          </p:cNvCxnSpPr>
          <p:nvPr/>
        </p:nvCxnSpPr>
        <p:spPr>
          <a:xfrm flipH="1">
            <a:off x="7150392" y="2893182"/>
            <a:ext cx="1217" cy="32473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6" name="组合 485">
            <a:extLst>
              <a:ext uri="{FF2B5EF4-FFF2-40B4-BE49-F238E27FC236}">
                <a16:creationId xmlns:a16="http://schemas.microsoft.com/office/drawing/2014/main" id="{833B04F7-9474-AF57-389D-8569F76E9267}"/>
              </a:ext>
            </a:extLst>
          </p:cNvPr>
          <p:cNvGrpSpPr/>
          <p:nvPr/>
        </p:nvGrpSpPr>
        <p:grpSpPr>
          <a:xfrm>
            <a:off x="7077039" y="3217916"/>
            <a:ext cx="146706" cy="145254"/>
            <a:chOff x="3044767" y="2832724"/>
            <a:chExt cx="146706" cy="145254"/>
          </a:xfrm>
        </p:grpSpPr>
        <p:sp>
          <p:nvSpPr>
            <p:cNvPr id="487" name="椭圆 486">
              <a:extLst>
                <a:ext uri="{FF2B5EF4-FFF2-40B4-BE49-F238E27FC236}">
                  <a16:creationId xmlns:a16="http://schemas.microsoft.com/office/drawing/2014/main" id="{BABE5AAC-C972-90E9-9CE4-FEE7AA22B7CB}"/>
                </a:ext>
              </a:extLst>
            </p:cNvPr>
            <p:cNvSpPr/>
            <p:nvPr/>
          </p:nvSpPr>
          <p:spPr>
            <a:xfrm>
              <a:off x="3044767" y="2832724"/>
              <a:ext cx="146706" cy="14525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88" name="直接连接符 487">
              <a:extLst>
                <a:ext uri="{FF2B5EF4-FFF2-40B4-BE49-F238E27FC236}">
                  <a16:creationId xmlns:a16="http://schemas.microsoft.com/office/drawing/2014/main" id="{5E24DAD6-9F9C-8799-9930-7C6EBF83480F}"/>
                </a:ext>
              </a:extLst>
            </p:cNvPr>
            <p:cNvCxnSpPr>
              <a:stCxn id="487" idx="0"/>
              <a:endCxn id="487" idx="4"/>
            </p:cNvCxnSpPr>
            <p:nvPr/>
          </p:nvCxnSpPr>
          <p:spPr>
            <a:xfrm>
              <a:off x="3118120" y="2832724"/>
              <a:ext cx="0" cy="14525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9" name="直接连接符 488">
              <a:extLst>
                <a:ext uri="{FF2B5EF4-FFF2-40B4-BE49-F238E27FC236}">
                  <a16:creationId xmlns:a16="http://schemas.microsoft.com/office/drawing/2014/main" id="{CFD7A369-176B-5495-6B05-B5A50CF4A2B0}"/>
                </a:ext>
              </a:extLst>
            </p:cNvPr>
            <p:cNvCxnSpPr>
              <a:stCxn id="487" idx="2"/>
              <a:endCxn id="487" idx="6"/>
            </p:cNvCxnSpPr>
            <p:nvPr/>
          </p:nvCxnSpPr>
          <p:spPr>
            <a:xfrm>
              <a:off x="3044767" y="2905351"/>
              <a:ext cx="14670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91" name="直接箭头连接符 490">
            <a:extLst>
              <a:ext uri="{FF2B5EF4-FFF2-40B4-BE49-F238E27FC236}">
                <a16:creationId xmlns:a16="http://schemas.microsoft.com/office/drawing/2014/main" id="{0B511A65-A220-1C1E-FAB9-B72FB5836F9B}"/>
              </a:ext>
            </a:extLst>
          </p:cNvPr>
          <p:cNvCxnSpPr>
            <a:cxnSpLocks/>
            <a:endCxn id="487" idx="4"/>
          </p:cNvCxnSpPr>
          <p:nvPr/>
        </p:nvCxnSpPr>
        <p:spPr>
          <a:xfrm flipV="1">
            <a:off x="7150392" y="3363170"/>
            <a:ext cx="0" cy="16099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2" name="直接连接符 491">
            <a:extLst>
              <a:ext uri="{FF2B5EF4-FFF2-40B4-BE49-F238E27FC236}">
                <a16:creationId xmlns:a16="http://schemas.microsoft.com/office/drawing/2014/main" id="{0DCCAEB3-6D48-9788-D7DD-54BF12EE81E4}"/>
              </a:ext>
            </a:extLst>
          </p:cNvPr>
          <p:cNvCxnSpPr>
            <a:cxnSpLocks/>
          </p:cNvCxnSpPr>
          <p:nvPr/>
        </p:nvCxnSpPr>
        <p:spPr>
          <a:xfrm>
            <a:off x="6085943" y="3337540"/>
            <a:ext cx="0" cy="18001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3" name="直接箭头连接符 492">
            <a:extLst>
              <a:ext uri="{FF2B5EF4-FFF2-40B4-BE49-F238E27FC236}">
                <a16:creationId xmlns:a16="http://schemas.microsoft.com/office/drawing/2014/main" id="{C0A4925E-8FB9-1C38-AF1B-F41853D3DD30}"/>
              </a:ext>
            </a:extLst>
          </p:cNvPr>
          <p:cNvCxnSpPr>
            <a:cxnSpLocks/>
            <a:endCxn id="483" idx="1"/>
          </p:cNvCxnSpPr>
          <p:nvPr/>
        </p:nvCxnSpPr>
        <p:spPr>
          <a:xfrm>
            <a:off x="6218712" y="3290542"/>
            <a:ext cx="168431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4" name="文本框 503">
            <a:extLst>
              <a:ext uri="{FF2B5EF4-FFF2-40B4-BE49-F238E27FC236}">
                <a16:creationId xmlns:a16="http://schemas.microsoft.com/office/drawing/2014/main" id="{4347966A-438C-3646-EB07-F71EC6E43368}"/>
              </a:ext>
            </a:extLst>
          </p:cNvPr>
          <p:cNvSpPr txBox="1"/>
          <p:nvPr/>
        </p:nvSpPr>
        <p:spPr>
          <a:xfrm>
            <a:off x="6118751" y="1479151"/>
            <a:ext cx="3596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05" name="直接箭头连接符 504">
            <a:extLst>
              <a:ext uri="{FF2B5EF4-FFF2-40B4-BE49-F238E27FC236}">
                <a16:creationId xmlns:a16="http://schemas.microsoft.com/office/drawing/2014/main" id="{92666645-2AE9-F544-BD40-CEF797A15A92}"/>
              </a:ext>
            </a:extLst>
          </p:cNvPr>
          <p:cNvCxnSpPr>
            <a:cxnSpLocks/>
          </p:cNvCxnSpPr>
          <p:nvPr/>
        </p:nvCxnSpPr>
        <p:spPr>
          <a:xfrm>
            <a:off x="6462234" y="1759847"/>
            <a:ext cx="392017" cy="4658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" name="直接箭头连接符 513">
            <a:extLst>
              <a:ext uri="{FF2B5EF4-FFF2-40B4-BE49-F238E27FC236}">
                <a16:creationId xmlns:a16="http://schemas.microsoft.com/office/drawing/2014/main" id="{6308BC67-1598-D83B-3D7E-873BCBEC00A1}"/>
              </a:ext>
            </a:extLst>
          </p:cNvPr>
          <p:cNvCxnSpPr>
            <a:cxnSpLocks/>
            <a:stCxn id="456" idx="6"/>
          </p:cNvCxnSpPr>
          <p:nvPr/>
        </p:nvCxnSpPr>
        <p:spPr>
          <a:xfrm>
            <a:off x="5607630" y="3281570"/>
            <a:ext cx="325639" cy="405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9" name="文本框 518">
            <a:extLst>
              <a:ext uri="{FF2B5EF4-FFF2-40B4-BE49-F238E27FC236}">
                <a16:creationId xmlns:a16="http://schemas.microsoft.com/office/drawing/2014/main" id="{A0428FB0-96BB-BF90-5A96-305C235273D8}"/>
              </a:ext>
            </a:extLst>
          </p:cNvPr>
          <p:cNvSpPr txBox="1"/>
          <p:nvPr/>
        </p:nvSpPr>
        <p:spPr>
          <a:xfrm>
            <a:off x="5900837" y="3013344"/>
            <a:ext cx="3596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21" name="直接箭头连接符 520">
            <a:extLst>
              <a:ext uri="{FF2B5EF4-FFF2-40B4-BE49-F238E27FC236}">
                <a16:creationId xmlns:a16="http://schemas.microsoft.com/office/drawing/2014/main" id="{A3D89AC9-E5E6-74D5-2ADD-7AA8FB9B9A92}"/>
              </a:ext>
            </a:extLst>
          </p:cNvPr>
          <p:cNvCxnSpPr>
            <a:cxnSpLocks/>
            <a:stCxn id="487" idx="6"/>
            <a:endCxn id="525" idx="1"/>
          </p:cNvCxnSpPr>
          <p:nvPr/>
        </p:nvCxnSpPr>
        <p:spPr>
          <a:xfrm flipV="1">
            <a:off x="7223745" y="3290542"/>
            <a:ext cx="193525" cy="1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5" name="矩形 524">
            <a:extLst>
              <a:ext uri="{FF2B5EF4-FFF2-40B4-BE49-F238E27FC236}">
                <a16:creationId xmlns:a16="http://schemas.microsoft.com/office/drawing/2014/main" id="{A724E4BD-7A2F-2DBE-CB71-F97D7201F308}"/>
              </a:ext>
            </a:extLst>
          </p:cNvPr>
          <p:cNvSpPr/>
          <p:nvPr/>
        </p:nvSpPr>
        <p:spPr>
          <a:xfrm>
            <a:off x="7417270" y="3202844"/>
            <a:ext cx="538294" cy="1753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</a:t>
            </a:r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0" name="文本框 529">
            <a:extLst>
              <a:ext uri="{FF2B5EF4-FFF2-40B4-BE49-F238E27FC236}">
                <a16:creationId xmlns:a16="http://schemas.microsoft.com/office/drawing/2014/main" id="{3A113F46-EA2D-83A1-309E-9ECB9FC9D7C9}"/>
              </a:ext>
            </a:extLst>
          </p:cNvPr>
          <p:cNvSpPr txBox="1"/>
          <p:nvPr/>
        </p:nvSpPr>
        <p:spPr>
          <a:xfrm>
            <a:off x="8009921" y="3277943"/>
            <a:ext cx="10592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 &amp; Reshape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4" name="矩形 533">
            <a:extLst>
              <a:ext uri="{FF2B5EF4-FFF2-40B4-BE49-F238E27FC236}">
                <a16:creationId xmlns:a16="http://schemas.microsoft.com/office/drawing/2014/main" id="{1C4708F1-EE8F-6F51-48F4-D4A48A8645F6}"/>
              </a:ext>
            </a:extLst>
          </p:cNvPr>
          <p:cNvSpPr/>
          <p:nvPr/>
        </p:nvSpPr>
        <p:spPr>
          <a:xfrm rot="16200000">
            <a:off x="9570635" y="2133648"/>
            <a:ext cx="143094" cy="1147652"/>
          </a:xfrm>
          <a:prstGeom prst="rect">
            <a:avLst/>
          </a:prstGeom>
          <a:solidFill>
            <a:srgbClr val="FCDFC8"/>
          </a:solidFill>
          <a:ln w="381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5" name="矩形 534">
            <a:extLst>
              <a:ext uri="{FF2B5EF4-FFF2-40B4-BE49-F238E27FC236}">
                <a16:creationId xmlns:a16="http://schemas.microsoft.com/office/drawing/2014/main" id="{84F87AF4-71A2-116A-4DC1-97F0C8D65E20}"/>
              </a:ext>
            </a:extLst>
          </p:cNvPr>
          <p:cNvSpPr/>
          <p:nvPr/>
        </p:nvSpPr>
        <p:spPr>
          <a:xfrm rot="16200000">
            <a:off x="9570636" y="2141913"/>
            <a:ext cx="143094" cy="661247"/>
          </a:xfrm>
          <a:prstGeom prst="rect">
            <a:avLst/>
          </a:prstGeom>
          <a:solidFill>
            <a:srgbClr val="FCDFC8"/>
          </a:solidFill>
          <a:ln w="381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6" name="矩形 535">
            <a:extLst>
              <a:ext uri="{FF2B5EF4-FFF2-40B4-BE49-F238E27FC236}">
                <a16:creationId xmlns:a16="http://schemas.microsoft.com/office/drawing/2014/main" id="{90807F3C-16ED-CBF9-37ED-8D21E290E910}"/>
              </a:ext>
            </a:extLst>
          </p:cNvPr>
          <p:cNvSpPr/>
          <p:nvPr/>
        </p:nvSpPr>
        <p:spPr>
          <a:xfrm rot="16200000">
            <a:off x="9559922" y="2032073"/>
            <a:ext cx="143094" cy="358750"/>
          </a:xfrm>
          <a:prstGeom prst="rect">
            <a:avLst/>
          </a:prstGeom>
          <a:solidFill>
            <a:srgbClr val="FCDFC8"/>
          </a:solidFill>
          <a:ln w="381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7" name="矩形 536">
            <a:extLst>
              <a:ext uri="{FF2B5EF4-FFF2-40B4-BE49-F238E27FC236}">
                <a16:creationId xmlns:a16="http://schemas.microsoft.com/office/drawing/2014/main" id="{2F4F4470-A975-1F5D-CE92-97643F4E1724}"/>
              </a:ext>
            </a:extLst>
          </p:cNvPr>
          <p:cNvSpPr/>
          <p:nvPr/>
        </p:nvSpPr>
        <p:spPr>
          <a:xfrm rot="16200000">
            <a:off x="9555185" y="1897952"/>
            <a:ext cx="143094" cy="179373"/>
          </a:xfrm>
          <a:prstGeom prst="rect">
            <a:avLst/>
          </a:prstGeom>
          <a:solidFill>
            <a:srgbClr val="FCDFC8"/>
          </a:solidFill>
          <a:ln w="381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39" name="直接连接符 538">
            <a:extLst>
              <a:ext uri="{FF2B5EF4-FFF2-40B4-BE49-F238E27FC236}">
                <a16:creationId xmlns:a16="http://schemas.microsoft.com/office/drawing/2014/main" id="{5CB97523-D250-4755-8C83-D18EFFC1B44A}"/>
              </a:ext>
            </a:extLst>
          </p:cNvPr>
          <p:cNvCxnSpPr>
            <a:cxnSpLocks/>
          </p:cNvCxnSpPr>
          <p:nvPr/>
        </p:nvCxnSpPr>
        <p:spPr>
          <a:xfrm>
            <a:off x="7951754" y="3290542"/>
            <a:ext cx="96731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9" name="直接连接符 548">
            <a:extLst>
              <a:ext uri="{FF2B5EF4-FFF2-40B4-BE49-F238E27FC236}">
                <a16:creationId xmlns:a16="http://schemas.microsoft.com/office/drawing/2014/main" id="{39C31B14-D273-AAF8-BC16-6CAC5ABD7324}"/>
              </a:ext>
            </a:extLst>
          </p:cNvPr>
          <p:cNvCxnSpPr>
            <a:cxnSpLocks/>
          </p:cNvCxnSpPr>
          <p:nvPr/>
        </p:nvCxnSpPr>
        <p:spPr>
          <a:xfrm flipH="1">
            <a:off x="2930938" y="911009"/>
            <a:ext cx="520969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57" name="组合 556">
            <a:extLst>
              <a:ext uri="{FF2B5EF4-FFF2-40B4-BE49-F238E27FC236}">
                <a16:creationId xmlns:a16="http://schemas.microsoft.com/office/drawing/2014/main" id="{32628488-97F4-808B-0461-955AFEA6AFE2}"/>
              </a:ext>
            </a:extLst>
          </p:cNvPr>
          <p:cNvGrpSpPr/>
          <p:nvPr/>
        </p:nvGrpSpPr>
        <p:grpSpPr>
          <a:xfrm>
            <a:off x="8067031" y="2639560"/>
            <a:ext cx="146706" cy="145254"/>
            <a:chOff x="3044767" y="2832724"/>
            <a:chExt cx="146706" cy="145254"/>
          </a:xfrm>
        </p:grpSpPr>
        <p:sp>
          <p:nvSpPr>
            <p:cNvPr id="558" name="椭圆 557">
              <a:extLst>
                <a:ext uri="{FF2B5EF4-FFF2-40B4-BE49-F238E27FC236}">
                  <a16:creationId xmlns:a16="http://schemas.microsoft.com/office/drawing/2014/main" id="{2BEF0007-BE22-B187-AAAF-6CDEFF7A969E}"/>
                </a:ext>
              </a:extLst>
            </p:cNvPr>
            <p:cNvSpPr/>
            <p:nvPr/>
          </p:nvSpPr>
          <p:spPr>
            <a:xfrm>
              <a:off x="3044767" y="2832724"/>
              <a:ext cx="146706" cy="14525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559" name="直接连接符 558">
              <a:extLst>
                <a:ext uri="{FF2B5EF4-FFF2-40B4-BE49-F238E27FC236}">
                  <a16:creationId xmlns:a16="http://schemas.microsoft.com/office/drawing/2014/main" id="{6CB4A802-F87C-8D78-26E1-191964F46F84}"/>
                </a:ext>
              </a:extLst>
            </p:cNvPr>
            <p:cNvCxnSpPr>
              <a:stCxn id="558" idx="0"/>
              <a:endCxn id="558" idx="4"/>
            </p:cNvCxnSpPr>
            <p:nvPr/>
          </p:nvCxnSpPr>
          <p:spPr>
            <a:xfrm>
              <a:off x="3118120" y="2832724"/>
              <a:ext cx="0" cy="14525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0" name="直接连接符 559">
              <a:extLst>
                <a:ext uri="{FF2B5EF4-FFF2-40B4-BE49-F238E27FC236}">
                  <a16:creationId xmlns:a16="http://schemas.microsoft.com/office/drawing/2014/main" id="{643D2820-6F19-CEE7-79E4-854944B8751B}"/>
                </a:ext>
              </a:extLst>
            </p:cNvPr>
            <p:cNvCxnSpPr>
              <a:stCxn id="558" idx="2"/>
              <a:endCxn id="558" idx="6"/>
            </p:cNvCxnSpPr>
            <p:nvPr/>
          </p:nvCxnSpPr>
          <p:spPr>
            <a:xfrm>
              <a:off x="3044767" y="2905351"/>
              <a:ext cx="14670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61" name="直接箭头连接符 560">
            <a:extLst>
              <a:ext uri="{FF2B5EF4-FFF2-40B4-BE49-F238E27FC236}">
                <a16:creationId xmlns:a16="http://schemas.microsoft.com/office/drawing/2014/main" id="{05C5FD90-0315-92B4-793D-497B112013C7}"/>
              </a:ext>
            </a:extLst>
          </p:cNvPr>
          <p:cNvCxnSpPr>
            <a:cxnSpLocks/>
            <a:stCxn id="558" idx="6"/>
            <a:endCxn id="534" idx="0"/>
          </p:cNvCxnSpPr>
          <p:nvPr/>
        </p:nvCxnSpPr>
        <p:spPr>
          <a:xfrm flipV="1">
            <a:off x="8213737" y="2707474"/>
            <a:ext cx="854619" cy="4713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0" name="直接连接符 569">
            <a:extLst>
              <a:ext uri="{FF2B5EF4-FFF2-40B4-BE49-F238E27FC236}">
                <a16:creationId xmlns:a16="http://schemas.microsoft.com/office/drawing/2014/main" id="{FF31F72F-7FDD-5770-62A3-E555A00501BB}"/>
              </a:ext>
            </a:extLst>
          </p:cNvPr>
          <p:cNvCxnSpPr>
            <a:cxnSpLocks/>
          </p:cNvCxnSpPr>
          <p:nvPr/>
        </p:nvCxnSpPr>
        <p:spPr>
          <a:xfrm flipH="1">
            <a:off x="4236808" y="702656"/>
            <a:ext cx="416798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77" name="组合 576">
            <a:extLst>
              <a:ext uri="{FF2B5EF4-FFF2-40B4-BE49-F238E27FC236}">
                <a16:creationId xmlns:a16="http://schemas.microsoft.com/office/drawing/2014/main" id="{E3EF6443-51FB-E448-72E9-470139450CAC}"/>
              </a:ext>
            </a:extLst>
          </p:cNvPr>
          <p:cNvGrpSpPr/>
          <p:nvPr/>
        </p:nvGrpSpPr>
        <p:grpSpPr>
          <a:xfrm>
            <a:off x="8330142" y="2395498"/>
            <a:ext cx="146706" cy="145254"/>
            <a:chOff x="3044767" y="2832724"/>
            <a:chExt cx="146706" cy="145254"/>
          </a:xfrm>
        </p:grpSpPr>
        <p:sp>
          <p:nvSpPr>
            <p:cNvPr id="578" name="椭圆 577">
              <a:extLst>
                <a:ext uri="{FF2B5EF4-FFF2-40B4-BE49-F238E27FC236}">
                  <a16:creationId xmlns:a16="http://schemas.microsoft.com/office/drawing/2014/main" id="{6340524D-32A8-F801-DEB5-1200A1DB950B}"/>
                </a:ext>
              </a:extLst>
            </p:cNvPr>
            <p:cNvSpPr/>
            <p:nvPr/>
          </p:nvSpPr>
          <p:spPr>
            <a:xfrm>
              <a:off x="3044767" y="2832724"/>
              <a:ext cx="146706" cy="14525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579" name="直接连接符 578">
              <a:extLst>
                <a:ext uri="{FF2B5EF4-FFF2-40B4-BE49-F238E27FC236}">
                  <a16:creationId xmlns:a16="http://schemas.microsoft.com/office/drawing/2014/main" id="{FEB86852-A2F8-BF59-8B6A-31E7ED839248}"/>
                </a:ext>
              </a:extLst>
            </p:cNvPr>
            <p:cNvCxnSpPr>
              <a:stCxn id="578" idx="0"/>
              <a:endCxn id="578" idx="4"/>
            </p:cNvCxnSpPr>
            <p:nvPr/>
          </p:nvCxnSpPr>
          <p:spPr>
            <a:xfrm>
              <a:off x="3118120" y="2832724"/>
              <a:ext cx="0" cy="14525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0" name="直接连接符 579">
              <a:extLst>
                <a:ext uri="{FF2B5EF4-FFF2-40B4-BE49-F238E27FC236}">
                  <a16:creationId xmlns:a16="http://schemas.microsoft.com/office/drawing/2014/main" id="{560A8E49-4129-C1CE-84A9-655A391F0FC1}"/>
                </a:ext>
              </a:extLst>
            </p:cNvPr>
            <p:cNvCxnSpPr>
              <a:stCxn id="578" idx="2"/>
              <a:endCxn id="578" idx="6"/>
            </p:cNvCxnSpPr>
            <p:nvPr/>
          </p:nvCxnSpPr>
          <p:spPr>
            <a:xfrm>
              <a:off x="3044767" y="2905351"/>
              <a:ext cx="14670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81" name="直接箭头连接符 580">
            <a:extLst>
              <a:ext uri="{FF2B5EF4-FFF2-40B4-BE49-F238E27FC236}">
                <a16:creationId xmlns:a16="http://schemas.microsoft.com/office/drawing/2014/main" id="{F09E92F0-2E87-50D1-7BAE-9E245703D7AB}"/>
              </a:ext>
            </a:extLst>
          </p:cNvPr>
          <p:cNvCxnSpPr>
            <a:cxnSpLocks/>
            <a:stCxn id="578" idx="6"/>
            <a:endCxn id="535" idx="0"/>
          </p:cNvCxnSpPr>
          <p:nvPr/>
        </p:nvCxnSpPr>
        <p:spPr>
          <a:xfrm>
            <a:off x="8476848" y="2468125"/>
            <a:ext cx="834712" cy="4412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4" name="直接连接符 583">
            <a:extLst>
              <a:ext uri="{FF2B5EF4-FFF2-40B4-BE49-F238E27FC236}">
                <a16:creationId xmlns:a16="http://schemas.microsoft.com/office/drawing/2014/main" id="{7C32A4A9-FE81-298D-E507-8E2CA119B671}"/>
              </a:ext>
            </a:extLst>
          </p:cNvPr>
          <p:cNvCxnSpPr>
            <a:cxnSpLocks/>
          </p:cNvCxnSpPr>
          <p:nvPr/>
        </p:nvCxnSpPr>
        <p:spPr>
          <a:xfrm flipV="1">
            <a:off x="5534277" y="523759"/>
            <a:ext cx="0" cy="114067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7" name="直接连接符 586">
            <a:extLst>
              <a:ext uri="{FF2B5EF4-FFF2-40B4-BE49-F238E27FC236}">
                <a16:creationId xmlns:a16="http://schemas.microsoft.com/office/drawing/2014/main" id="{02F80C9C-3D61-0697-219D-E4E281C6AC57}"/>
              </a:ext>
            </a:extLst>
          </p:cNvPr>
          <p:cNvCxnSpPr>
            <a:cxnSpLocks/>
          </p:cNvCxnSpPr>
          <p:nvPr/>
        </p:nvCxnSpPr>
        <p:spPr>
          <a:xfrm flipH="1">
            <a:off x="5537927" y="525930"/>
            <a:ext cx="311375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95" name="组合 594">
            <a:extLst>
              <a:ext uri="{FF2B5EF4-FFF2-40B4-BE49-F238E27FC236}">
                <a16:creationId xmlns:a16="http://schemas.microsoft.com/office/drawing/2014/main" id="{2479D51C-4CA5-49E7-4DD5-9DD0802A0289}"/>
              </a:ext>
            </a:extLst>
          </p:cNvPr>
          <p:cNvGrpSpPr/>
          <p:nvPr/>
        </p:nvGrpSpPr>
        <p:grpSpPr>
          <a:xfrm>
            <a:off x="8579149" y="2131523"/>
            <a:ext cx="146706" cy="145254"/>
            <a:chOff x="3044767" y="2832724"/>
            <a:chExt cx="146706" cy="145254"/>
          </a:xfrm>
        </p:grpSpPr>
        <p:sp>
          <p:nvSpPr>
            <p:cNvPr id="596" name="椭圆 595">
              <a:extLst>
                <a:ext uri="{FF2B5EF4-FFF2-40B4-BE49-F238E27FC236}">
                  <a16:creationId xmlns:a16="http://schemas.microsoft.com/office/drawing/2014/main" id="{B6BA4CF5-9693-61C6-435F-F4C2BD420E3F}"/>
                </a:ext>
              </a:extLst>
            </p:cNvPr>
            <p:cNvSpPr/>
            <p:nvPr/>
          </p:nvSpPr>
          <p:spPr>
            <a:xfrm>
              <a:off x="3044767" y="2832724"/>
              <a:ext cx="146706" cy="14525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597" name="直接连接符 596">
              <a:extLst>
                <a:ext uri="{FF2B5EF4-FFF2-40B4-BE49-F238E27FC236}">
                  <a16:creationId xmlns:a16="http://schemas.microsoft.com/office/drawing/2014/main" id="{EF021470-4CD9-D53D-1E89-E548008B867A}"/>
                </a:ext>
              </a:extLst>
            </p:cNvPr>
            <p:cNvCxnSpPr>
              <a:stCxn id="596" idx="0"/>
              <a:endCxn id="596" idx="4"/>
            </p:cNvCxnSpPr>
            <p:nvPr/>
          </p:nvCxnSpPr>
          <p:spPr>
            <a:xfrm>
              <a:off x="3118120" y="2832724"/>
              <a:ext cx="0" cy="14525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8" name="直接连接符 597">
              <a:extLst>
                <a:ext uri="{FF2B5EF4-FFF2-40B4-BE49-F238E27FC236}">
                  <a16:creationId xmlns:a16="http://schemas.microsoft.com/office/drawing/2014/main" id="{653368F2-5E5E-1F38-4095-430D165A4EBB}"/>
                </a:ext>
              </a:extLst>
            </p:cNvPr>
            <p:cNvCxnSpPr>
              <a:stCxn id="596" idx="2"/>
              <a:endCxn id="596" idx="6"/>
            </p:cNvCxnSpPr>
            <p:nvPr/>
          </p:nvCxnSpPr>
          <p:spPr>
            <a:xfrm>
              <a:off x="3044767" y="2905351"/>
              <a:ext cx="14670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99" name="直接箭头连接符 598">
            <a:extLst>
              <a:ext uri="{FF2B5EF4-FFF2-40B4-BE49-F238E27FC236}">
                <a16:creationId xmlns:a16="http://schemas.microsoft.com/office/drawing/2014/main" id="{55ACD637-69C9-8EAA-455C-CDE4575BEDAD}"/>
              </a:ext>
            </a:extLst>
          </p:cNvPr>
          <p:cNvCxnSpPr>
            <a:cxnSpLocks/>
            <a:stCxn id="596" idx="6"/>
            <a:endCxn id="536" idx="0"/>
          </p:cNvCxnSpPr>
          <p:nvPr/>
        </p:nvCxnSpPr>
        <p:spPr>
          <a:xfrm>
            <a:off x="8725855" y="2204150"/>
            <a:ext cx="726239" cy="7298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1" name="直接连接符 610">
            <a:extLst>
              <a:ext uri="{FF2B5EF4-FFF2-40B4-BE49-F238E27FC236}">
                <a16:creationId xmlns:a16="http://schemas.microsoft.com/office/drawing/2014/main" id="{9DF53CFE-FEAE-36AF-70A2-6036A0DEDE0C}"/>
              </a:ext>
            </a:extLst>
          </p:cNvPr>
          <p:cNvCxnSpPr>
            <a:cxnSpLocks/>
            <a:endCxn id="467" idx="3"/>
          </p:cNvCxnSpPr>
          <p:nvPr/>
        </p:nvCxnSpPr>
        <p:spPr>
          <a:xfrm flipH="1" flipV="1">
            <a:off x="7461878" y="1766115"/>
            <a:ext cx="1469347" cy="1174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4" name="直接连接符 613">
            <a:extLst>
              <a:ext uri="{FF2B5EF4-FFF2-40B4-BE49-F238E27FC236}">
                <a16:creationId xmlns:a16="http://schemas.microsoft.com/office/drawing/2014/main" id="{C390078A-A3BF-E025-3F14-8D6867CFB5FE}"/>
              </a:ext>
            </a:extLst>
          </p:cNvPr>
          <p:cNvCxnSpPr>
            <a:cxnSpLocks/>
          </p:cNvCxnSpPr>
          <p:nvPr/>
        </p:nvCxnSpPr>
        <p:spPr>
          <a:xfrm flipH="1">
            <a:off x="8911833" y="1771985"/>
            <a:ext cx="16601" cy="151855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31" name="组合 630">
            <a:extLst>
              <a:ext uri="{FF2B5EF4-FFF2-40B4-BE49-F238E27FC236}">
                <a16:creationId xmlns:a16="http://schemas.microsoft.com/office/drawing/2014/main" id="{9CC3F3D7-8DAD-65F5-BA20-1E9401F9BCA3}"/>
              </a:ext>
            </a:extLst>
          </p:cNvPr>
          <p:cNvGrpSpPr/>
          <p:nvPr/>
        </p:nvGrpSpPr>
        <p:grpSpPr>
          <a:xfrm>
            <a:off x="8851224" y="1912079"/>
            <a:ext cx="146706" cy="145254"/>
            <a:chOff x="3044767" y="2832724"/>
            <a:chExt cx="146706" cy="145254"/>
          </a:xfrm>
        </p:grpSpPr>
        <p:sp>
          <p:nvSpPr>
            <p:cNvPr id="632" name="椭圆 631">
              <a:extLst>
                <a:ext uri="{FF2B5EF4-FFF2-40B4-BE49-F238E27FC236}">
                  <a16:creationId xmlns:a16="http://schemas.microsoft.com/office/drawing/2014/main" id="{FDC3920B-8B6E-0D39-69E1-9B5EBB62583A}"/>
                </a:ext>
              </a:extLst>
            </p:cNvPr>
            <p:cNvSpPr/>
            <p:nvPr/>
          </p:nvSpPr>
          <p:spPr>
            <a:xfrm>
              <a:off x="3044767" y="2832724"/>
              <a:ext cx="146706" cy="14525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633" name="直接连接符 632">
              <a:extLst>
                <a:ext uri="{FF2B5EF4-FFF2-40B4-BE49-F238E27FC236}">
                  <a16:creationId xmlns:a16="http://schemas.microsoft.com/office/drawing/2014/main" id="{EF87DBB7-4D87-F486-FB98-6E046FADE9F9}"/>
                </a:ext>
              </a:extLst>
            </p:cNvPr>
            <p:cNvCxnSpPr>
              <a:stCxn id="632" idx="0"/>
              <a:endCxn id="632" idx="4"/>
            </p:cNvCxnSpPr>
            <p:nvPr/>
          </p:nvCxnSpPr>
          <p:spPr>
            <a:xfrm>
              <a:off x="3118120" y="2832724"/>
              <a:ext cx="0" cy="14525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4" name="直接连接符 633">
              <a:extLst>
                <a:ext uri="{FF2B5EF4-FFF2-40B4-BE49-F238E27FC236}">
                  <a16:creationId xmlns:a16="http://schemas.microsoft.com/office/drawing/2014/main" id="{4C9B02B7-6C1B-DF87-0EDA-AA659E979948}"/>
                </a:ext>
              </a:extLst>
            </p:cNvPr>
            <p:cNvCxnSpPr>
              <a:stCxn id="632" idx="2"/>
              <a:endCxn id="632" idx="6"/>
            </p:cNvCxnSpPr>
            <p:nvPr/>
          </p:nvCxnSpPr>
          <p:spPr>
            <a:xfrm>
              <a:off x="3044767" y="2905351"/>
              <a:ext cx="14670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35" name="直接箭头连接符 634">
            <a:extLst>
              <a:ext uri="{FF2B5EF4-FFF2-40B4-BE49-F238E27FC236}">
                <a16:creationId xmlns:a16="http://schemas.microsoft.com/office/drawing/2014/main" id="{277B4C79-2E20-7D0C-A858-77A0EA012519}"/>
              </a:ext>
            </a:extLst>
          </p:cNvPr>
          <p:cNvCxnSpPr>
            <a:cxnSpLocks/>
            <a:stCxn id="632" idx="6"/>
            <a:endCxn id="537" idx="0"/>
          </p:cNvCxnSpPr>
          <p:nvPr/>
        </p:nvCxnSpPr>
        <p:spPr>
          <a:xfrm>
            <a:off x="8997930" y="1984706"/>
            <a:ext cx="539116" cy="2933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41" name="文本框 640">
                <a:extLst>
                  <a:ext uri="{FF2B5EF4-FFF2-40B4-BE49-F238E27FC236}">
                    <a16:creationId xmlns:a16="http://schemas.microsoft.com/office/drawing/2014/main" id="{54637E9E-4928-92EE-90A4-645F5FA2FF81}"/>
                  </a:ext>
                </a:extLst>
              </p:cNvPr>
              <p:cNvSpPr txBox="1"/>
              <p:nvPr/>
            </p:nvSpPr>
            <p:spPr>
              <a:xfrm>
                <a:off x="10091596" y="2565998"/>
                <a:ext cx="658083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𝑒𝑎</m:t>
                          </m:r>
                        </m:sub>
                      </m:sSub>
                      <m:r>
                        <a:rPr lang="en-US" altLang="zh-CN" sz="12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41" name="文本框 640">
                <a:extLst>
                  <a:ext uri="{FF2B5EF4-FFF2-40B4-BE49-F238E27FC236}">
                    <a16:creationId xmlns:a16="http://schemas.microsoft.com/office/drawing/2014/main" id="{54637E9E-4928-92EE-90A4-645F5FA2FF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1596" y="2565998"/>
                <a:ext cx="658083" cy="2769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4" name="文本框 643">
                <a:extLst>
                  <a:ext uri="{FF2B5EF4-FFF2-40B4-BE49-F238E27FC236}">
                    <a16:creationId xmlns:a16="http://schemas.microsoft.com/office/drawing/2014/main" id="{8F2C804A-C723-6B1B-3D48-5B79FF93E8C6}"/>
                  </a:ext>
                </a:extLst>
              </p:cNvPr>
              <p:cNvSpPr txBox="1"/>
              <p:nvPr/>
            </p:nvSpPr>
            <p:spPr>
              <a:xfrm>
                <a:off x="9860611" y="2326775"/>
                <a:ext cx="658083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𝑒𝑎</m:t>
                          </m:r>
                        </m:sub>
                      </m:sSub>
                      <m:r>
                        <a:rPr lang="en-US" altLang="zh-CN" sz="1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</m:t>
                      </m:r>
                    </m:oMath>
                  </m:oMathPara>
                </a14:m>
                <a:endParaRPr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44" name="文本框 643">
                <a:extLst>
                  <a:ext uri="{FF2B5EF4-FFF2-40B4-BE49-F238E27FC236}">
                    <a16:creationId xmlns:a16="http://schemas.microsoft.com/office/drawing/2014/main" id="{8F2C804A-C723-6B1B-3D48-5B79FF93E8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60611" y="2326775"/>
                <a:ext cx="658083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5" name="文本框 644">
                <a:extLst>
                  <a:ext uri="{FF2B5EF4-FFF2-40B4-BE49-F238E27FC236}">
                    <a16:creationId xmlns:a16="http://schemas.microsoft.com/office/drawing/2014/main" id="{D47E36F6-991C-D978-38D0-ECA5002C5340}"/>
                  </a:ext>
                </a:extLst>
              </p:cNvPr>
              <p:cNvSpPr txBox="1"/>
              <p:nvPr/>
            </p:nvSpPr>
            <p:spPr>
              <a:xfrm>
                <a:off x="9679713" y="2081351"/>
                <a:ext cx="658083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𝑒𝑎</m:t>
                          </m:r>
                        </m:sub>
                      </m:sSub>
                      <m:r>
                        <a:rPr lang="en-US" altLang="zh-CN" sz="1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3</m:t>
                      </m:r>
                    </m:oMath>
                  </m:oMathPara>
                </a14:m>
                <a:endParaRPr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45" name="文本框 644">
                <a:extLst>
                  <a:ext uri="{FF2B5EF4-FFF2-40B4-BE49-F238E27FC236}">
                    <a16:creationId xmlns:a16="http://schemas.microsoft.com/office/drawing/2014/main" id="{D47E36F6-991C-D978-38D0-ECA5002C53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79713" y="2081351"/>
                <a:ext cx="658083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6" name="文本框 645">
                <a:extLst>
                  <a:ext uri="{FF2B5EF4-FFF2-40B4-BE49-F238E27FC236}">
                    <a16:creationId xmlns:a16="http://schemas.microsoft.com/office/drawing/2014/main" id="{35A2A2E5-BC05-B8FB-1246-D7D1A9A68011}"/>
                  </a:ext>
                </a:extLst>
              </p:cNvPr>
              <p:cNvSpPr txBox="1"/>
              <p:nvPr/>
            </p:nvSpPr>
            <p:spPr>
              <a:xfrm>
                <a:off x="9606542" y="1827853"/>
                <a:ext cx="658083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𝑒𝑎</m:t>
                          </m:r>
                        </m:sub>
                      </m:sSub>
                      <m:r>
                        <a:rPr lang="en-US" altLang="zh-CN" sz="12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4</m:t>
                      </m:r>
                    </m:oMath>
                  </m:oMathPara>
                </a14:m>
                <a:endParaRPr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46" name="文本框 645">
                <a:extLst>
                  <a:ext uri="{FF2B5EF4-FFF2-40B4-BE49-F238E27FC236}">
                    <a16:creationId xmlns:a16="http://schemas.microsoft.com/office/drawing/2014/main" id="{35A2A2E5-BC05-B8FB-1246-D7D1A9A680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6542" y="1827853"/>
                <a:ext cx="658083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" name="组合 25">
            <a:extLst>
              <a:ext uri="{FF2B5EF4-FFF2-40B4-BE49-F238E27FC236}">
                <a16:creationId xmlns:a16="http://schemas.microsoft.com/office/drawing/2014/main" id="{1023E466-93B8-8118-01CC-EA29CC6EE04A}"/>
              </a:ext>
            </a:extLst>
          </p:cNvPr>
          <p:cNvGrpSpPr/>
          <p:nvPr/>
        </p:nvGrpSpPr>
        <p:grpSpPr>
          <a:xfrm>
            <a:off x="2638394" y="1054032"/>
            <a:ext cx="592281" cy="1399310"/>
            <a:chOff x="3683381" y="4823232"/>
            <a:chExt cx="592281" cy="1399310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F494F190-E6EE-CF89-7702-8C884E3C0872}"/>
                </a:ext>
              </a:extLst>
            </p:cNvPr>
            <p:cNvSpPr/>
            <p:nvPr/>
          </p:nvSpPr>
          <p:spPr>
            <a:xfrm>
              <a:off x="3683381" y="4823232"/>
              <a:ext cx="592281" cy="1399310"/>
            </a:xfrm>
            <a:prstGeom prst="roundRect">
              <a:avLst/>
            </a:prstGeom>
            <a:solidFill>
              <a:srgbClr val="FFF2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4DA18F3C-0078-8B8B-CDD5-598F4FC057A1}"/>
                </a:ext>
              </a:extLst>
            </p:cNvPr>
            <p:cNvSpPr txBox="1"/>
            <p:nvPr/>
          </p:nvSpPr>
          <p:spPr>
            <a:xfrm>
              <a:off x="3764077" y="5177760"/>
              <a:ext cx="430887" cy="976922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VIT block</a:t>
              </a:r>
              <a:endPara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3AD32C16-921F-F99F-C628-582BDDD7F98D}"/>
                </a:ext>
              </a:extLst>
            </p:cNvPr>
            <p:cNvGrpSpPr/>
            <p:nvPr/>
          </p:nvGrpSpPr>
          <p:grpSpPr>
            <a:xfrm>
              <a:off x="3862503" y="4912512"/>
              <a:ext cx="234034" cy="202650"/>
              <a:chOff x="1635983" y="1987000"/>
              <a:chExt cx="258740" cy="270510"/>
            </a:xfrm>
          </p:grpSpPr>
          <p:sp>
            <p:nvSpPr>
              <p:cNvPr id="24" name="梯形 23">
                <a:extLst>
                  <a:ext uri="{FF2B5EF4-FFF2-40B4-BE49-F238E27FC236}">
                    <a16:creationId xmlns:a16="http://schemas.microsoft.com/office/drawing/2014/main" id="{556B9567-D063-5A6D-2003-311CDC921202}"/>
                  </a:ext>
                </a:extLst>
              </p:cNvPr>
              <p:cNvSpPr/>
              <p:nvPr/>
            </p:nvSpPr>
            <p:spPr>
              <a:xfrm>
                <a:off x="1635983" y="2143210"/>
                <a:ext cx="258740" cy="114300"/>
              </a:xfrm>
              <a:prstGeom prst="trapezoid">
                <a:avLst>
                  <a:gd name="adj" fmla="val 61667"/>
                </a:avLst>
              </a:prstGeom>
              <a:solidFill>
                <a:srgbClr val="F5B18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:endParaRPr lang="zh-CN" altLang="en-US" dirty="0"/>
              </a:p>
            </p:txBody>
          </p:sp>
          <p:sp>
            <p:nvSpPr>
              <p:cNvPr id="25" name="梯形 24">
                <a:extLst>
                  <a:ext uri="{FF2B5EF4-FFF2-40B4-BE49-F238E27FC236}">
                    <a16:creationId xmlns:a16="http://schemas.microsoft.com/office/drawing/2014/main" id="{84F56D0B-E282-B5F7-E9DB-A4C25B9A4C37}"/>
                  </a:ext>
                </a:extLst>
              </p:cNvPr>
              <p:cNvSpPr/>
              <p:nvPr/>
            </p:nvSpPr>
            <p:spPr>
              <a:xfrm rot="10800000">
                <a:off x="1635983" y="1987000"/>
                <a:ext cx="258740" cy="114300"/>
              </a:xfrm>
              <a:prstGeom prst="trapezoid">
                <a:avLst>
                  <a:gd name="adj" fmla="val 61667"/>
                </a:avLst>
              </a:prstGeom>
              <a:solidFill>
                <a:srgbClr val="F5B18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F7266677-A909-392D-3155-426CE1D5F746}"/>
              </a:ext>
            </a:extLst>
          </p:cNvPr>
          <p:cNvGrpSpPr/>
          <p:nvPr/>
        </p:nvGrpSpPr>
        <p:grpSpPr>
          <a:xfrm>
            <a:off x="3940667" y="1060332"/>
            <a:ext cx="592281" cy="1399310"/>
            <a:chOff x="3683381" y="4823232"/>
            <a:chExt cx="592281" cy="1399310"/>
          </a:xfrm>
        </p:grpSpPr>
        <p:sp>
          <p:nvSpPr>
            <p:cNvPr id="30" name="矩形: 圆角 29">
              <a:extLst>
                <a:ext uri="{FF2B5EF4-FFF2-40B4-BE49-F238E27FC236}">
                  <a16:creationId xmlns:a16="http://schemas.microsoft.com/office/drawing/2014/main" id="{D691BE78-ED9B-624A-96E7-723C2B1CC607}"/>
                </a:ext>
              </a:extLst>
            </p:cNvPr>
            <p:cNvSpPr/>
            <p:nvPr/>
          </p:nvSpPr>
          <p:spPr>
            <a:xfrm>
              <a:off x="3683381" y="4823232"/>
              <a:ext cx="592281" cy="1399310"/>
            </a:xfrm>
            <a:prstGeom prst="roundRect">
              <a:avLst/>
            </a:prstGeom>
            <a:solidFill>
              <a:srgbClr val="FFF2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B284D87D-8ED1-E92B-35AF-565B3FE7DE16}"/>
                </a:ext>
              </a:extLst>
            </p:cNvPr>
            <p:cNvSpPr txBox="1"/>
            <p:nvPr/>
          </p:nvSpPr>
          <p:spPr>
            <a:xfrm>
              <a:off x="3764077" y="5177760"/>
              <a:ext cx="430887" cy="976922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VIT block</a:t>
              </a:r>
              <a:endPara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C2CDB912-92F0-FFD4-6773-EC123BEB4FF8}"/>
                </a:ext>
              </a:extLst>
            </p:cNvPr>
            <p:cNvGrpSpPr/>
            <p:nvPr/>
          </p:nvGrpSpPr>
          <p:grpSpPr>
            <a:xfrm>
              <a:off x="3862503" y="4912512"/>
              <a:ext cx="234034" cy="202650"/>
              <a:chOff x="1635983" y="1987000"/>
              <a:chExt cx="258740" cy="270510"/>
            </a:xfrm>
          </p:grpSpPr>
          <p:sp>
            <p:nvSpPr>
              <p:cNvPr id="33" name="梯形 32">
                <a:extLst>
                  <a:ext uri="{FF2B5EF4-FFF2-40B4-BE49-F238E27FC236}">
                    <a16:creationId xmlns:a16="http://schemas.microsoft.com/office/drawing/2014/main" id="{C1F299BC-A6FD-9940-D1AF-237FBE47208A}"/>
                  </a:ext>
                </a:extLst>
              </p:cNvPr>
              <p:cNvSpPr/>
              <p:nvPr/>
            </p:nvSpPr>
            <p:spPr>
              <a:xfrm>
                <a:off x="1635983" y="2143210"/>
                <a:ext cx="258740" cy="114300"/>
              </a:xfrm>
              <a:prstGeom prst="trapezoid">
                <a:avLst>
                  <a:gd name="adj" fmla="val 61667"/>
                </a:avLst>
              </a:prstGeom>
              <a:solidFill>
                <a:srgbClr val="F5B18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:endParaRPr lang="zh-CN" altLang="en-US" dirty="0"/>
              </a:p>
            </p:txBody>
          </p:sp>
          <p:sp>
            <p:nvSpPr>
              <p:cNvPr id="34" name="梯形 33">
                <a:extLst>
                  <a:ext uri="{FF2B5EF4-FFF2-40B4-BE49-F238E27FC236}">
                    <a16:creationId xmlns:a16="http://schemas.microsoft.com/office/drawing/2014/main" id="{B1828EB5-2D90-6E04-0D47-B230BE42FBBF}"/>
                  </a:ext>
                </a:extLst>
              </p:cNvPr>
              <p:cNvSpPr/>
              <p:nvPr/>
            </p:nvSpPr>
            <p:spPr>
              <a:xfrm rot="10800000">
                <a:off x="1635983" y="1987000"/>
                <a:ext cx="258740" cy="114300"/>
              </a:xfrm>
              <a:prstGeom prst="trapezoid">
                <a:avLst>
                  <a:gd name="adj" fmla="val 61667"/>
                </a:avLst>
              </a:prstGeom>
              <a:solidFill>
                <a:srgbClr val="F5B18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C8CDE4FC-7FA2-7157-FA12-61973FAB9564}"/>
              </a:ext>
            </a:extLst>
          </p:cNvPr>
          <p:cNvCxnSpPr>
            <a:cxnSpLocks/>
            <a:stCxn id="3" idx="0"/>
          </p:cNvCxnSpPr>
          <p:nvPr/>
        </p:nvCxnSpPr>
        <p:spPr>
          <a:xfrm flipV="1">
            <a:off x="2934535" y="909747"/>
            <a:ext cx="0" cy="14428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2EAF70F6-91F8-4C4A-E5EE-0D2869DC1AD5}"/>
              </a:ext>
            </a:extLst>
          </p:cNvPr>
          <p:cNvCxnSpPr>
            <a:cxnSpLocks/>
            <a:endCxn id="30" idx="0"/>
          </p:cNvCxnSpPr>
          <p:nvPr/>
        </p:nvCxnSpPr>
        <p:spPr>
          <a:xfrm>
            <a:off x="4236808" y="702656"/>
            <a:ext cx="0" cy="35767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E64856EF-28E3-CD56-26F8-ABF8332CA817}"/>
              </a:ext>
            </a:extLst>
          </p:cNvPr>
          <p:cNvGrpSpPr/>
          <p:nvPr/>
        </p:nvGrpSpPr>
        <p:grpSpPr>
          <a:xfrm>
            <a:off x="5243803" y="1066460"/>
            <a:ext cx="592281" cy="1399310"/>
            <a:chOff x="3683381" y="4823232"/>
            <a:chExt cx="592281" cy="1399310"/>
          </a:xfrm>
        </p:grpSpPr>
        <p:sp>
          <p:nvSpPr>
            <p:cNvPr id="54" name="矩形: 圆角 53">
              <a:extLst>
                <a:ext uri="{FF2B5EF4-FFF2-40B4-BE49-F238E27FC236}">
                  <a16:creationId xmlns:a16="http://schemas.microsoft.com/office/drawing/2014/main" id="{B876C21A-99CE-85C2-6049-CDDD4CD748F1}"/>
                </a:ext>
              </a:extLst>
            </p:cNvPr>
            <p:cNvSpPr/>
            <p:nvPr/>
          </p:nvSpPr>
          <p:spPr>
            <a:xfrm>
              <a:off x="3683381" y="4823232"/>
              <a:ext cx="592281" cy="1399310"/>
            </a:xfrm>
            <a:prstGeom prst="roundRect">
              <a:avLst/>
            </a:prstGeom>
            <a:solidFill>
              <a:srgbClr val="FFF2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4B86384F-6208-9670-38D0-34B4F9601200}"/>
                </a:ext>
              </a:extLst>
            </p:cNvPr>
            <p:cNvSpPr txBox="1"/>
            <p:nvPr/>
          </p:nvSpPr>
          <p:spPr>
            <a:xfrm>
              <a:off x="3764077" y="5177760"/>
              <a:ext cx="430887" cy="976922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VIT block</a:t>
              </a:r>
              <a:endPara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4459EEF2-DC70-7F2E-894F-515E5012C7F3}"/>
                </a:ext>
              </a:extLst>
            </p:cNvPr>
            <p:cNvGrpSpPr/>
            <p:nvPr/>
          </p:nvGrpSpPr>
          <p:grpSpPr>
            <a:xfrm>
              <a:off x="3862503" y="4912512"/>
              <a:ext cx="234034" cy="202650"/>
              <a:chOff x="1635983" y="1987000"/>
              <a:chExt cx="258740" cy="270510"/>
            </a:xfrm>
          </p:grpSpPr>
          <p:sp>
            <p:nvSpPr>
              <p:cNvPr id="57" name="梯形 56">
                <a:extLst>
                  <a:ext uri="{FF2B5EF4-FFF2-40B4-BE49-F238E27FC236}">
                    <a16:creationId xmlns:a16="http://schemas.microsoft.com/office/drawing/2014/main" id="{3FDB50E7-E52F-CBAF-6D98-8873D2506541}"/>
                  </a:ext>
                </a:extLst>
              </p:cNvPr>
              <p:cNvSpPr/>
              <p:nvPr/>
            </p:nvSpPr>
            <p:spPr>
              <a:xfrm>
                <a:off x="1635983" y="2143210"/>
                <a:ext cx="258740" cy="114300"/>
              </a:xfrm>
              <a:prstGeom prst="trapezoid">
                <a:avLst>
                  <a:gd name="adj" fmla="val 61667"/>
                </a:avLst>
              </a:prstGeom>
              <a:solidFill>
                <a:srgbClr val="F5B18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:endParaRPr lang="zh-CN" altLang="en-US" dirty="0"/>
              </a:p>
            </p:txBody>
          </p:sp>
          <p:sp>
            <p:nvSpPr>
              <p:cNvPr id="58" name="梯形 57">
                <a:extLst>
                  <a:ext uri="{FF2B5EF4-FFF2-40B4-BE49-F238E27FC236}">
                    <a16:creationId xmlns:a16="http://schemas.microsoft.com/office/drawing/2014/main" id="{A6E055B1-0D50-09B1-7F99-2256CC89E1D5}"/>
                  </a:ext>
                </a:extLst>
              </p:cNvPr>
              <p:cNvSpPr/>
              <p:nvPr/>
            </p:nvSpPr>
            <p:spPr>
              <a:xfrm rot="10800000">
                <a:off x="1635983" y="1987000"/>
                <a:ext cx="258740" cy="114300"/>
              </a:xfrm>
              <a:prstGeom prst="trapezoid">
                <a:avLst>
                  <a:gd name="adj" fmla="val 61667"/>
                </a:avLst>
              </a:prstGeom>
              <a:solidFill>
                <a:srgbClr val="F5B18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466" name="组合 465">
            <a:extLst>
              <a:ext uri="{FF2B5EF4-FFF2-40B4-BE49-F238E27FC236}">
                <a16:creationId xmlns:a16="http://schemas.microsoft.com/office/drawing/2014/main" id="{A79CE183-1A01-F2BE-7900-C5CC4041FEB0}"/>
              </a:ext>
            </a:extLst>
          </p:cNvPr>
          <p:cNvGrpSpPr/>
          <p:nvPr/>
        </p:nvGrpSpPr>
        <p:grpSpPr>
          <a:xfrm>
            <a:off x="6869597" y="1066460"/>
            <a:ext cx="592281" cy="1399310"/>
            <a:chOff x="3683381" y="4823232"/>
            <a:chExt cx="592281" cy="1399310"/>
          </a:xfrm>
        </p:grpSpPr>
        <p:sp>
          <p:nvSpPr>
            <p:cNvPr id="467" name="矩形: 圆角 466">
              <a:extLst>
                <a:ext uri="{FF2B5EF4-FFF2-40B4-BE49-F238E27FC236}">
                  <a16:creationId xmlns:a16="http://schemas.microsoft.com/office/drawing/2014/main" id="{97D654DC-9E9B-8A7D-D668-2589934D7F0F}"/>
                </a:ext>
              </a:extLst>
            </p:cNvPr>
            <p:cNvSpPr/>
            <p:nvPr/>
          </p:nvSpPr>
          <p:spPr>
            <a:xfrm>
              <a:off x="3683381" y="4823232"/>
              <a:ext cx="592281" cy="1399310"/>
            </a:xfrm>
            <a:prstGeom prst="roundRect">
              <a:avLst/>
            </a:prstGeom>
            <a:solidFill>
              <a:srgbClr val="FFF2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8" name="文本框 467">
              <a:extLst>
                <a:ext uri="{FF2B5EF4-FFF2-40B4-BE49-F238E27FC236}">
                  <a16:creationId xmlns:a16="http://schemas.microsoft.com/office/drawing/2014/main" id="{23946501-3622-A300-BC44-965D31E7FEF0}"/>
                </a:ext>
              </a:extLst>
            </p:cNvPr>
            <p:cNvSpPr txBox="1"/>
            <p:nvPr/>
          </p:nvSpPr>
          <p:spPr>
            <a:xfrm>
              <a:off x="3764077" y="5177760"/>
              <a:ext cx="430887" cy="976922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VIT block</a:t>
              </a:r>
              <a:endPara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469" name="组合 468">
              <a:extLst>
                <a:ext uri="{FF2B5EF4-FFF2-40B4-BE49-F238E27FC236}">
                  <a16:creationId xmlns:a16="http://schemas.microsoft.com/office/drawing/2014/main" id="{D875558F-AC40-28D3-B010-5ACBE20978F1}"/>
                </a:ext>
              </a:extLst>
            </p:cNvPr>
            <p:cNvGrpSpPr/>
            <p:nvPr/>
          </p:nvGrpSpPr>
          <p:grpSpPr>
            <a:xfrm>
              <a:off x="3862503" y="4912512"/>
              <a:ext cx="234034" cy="202650"/>
              <a:chOff x="1635983" y="1987000"/>
              <a:chExt cx="258740" cy="270510"/>
            </a:xfrm>
          </p:grpSpPr>
          <p:sp>
            <p:nvSpPr>
              <p:cNvPr id="470" name="梯形 469">
                <a:extLst>
                  <a:ext uri="{FF2B5EF4-FFF2-40B4-BE49-F238E27FC236}">
                    <a16:creationId xmlns:a16="http://schemas.microsoft.com/office/drawing/2014/main" id="{01C2A33A-9979-2425-9ED5-56AB1F1D42D5}"/>
                  </a:ext>
                </a:extLst>
              </p:cNvPr>
              <p:cNvSpPr/>
              <p:nvPr/>
            </p:nvSpPr>
            <p:spPr>
              <a:xfrm>
                <a:off x="1635983" y="2143210"/>
                <a:ext cx="258740" cy="114300"/>
              </a:xfrm>
              <a:prstGeom prst="trapezoid">
                <a:avLst>
                  <a:gd name="adj" fmla="val 61667"/>
                </a:avLst>
              </a:prstGeom>
              <a:solidFill>
                <a:srgbClr val="F5B18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:endParaRPr lang="zh-CN" altLang="en-US" dirty="0"/>
              </a:p>
            </p:txBody>
          </p:sp>
          <p:sp>
            <p:nvSpPr>
              <p:cNvPr id="471" name="梯形 470">
                <a:extLst>
                  <a:ext uri="{FF2B5EF4-FFF2-40B4-BE49-F238E27FC236}">
                    <a16:creationId xmlns:a16="http://schemas.microsoft.com/office/drawing/2014/main" id="{1AD075D7-7BDF-486D-0952-62048DC1B158}"/>
                  </a:ext>
                </a:extLst>
              </p:cNvPr>
              <p:cNvSpPr/>
              <p:nvPr/>
            </p:nvSpPr>
            <p:spPr>
              <a:xfrm rot="10800000">
                <a:off x="1635983" y="1987000"/>
                <a:ext cx="258740" cy="114300"/>
              </a:xfrm>
              <a:prstGeom prst="trapezoid">
                <a:avLst>
                  <a:gd name="adj" fmla="val 61667"/>
                </a:avLst>
              </a:prstGeom>
              <a:solidFill>
                <a:srgbClr val="F5B18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476" name="矩形 475">
            <a:extLst>
              <a:ext uri="{FF2B5EF4-FFF2-40B4-BE49-F238E27FC236}">
                <a16:creationId xmlns:a16="http://schemas.microsoft.com/office/drawing/2014/main" id="{3978BAE4-6D8E-09B8-7D7A-BF4CE731F455}"/>
              </a:ext>
            </a:extLst>
          </p:cNvPr>
          <p:cNvSpPr/>
          <p:nvPr/>
        </p:nvSpPr>
        <p:spPr>
          <a:xfrm>
            <a:off x="440616" y="1534159"/>
            <a:ext cx="765994" cy="743980"/>
          </a:xfrm>
          <a:prstGeom prst="rect">
            <a:avLst/>
          </a:prstGeom>
          <a:solidFill>
            <a:srgbClr val="BFBFBF"/>
          </a:solidFill>
          <a:ln>
            <a:solidFill>
              <a:schemeClr val="tx1"/>
            </a:solidFill>
          </a:ln>
          <a:scene3d>
            <a:camera prst="isometricOffAxis1Top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7" name="矩形 476">
            <a:extLst>
              <a:ext uri="{FF2B5EF4-FFF2-40B4-BE49-F238E27FC236}">
                <a16:creationId xmlns:a16="http://schemas.microsoft.com/office/drawing/2014/main" id="{0B8276D4-5043-B571-BA0D-B8EBEA58753C}"/>
              </a:ext>
            </a:extLst>
          </p:cNvPr>
          <p:cNvSpPr/>
          <p:nvPr/>
        </p:nvSpPr>
        <p:spPr>
          <a:xfrm>
            <a:off x="435560" y="1436501"/>
            <a:ext cx="765994" cy="743980"/>
          </a:xfrm>
          <a:prstGeom prst="rect">
            <a:avLst/>
          </a:prstGeom>
          <a:solidFill>
            <a:srgbClr val="E5B9B5"/>
          </a:solidFill>
          <a:ln>
            <a:solidFill>
              <a:schemeClr val="tx1"/>
            </a:solidFill>
          </a:ln>
          <a:scene3d>
            <a:camera prst="isometricOffAxis1Top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8" name="矩形 477">
            <a:extLst>
              <a:ext uri="{FF2B5EF4-FFF2-40B4-BE49-F238E27FC236}">
                <a16:creationId xmlns:a16="http://schemas.microsoft.com/office/drawing/2014/main" id="{7BA2AB67-69C3-3671-025E-C5E28C8CB545}"/>
              </a:ext>
            </a:extLst>
          </p:cNvPr>
          <p:cNvSpPr/>
          <p:nvPr/>
        </p:nvSpPr>
        <p:spPr>
          <a:xfrm>
            <a:off x="448260" y="1341317"/>
            <a:ext cx="765994" cy="743980"/>
          </a:xfrm>
          <a:prstGeom prst="rect">
            <a:avLst/>
          </a:prstGeom>
          <a:solidFill>
            <a:srgbClr val="B7DDE8"/>
          </a:solidFill>
          <a:ln>
            <a:solidFill>
              <a:schemeClr val="tx1"/>
            </a:solidFill>
          </a:ln>
          <a:scene3d>
            <a:camera prst="isometricOffAxis1Top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9" name="矩形 478">
            <a:extLst>
              <a:ext uri="{FF2B5EF4-FFF2-40B4-BE49-F238E27FC236}">
                <a16:creationId xmlns:a16="http://schemas.microsoft.com/office/drawing/2014/main" id="{309837C7-F944-F0EB-D203-B290CA8817E5}"/>
              </a:ext>
            </a:extLst>
          </p:cNvPr>
          <p:cNvSpPr/>
          <p:nvPr/>
        </p:nvSpPr>
        <p:spPr>
          <a:xfrm>
            <a:off x="482849" y="1243659"/>
            <a:ext cx="765994" cy="743980"/>
          </a:xfrm>
          <a:prstGeom prst="rect">
            <a:avLst/>
          </a:prstGeom>
          <a:solidFill>
            <a:srgbClr val="FBD7BB"/>
          </a:solidFill>
          <a:ln>
            <a:solidFill>
              <a:schemeClr val="tx1"/>
            </a:solidFill>
          </a:ln>
          <a:scene3d>
            <a:camera prst="isometricOffAxis1Top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1" name="文本框 480">
            <a:extLst>
              <a:ext uri="{FF2B5EF4-FFF2-40B4-BE49-F238E27FC236}">
                <a16:creationId xmlns:a16="http://schemas.microsoft.com/office/drawing/2014/main" id="{CCBC00CD-B73A-1860-A9A5-BEB509B88059}"/>
              </a:ext>
            </a:extLst>
          </p:cNvPr>
          <p:cNvSpPr txBox="1"/>
          <p:nvPr/>
        </p:nvSpPr>
        <p:spPr>
          <a:xfrm>
            <a:off x="1464650" y="1406330"/>
            <a:ext cx="673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4" name="文本框 493">
            <a:extLst>
              <a:ext uri="{FF2B5EF4-FFF2-40B4-BE49-F238E27FC236}">
                <a16:creationId xmlns:a16="http://schemas.microsoft.com/office/drawing/2014/main" id="{37BD069E-239D-4AEF-AA60-84C2B706249B}"/>
              </a:ext>
            </a:extLst>
          </p:cNvPr>
          <p:cNvSpPr txBox="1"/>
          <p:nvPr/>
        </p:nvSpPr>
        <p:spPr>
          <a:xfrm>
            <a:off x="2155216" y="216708"/>
            <a:ext cx="1125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Encoder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96" name="直接连接符 495">
            <a:extLst>
              <a:ext uri="{FF2B5EF4-FFF2-40B4-BE49-F238E27FC236}">
                <a16:creationId xmlns:a16="http://schemas.microsoft.com/office/drawing/2014/main" id="{EFA05449-3CB5-A1A4-4C6C-C711CF710B01}"/>
              </a:ext>
            </a:extLst>
          </p:cNvPr>
          <p:cNvCxnSpPr>
            <a:cxnSpLocks/>
          </p:cNvCxnSpPr>
          <p:nvPr/>
        </p:nvCxnSpPr>
        <p:spPr>
          <a:xfrm flipH="1">
            <a:off x="4409629" y="3506499"/>
            <a:ext cx="112464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7" name="直接连接符 496">
            <a:extLst>
              <a:ext uri="{FF2B5EF4-FFF2-40B4-BE49-F238E27FC236}">
                <a16:creationId xmlns:a16="http://schemas.microsoft.com/office/drawing/2014/main" id="{0F51506C-68F7-27DE-3EF8-B32AC0D5A912}"/>
              </a:ext>
            </a:extLst>
          </p:cNvPr>
          <p:cNvCxnSpPr>
            <a:cxnSpLocks/>
          </p:cNvCxnSpPr>
          <p:nvPr/>
        </p:nvCxnSpPr>
        <p:spPr>
          <a:xfrm flipH="1">
            <a:off x="6081085" y="3524164"/>
            <a:ext cx="106930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7" name="直接箭头连接符 646">
            <a:extLst>
              <a:ext uri="{FF2B5EF4-FFF2-40B4-BE49-F238E27FC236}">
                <a16:creationId xmlns:a16="http://schemas.microsoft.com/office/drawing/2014/main" id="{FC3B5916-9C02-5A57-E06F-BC04DA5A4A0F}"/>
              </a:ext>
            </a:extLst>
          </p:cNvPr>
          <p:cNvCxnSpPr>
            <a:cxnSpLocks/>
          </p:cNvCxnSpPr>
          <p:nvPr/>
        </p:nvCxnSpPr>
        <p:spPr>
          <a:xfrm>
            <a:off x="8651683" y="6036432"/>
            <a:ext cx="26496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8" name="矩形: 圆角 647">
            <a:extLst>
              <a:ext uri="{FF2B5EF4-FFF2-40B4-BE49-F238E27FC236}">
                <a16:creationId xmlns:a16="http://schemas.microsoft.com/office/drawing/2014/main" id="{58D1A421-410B-8B36-3E11-12C18A56600A}"/>
              </a:ext>
            </a:extLst>
          </p:cNvPr>
          <p:cNvSpPr/>
          <p:nvPr/>
        </p:nvSpPr>
        <p:spPr>
          <a:xfrm>
            <a:off x="8997930" y="3850945"/>
            <a:ext cx="2927106" cy="998440"/>
          </a:xfrm>
          <a:prstGeom prst="roundRect">
            <a:avLst/>
          </a:prstGeom>
          <a:solidFill>
            <a:srgbClr val="FBE5D6">
              <a:alpha val="8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49" name="组合 648">
            <a:extLst>
              <a:ext uri="{FF2B5EF4-FFF2-40B4-BE49-F238E27FC236}">
                <a16:creationId xmlns:a16="http://schemas.microsoft.com/office/drawing/2014/main" id="{9BCCAB35-4386-C537-A15E-FA031E8150B2}"/>
              </a:ext>
            </a:extLst>
          </p:cNvPr>
          <p:cNvGrpSpPr/>
          <p:nvPr/>
        </p:nvGrpSpPr>
        <p:grpSpPr>
          <a:xfrm>
            <a:off x="9003443" y="5240437"/>
            <a:ext cx="1973581" cy="1617563"/>
            <a:chOff x="6633278" y="1722073"/>
            <a:chExt cx="1491232" cy="1550673"/>
          </a:xfrm>
        </p:grpSpPr>
        <p:sp>
          <p:nvSpPr>
            <p:cNvPr id="650" name="梯形 649">
              <a:extLst>
                <a:ext uri="{FF2B5EF4-FFF2-40B4-BE49-F238E27FC236}">
                  <a16:creationId xmlns:a16="http://schemas.microsoft.com/office/drawing/2014/main" id="{41FD1A88-CD9C-D994-3170-04966CC8AE54}"/>
                </a:ext>
              </a:extLst>
            </p:cNvPr>
            <p:cNvSpPr/>
            <p:nvPr/>
          </p:nvSpPr>
          <p:spPr>
            <a:xfrm rot="16200000">
              <a:off x="6603557" y="1751794"/>
              <a:ext cx="1550673" cy="1491232"/>
            </a:xfrm>
            <a:prstGeom prst="trapezoid">
              <a:avLst>
                <a:gd name="adj" fmla="val 26386"/>
              </a:avLst>
            </a:prstGeom>
            <a:solidFill>
              <a:srgbClr val="EAC7C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1" name="文本框 650">
              <a:extLst>
                <a:ext uri="{FF2B5EF4-FFF2-40B4-BE49-F238E27FC236}">
                  <a16:creationId xmlns:a16="http://schemas.microsoft.com/office/drawing/2014/main" id="{48418F2E-2003-ED33-3A84-CF606AD9D39C}"/>
                </a:ext>
              </a:extLst>
            </p:cNvPr>
            <p:cNvSpPr txBox="1"/>
            <p:nvPr/>
          </p:nvSpPr>
          <p:spPr>
            <a:xfrm>
              <a:off x="6986607" y="2332425"/>
              <a:ext cx="11107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Decoder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52" name="文本框 651">
            <a:extLst>
              <a:ext uri="{FF2B5EF4-FFF2-40B4-BE49-F238E27FC236}">
                <a16:creationId xmlns:a16="http://schemas.microsoft.com/office/drawing/2014/main" id="{60426EDE-1DC3-9309-92F7-25D74DEBDECC}"/>
              </a:ext>
            </a:extLst>
          </p:cNvPr>
          <p:cNvSpPr txBox="1"/>
          <p:nvPr/>
        </p:nvSpPr>
        <p:spPr>
          <a:xfrm>
            <a:off x="9102102" y="4050642"/>
            <a:ext cx="20149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i="0" dirty="0">
                <a:solidFill>
                  <a:srgbClr val="24292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Adaptive Multi-Scale Feature Fusion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53" name="直接箭头连接符 652">
            <a:extLst>
              <a:ext uri="{FF2B5EF4-FFF2-40B4-BE49-F238E27FC236}">
                <a16:creationId xmlns:a16="http://schemas.microsoft.com/office/drawing/2014/main" id="{D067F279-3005-E2C3-652B-8224454A04FC}"/>
              </a:ext>
            </a:extLst>
          </p:cNvPr>
          <p:cNvCxnSpPr>
            <a:cxnSpLocks/>
          </p:cNvCxnSpPr>
          <p:nvPr/>
        </p:nvCxnSpPr>
        <p:spPr>
          <a:xfrm flipV="1">
            <a:off x="9857720" y="4849384"/>
            <a:ext cx="0" cy="63558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4" name="直接箭头连接符 653">
            <a:extLst>
              <a:ext uri="{FF2B5EF4-FFF2-40B4-BE49-F238E27FC236}">
                <a16:creationId xmlns:a16="http://schemas.microsoft.com/office/drawing/2014/main" id="{2F7C542B-6807-E3B7-E1EC-F8B40ECF4F01}"/>
              </a:ext>
            </a:extLst>
          </p:cNvPr>
          <p:cNvCxnSpPr>
            <a:cxnSpLocks/>
          </p:cNvCxnSpPr>
          <p:nvPr/>
        </p:nvCxnSpPr>
        <p:spPr>
          <a:xfrm>
            <a:off x="10102830" y="4849384"/>
            <a:ext cx="0" cy="57970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5" name="直接箭头连接符 654">
            <a:extLst>
              <a:ext uri="{FF2B5EF4-FFF2-40B4-BE49-F238E27FC236}">
                <a16:creationId xmlns:a16="http://schemas.microsoft.com/office/drawing/2014/main" id="{4BE430CE-45FF-D146-8974-269B604A4A89}"/>
              </a:ext>
            </a:extLst>
          </p:cNvPr>
          <p:cNvCxnSpPr>
            <a:cxnSpLocks/>
          </p:cNvCxnSpPr>
          <p:nvPr/>
        </p:nvCxnSpPr>
        <p:spPr>
          <a:xfrm>
            <a:off x="10971510" y="6049217"/>
            <a:ext cx="38735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6" name="文本框 655">
            <a:extLst>
              <a:ext uri="{FF2B5EF4-FFF2-40B4-BE49-F238E27FC236}">
                <a16:creationId xmlns:a16="http://schemas.microsoft.com/office/drawing/2014/main" id="{83688D89-354D-F52B-BC2B-50E85865B7E0}"/>
              </a:ext>
            </a:extLst>
          </p:cNvPr>
          <p:cNvSpPr txBox="1"/>
          <p:nvPr/>
        </p:nvSpPr>
        <p:spPr>
          <a:xfrm>
            <a:off x="11353393" y="5864551"/>
            <a:ext cx="751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Mask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57" name="组合 656">
            <a:extLst>
              <a:ext uri="{FF2B5EF4-FFF2-40B4-BE49-F238E27FC236}">
                <a16:creationId xmlns:a16="http://schemas.microsoft.com/office/drawing/2014/main" id="{74A0117E-70F2-686A-AB42-A18D7BF39DC5}"/>
              </a:ext>
            </a:extLst>
          </p:cNvPr>
          <p:cNvGrpSpPr/>
          <p:nvPr/>
        </p:nvGrpSpPr>
        <p:grpSpPr>
          <a:xfrm>
            <a:off x="11137568" y="4072490"/>
            <a:ext cx="652372" cy="584077"/>
            <a:chOff x="7477420" y="4652979"/>
            <a:chExt cx="1329840" cy="1057193"/>
          </a:xfrm>
        </p:grpSpPr>
        <p:sp>
          <p:nvSpPr>
            <p:cNvPr id="658" name="立方体 657">
              <a:extLst>
                <a:ext uri="{FF2B5EF4-FFF2-40B4-BE49-F238E27FC236}">
                  <a16:creationId xmlns:a16="http://schemas.microsoft.com/office/drawing/2014/main" id="{AC31BAB5-231F-09B1-408E-B95C97691388}"/>
                </a:ext>
              </a:extLst>
            </p:cNvPr>
            <p:cNvSpPr/>
            <p:nvPr/>
          </p:nvSpPr>
          <p:spPr>
            <a:xfrm>
              <a:off x="7477421" y="5312685"/>
              <a:ext cx="1329839" cy="397487"/>
            </a:xfrm>
            <a:prstGeom prst="cube">
              <a:avLst>
                <a:gd name="adj" fmla="val 77174"/>
              </a:avLst>
            </a:prstGeom>
            <a:solidFill>
              <a:srgbClr val="BFBFBF"/>
            </a:solidFill>
            <a:ln w="25400">
              <a:solidFill>
                <a:srgbClr val="A5A5A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9" name="立方体 658">
              <a:extLst>
                <a:ext uri="{FF2B5EF4-FFF2-40B4-BE49-F238E27FC236}">
                  <a16:creationId xmlns:a16="http://schemas.microsoft.com/office/drawing/2014/main" id="{A2968DAF-4422-292D-5F51-4E5337607A70}"/>
                </a:ext>
              </a:extLst>
            </p:cNvPr>
            <p:cNvSpPr/>
            <p:nvPr/>
          </p:nvSpPr>
          <p:spPr>
            <a:xfrm>
              <a:off x="7477421" y="5108196"/>
              <a:ext cx="1329839" cy="397487"/>
            </a:xfrm>
            <a:prstGeom prst="cube">
              <a:avLst>
                <a:gd name="adj" fmla="val 77174"/>
              </a:avLst>
            </a:prstGeom>
            <a:solidFill>
              <a:srgbClr val="E5B9B5"/>
            </a:solidFill>
            <a:ln w="25400">
              <a:solidFill>
                <a:srgbClr val="D9958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0" name="立方体 659">
              <a:extLst>
                <a:ext uri="{FF2B5EF4-FFF2-40B4-BE49-F238E27FC236}">
                  <a16:creationId xmlns:a16="http://schemas.microsoft.com/office/drawing/2014/main" id="{3FD377D9-1F99-A6EB-8773-FB319FE6C8F9}"/>
                </a:ext>
              </a:extLst>
            </p:cNvPr>
            <p:cNvSpPr/>
            <p:nvPr/>
          </p:nvSpPr>
          <p:spPr>
            <a:xfrm>
              <a:off x="7477420" y="4875271"/>
              <a:ext cx="1329839" cy="397487"/>
            </a:xfrm>
            <a:prstGeom prst="cube">
              <a:avLst>
                <a:gd name="adj" fmla="val 77174"/>
              </a:avLst>
            </a:prstGeom>
            <a:solidFill>
              <a:srgbClr val="B7DDE8"/>
            </a:solidFill>
            <a:ln w="25400">
              <a:solidFill>
                <a:srgbClr val="92CDD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1" name="立方体 660">
              <a:extLst>
                <a:ext uri="{FF2B5EF4-FFF2-40B4-BE49-F238E27FC236}">
                  <a16:creationId xmlns:a16="http://schemas.microsoft.com/office/drawing/2014/main" id="{E44950A1-9AA7-D127-496C-33962159935F}"/>
                </a:ext>
              </a:extLst>
            </p:cNvPr>
            <p:cNvSpPr/>
            <p:nvPr/>
          </p:nvSpPr>
          <p:spPr>
            <a:xfrm>
              <a:off x="7477421" y="4652979"/>
              <a:ext cx="1329839" cy="397487"/>
            </a:xfrm>
            <a:prstGeom prst="cube">
              <a:avLst>
                <a:gd name="adj" fmla="val 77174"/>
              </a:avLst>
            </a:prstGeom>
            <a:solidFill>
              <a:srgbClr val="FBD7BB"/>
            </a:solidFill>
            <a:ln w="25400">
              <a:solidFill>
                <a:srgbClr val="F9C4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550" name="直接连接符 549">
            <a:extLst>
              <a:ext uri="{FF2B5EF4-FFF2-40B4-BE49-F238E27FC236}">
                <a16:creationId xmlns:a16="http://schemas.microsoft.com/office/drawing/2014/main" id="{B01C1D6B-1429-F202-6E95-29AE5E3750C3}"/>
              </a:ext>
            </a:extLst>
          </p:cNvPr>
          <p:cNvCxnSpPr/>
          <p:nvPr/>
        </p:nvCxnSpPr>
        <p:spPr>
          <a:xfrm>
            <a:off x="8404791" y="702656"/>
            <a:ext cx="0" cy="258297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1" name="直接连接符 550">
            <a:extLst>
              <a:ext uri="{FF2B5EF4-FFF2-40B4-BE49-F238E27FC236}">
                <a16:creationId xmlns:a16="http://schemas.microsoft.com/office/drawing/2014/main" id="{10160586-6C03-CA27-D586-28497FF66738}"/>
              </a:ext>
            </a:extLst>
          </p:cNvPr>
          <p:cNvCxnSpPr>
            <a:cxnSpLocks/>
          </p:cNvCxnSpPr>
          <p:nvPr/>
        </p:nvCxnSpPr>
        <p:spPr>
          <a:xfrm>
            <a:off x="8140631" y="909747"/>
            <a:ext cx="0" cy="238509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3" name="直接连接符 562">
            <a:extLst>
              <a:ext uri="{FF2B5EF4-FFF2-40B4-BE49-F238E27FC236}">
                <a16:creationId xmlns:a16="http://schemas.microsoft.com/office/drawing/2014/main" id="{6F47C220-243E-6EAA-F5C8-7B0E19EEF1CB}"/>
              </a:ext>
            </a:extLst>
          </p:cNvPr>
          <p:cNvCxnSpPr/>
          <p:nvPr/>
        </p:nvCxnSpPr>
        <p:spPr>
          <a:xfrm>
            <a:off x="8651683" y="530247"/>
            <a:ext cx="0" cy="276459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00550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DD5DB-13BD-FBEA-9817-A9CF8BF2F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6" name="直接箭头连接符 215">
            <a:extLst>
              <a:ext uri="{FF2B5EF4-FFF2-40B4-BE49-F238E27FC236}">
                <a16:creationId xmlns:a16="http://schemas.microsoft.com/office/drawing/2014/main" id="{99F3FBF3-4CC5-E184-4763-9928816F9E3D}"/>
              </a:ext>
            </a:extLst>
          </p:cNvPr>
          <p:cNvCxnSpPr>
            <a:cxnSpLocks/>
            <a:stCxn id="3" idx="2"/>
            <a:endCxn id="43" idx="0"/>
          </p:cNvCxnSpPr>
          <p:nvPr/>
        </p:nvCxnSpPr>
        <p:spPr>
          <a:xfrm flipH="1">
            <a:off x="2933373" y="2453342"/>
            <a:ext cx="1162" cy="20344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直接箭头连接符 220">
            <a:extLst>
              <a:ext uri="{FF2B5EF4-FFF2-40B4-BE49-F238E27FC236}">
                <a16:creationId xmlns:a16="http://schemas.microsoft.com/office/drawing/2014/main" id="{B08E0C97-B058-847F-55A1-BA092D4185EF}"/>
              </a:ext>
            </a:extLst>
          </p:cNvPr>
          <p:cNvCxnSpPr>
            <a:cxnSpLocks/>
            <a:stCxn id="3" idx="3"/>
            <a:endCxn id="30" idx="1"/>
          </p:cNvCxnSpPr>
          <p:nvPr/>
        </p:nvCxnSpPr>
        <p:spPr>
          <a:xfrm>
            <a:off x="3230675" y="1753687"/>
            <a:ext cx="709992" cy="630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6003028E-5B18-1017-CA82-C060B1006F5C}"/>
              </a:ext>
            </a:extLst>
          </p:cNvPr>
          <p:cNvCxnSpPr>
            <a:cxnSpLocks/>
          </p:cNvCxnSpPr>
          <p:nvPr/>
        </p:nvCxnSpPr>
        <p:spPr>
          <a:xfrm>
            <a:off x="1442676" y="1771985"/>
            <a:ext cx="1208565" cy="7354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矩形 42">
            <a:extLst>
              <a:ext uri="{FF2B5EF4-FFF2-40B4-BE49-F238E27FC236}">
                <a16:creationId xmlns:a16="http://schemas.microsoft.com/office/drawing/2014/main" id="{06B0FAF4-C473-24E0-75C4-8813BD154CED}"/>
              </a:ext>
            </a:extLst>
          </p:cNvPr>
          <p:cNvSpPr/>
          <p:nvPr/>
        </p:nvSpPr>
        <p:spPr>
          <a:xfrm>
            <a:off x="2390215" y="2656786"/>
            <a:ext cx="1086315" cy="289143"/>
          </a:xfrm>
          <a:prstGeom prst="rect">
            <a:avLst/>
          </a:prstGeom>
          <a:solidFill>
            <a:srgbClr val="EAC7C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Adapter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F39C8E66-372E-DF74-9C45-CBD98FD56A0B}"/>
              </a:ext>
            </a:extLst>
          </p:cNvPr>
          <p:cNvCxnSpPr>
            <a:cxnSpLocks/>
            <a:stCxn id="30" idx="2"/>
            <a:endCxn id="193" idx="0"/>
          </p:cNvCxnSpPr>
          <p:nvPr/>
        </p:nvCxnSpPr>
        <p:spPr>
          <a:xfrm>
            <a:off x="4236808" y="2459642"/>
            <a:ext cx="60" cy="20181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3" name="矩形 192">
            <a:extLst>
              <a:ext uri="{FF2B5EF4-FFF2-40B4-BE49-F238E27FC236}">
                <a16:creationId xmlns:a16="http://schemas.microsoft.com/office/drawing/2014/main" id="{AD7D0F24-13D8-190D-51A9-29E84DB4A90E}"/>
              </a:ext>
            </a:extLst>
          </p:cNvPr>
          <p:cNvSpPr/>
          <p:nvPr/>
        </p:nvSpPr>
        <p:spPr>
          <a:xfrm>
            <a:off x="3693710" y="2661456"/>
            <a:ext cx="1086315" cy="289143"/>
          </a:xfrm>
          <a:prstGeom prst="rect">
            <a:avLst/>
          </a:prstGeom>
          <a:solidFill>
            <a:srgbClr val="EAC7C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Adapter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7" name="直接箭头连接符 216">
            <a:extLst>
              <a:ext uri="{FF2B5EF4-FFF2-40B4-BE49-F238E27FC236}">
                <a16:creationId xmlns:a16="http://schemas.microsoft.com/office/drawing/2014/main" id="{4EC4BD26-5502-B620-DECA-CFE2A4435CA8}"/>
              </a:ext>
            </a:extLst>
          </p:cNvPr>
          <p:cNvCxnSpPr>
            <a:cxnSpLocks/>
            <a:stCxn id="54" idx="2"/>
            <a:endCxn id="225" idx="0"/>
          </p:cNvCxnSpPr>
          <p:nvPr/>
        </p:nvCxnSpPr>
        <p:spPr>
          <a:xfrm flipH="1">
            <a:off x="5537928" y="2465770"/>
            <a:ext cx="2016" cy="19101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直接箭头连接符 225">
            <a:extLst>
              <a:ext uri="{FF2B5EF4-FFF2-40B4-BE49-F238E27FC236}">
                <a16:creationId xmlns:a16="http://schemas.microsoft.com/office/drawing/2014/main" id="{4F43E0A9-0DC9-2E74-BA4E-27835C535E92}"/>
              </a:ext>
            </a:extLst>
          </p:cNvPr>
          <p:cNvCxnSpPr>
            <a:cxnSpLocks/>
            <a:endCxn id="232" idx="0"/>
          </p:cNvCxnSpPr>
          <p:nvPr/>
        </p:nvCxnSpPr>
        <p:spPr>
          <a:xfrm>
            <a:off x="7150392" y="2468125"/>
            <a:ext cx="2434" cy="19183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直接箭头连接符 232">
            <a:extLst>
              <a:ext uri="{FF2B5EF4-FFF2-40B4-BE49-F238E27FC236}">
                <a16:creationId xmlns:a16="http://schemas.microsoft.com/office/drawing/2014/main" id="{8D51A4E8-3A8C-D633-5FA7-DBCE9B586EA7}"/>
              </a:ext>
            </a:extLst>
          </p:cNvPr>
          <p:cNvCxnSpPr>
            <a:cxnSpLocks/>
            <a:stCxn id="30" idx="3"/>
            <a:endCxn id="54" idx="1"/>
          </p:cNvCxnSpPr>
          <p:nvPr/>
        </p:nvCxnSpPr>
        <p:spPr>
          <a:xfrm>
            <a:off x="4532948" y="1759987"/>
            <a:ext cx="710855" cy="6128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直接箭头连接符 237">
            <a:extLst>
              <a:ext uri="{FF2B5EF4-FFF2-40B4-BE49-F238E27FC236}">
                <a16:creationId xmlns:a16="http://schemas.microsoft.com/office/drawing/2014/main" id="{BDC513F6-F4F3-E34D-885E-41D340325F5A}"/>
              </a:ext>
            </a:extLst>
          </p:cNvPr>
          <p:cNvCxnSpPr>
            <a:cxnSpLocks/>
          </p:cNvCxnSpPr>
          <p:nvPr/>
        </p:nvCxnSpPr>
        <p:spPr>
          <a:xfrm>
            <a:off x="5830417" y="1765989"/>
            <a:ext cx="297162" cy="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2" name="矩形 241">
            <a:extLst>
              <a:ext uri="{FF2B5EF4-FFF2-40B4-BE49-F238E27FC236}">
                <a16:creationId xmlns:a16="http://schemas.microsoft.com/office/drawing/2014/main" id="{330918CA-46B2-227B-108C-8E6F75CE7A42}"/>
              </a:ext>
            </a:extLst>
          </p:cNvPr>
          <p:cNvSpPr/>
          <p:nvPr/>
        </p:nvSpPr>
        <p:spPr>
          <a:xfrm>
            <a:off x="2099045" y="142761"/>
            <a:ext cx="5841139" cy="2885289"/>
          </a:xfrm>
          <a:prstGeom prst="rect">
            <a:avLst/>
          </a:prstGeom>
          <a:noFill/>
          <a:ln w="6350"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98" name="直接连接符 397">
            <a:extLst>
              <a:ext uri="{FF2B5EF4-FFF2-40B4-BE49-F238E27FC236}">
                <a16:creationId xmlns:a16="http://schemas.microsoft.com/office/drawing/2014/main" id="{39E502D2-DC92-488C-594C-FBBCDE3E59C6}"/>
              </a:ext>
            </a:extLst>
          </p:cNvPr>
          <p:cNvCxnSpPr>
            <a:cxnSpLocks/>
            <a:stCxn id="43" idx="2"/>
          </p:cNvCxnSpPr>
          <p:nvPr/>
        </p:nvCxnSpPr>
        <p:spPr>
          <a:xfrm flipH="1">
            <a:off x="2933372" y="2945929"/>
            <a:ext cx="1" cy="56628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0" name="直接箭头连接符 409">
            <a:extLst>
              <a:ext uri="{FF2B5EF4-FFF2-40B4-BE49-F238E27FC236}">
                <a16:creationId xmlns:a16="http://schemas.microsoft.com/office/drawing/2014/main" id="{13579D4D-C574-B01C-A313-CDB131878D08}"/>
              </a:ext>
            </a:extLst>
          </p:cNvPr>
          <p:cNvCxnSpPr>
            <a:cxnSpLocks/>
            <a:endCxn id="411" idx="1"/>
          </p:cNvCxnSpPr>
          <p:nvPr/>
        </p:nvCxnSpPr>
        <p:spPr>
          <a:xfrm>
            <a:off x="2930938" y="3281570"/>
            <a:ext cx="349853" cy="278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1" name="矩形 410">
            <a:extLst>
              <a:ext uri="{FF2B5EF4-FFF2-40B4-BE49-F238E27FC236}">
                <a16:creationId xmlns:a16="http://schemas.microsoft.com/office/drawing/2014/main" id="{6C71DF0E-7B0D-F293-2679-5F481E579B73}"/>
              </a:ext>
            </a:extLst>
          </p:cNvPr>
          <p:cNvSpPr/>
          <p:nvPr/>
        </p:nvSpPr>
        <p:spPr>
          <a:xfrm>
            <a:off x="3280791" y="3144340"/>
            <a:ext cx="538294" cy="28003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</a:t>
            </a:r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16" name="直接箭头连接符 415">
            <a:extLst>
              <a:ext uri="{FF2B5EF4-FFF2-40B4-BE49-F238E27FC236}">
                <a16:creationId xmlns:a16="http://schemas.microsoft.com/office/drawing/2014/main" id="{EC1EA934-909F-4C69-C66B-4D761796ACAB}"/>
              </a:ext>
            </a:extLst>
          </p:cNvPr>
          <p:cNvCxnSpPr>
            <a:cxnSpLocks/>
            <a:stCxn id="411" idx="3"/>
            <a:endCxn id="422" idx="2"/>
          </p:cNvCxnSpPr>
          <p:nvPr/>
        </p:nvCxnSpPr>
        <p:spPr>
          <a:xfrm flipV="1">
            <a:off x="3819085" y="3281570"/>
            <a:ext cx="355522" cy="278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9" name="直接连接符 418">
            <a:extLst>
              <a:ext uri="{FF2B5EF4-FFF2-40B4-BE49-F238E27FC236}">
                <a16:creationId xmlns:a16="http://schemas.microsoft.com/office/drawing/2014/main" id="{5533F2F4-7E97-DB42-24F0-9C012C5DC798}"/>
              </a:ext>
            </a:extLst>
          </p:cNvPr>
          <p:cNvCxnSpPr>
            <a:cxnSpLocks/>
          </p:cNvCxnSpPr>
          <p:nvPr/>
        </p:nvCxnSpPr>
        <p:spPr>
          <a:xfrm>
            <a:off x="4247960" y="2952750"/>
            <a:ext cx="0" cy="23142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1" name="组合 420">
            <a:extLst>
              <a:ext uri="{FF2B5EF4-FFF2-40B4-BE49-F238E27FC236}">
                <a16:creationId xmlns:a16="http://schemas.microsoft.com/office/drawing/2014/main" id="{FB04D5A1-3DEF-4973-C91B-5414C3C5D880}"/>
              </a:ext>
            </a:extLst>
          </p:cNvPr>
          <p:cNvGrpSpPr/>
          <p:nvPr/>
        </p:nvGrpSpPr>
        <p:grpSpPr>
          <a:xfrm>
            <a:off x="4174607" y="3184178"/>
            <a:ext cx="146706" cy="170019"/>
            <a:chOff x="3044767" y="2807959"/>
            <a:chExt cx="146706" cy="170019"/>
          </a:xfrm>
        </p:grpSpPr>
        <p:sp>
          <p:nvSpPr>
            <p:cNvPr id="422" name="椭圆 421">
              <a:extLst>
                <a:ext uri="{FF2B5EF4-FFF2-40B4-BE49-F238E27FC236}">
                  <a16:creationId xmlns:a16="http://schemas.microsoft.com/office/drawing/2014/main" id="{B925D272-3722-F811-95CE-392BF86A3574}"/>
                </a:ext>
              </a:extLst>
            </p:cNvPr>
            <p:cNvSpPr/>
            <p:nvPr/>
          </p:nvSpPr>
          <p:spPr>
            <a:xfrm>
              <a:off x="3044767" y="2832724"/>
              <a:ext cx="146706" cy="14525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23" name="直接连接符 422">
              <a:extLst>
                <a:ext uri="{FF2B5EF4-FFF2-40B4-BE49-F238E27FC236}">
                  <a16:creationId xmlns:a16="http://schemas.microsoft.com/office/drawing/2014/main" id="{1A46B43D-37D8-3926-B3D1-96797B0A04CC}"/>
                </a:ext>
              </a:extLst>
            </p:cNvPr>
            <p:cNvCxnSpPr>
              <a:cxnSpLocks/>
              <a:endCxn id="422" idx="4"/>
            </p:cNvCxnSpPr>
            <p:nvPr/>
          </p:nvCxnSpPr>
          <p:spPr>
            <a:xfrm>
              <a:off x="3118120" y="2807959"/>
              <a:ext cx="0" cy="17001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直接连接符 423">
              <a:extLst>
                <a:ext uri="{FF2B5EF4-FFF2-40B4-BE49-F238E27FC236}">
                  <a16:creationId xmlns:a16="http://schemas.microsoft.com/office/drawing/2014/main" id="{20560D30-7CEB-38E2-D492-E1E1BA1CAF93}"/>
                </a:ext>
              </a:extLst>
            </p:cNvPr>
            <p:cNvCxnSpPr>
              <a:stCxn id="422" idx="2"/>
              <a:endCxn id="422" idx="6"/>
            </p:cNvCxnSpPr>
            <p:nvPr/>
          </p:nvCxnSpPr>
          <p:spPr>
            <a:xfrm>
              <a:off x="3044767" y="2905351"/>
              <a:ext cx="14670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27" name="直接连接符 426">
            <a:extLst>
              <a:ext uri="{FF2B5EF4-FFF2-40B4-BE49-F238E27FC236}">
                <a16:creationId xmlns:a16="http://schemas.microsoft.com/office/drawing/2014/main" id="{32EF8E06-0302-BF8F-5843-92EAA6CEB593}"/>
              </a:ext>
            </a:extLst>
          </p:cNvPr>
          <p:cNvCxnSpPr>
            <a:cxnSpLocks/>
          </p:cNvCxnSpPr>
          <p:nvPr/>
        </p:nvCxnSpPr>
        <p:spPr>
          <a:xfrm flipH="1">
            <a:off x="2930938" y="3506499"/>
            <a:ext cx="131702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4" name="直接箭头连接符 433">
            <a:extLst>
              <a:ext uri="{FF2B5EF4-FFF2-40B4-BE49-F238E27FC236}">
                <a16:creationId xmlns:a16="http://schemas.microsoft.com/office/drawing/2014/main" id="{51FB6998-EF1E-3C59-ACDE-81AB36774597}"/>
              </a:ext>
            </a:extLst>
          </p:cNvPr>
          <p:cNvCxnSpPr>
            <a:endCxn id="422" idx="4"/>
          </p:cNvCxnSpPr>
          <p:nvPr/>
        </p:nvCxnSpPr>
        <p:spPr>
          <a:xfrm flipV="1">
            <a:off x="4247960" y="3354197"/>
            <a:ext cx="0" cy="15230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1" name="直接箭头连接符 450">
            <a:extLst>
              <a:ext uri="{FF2B5EF4-FFF2-40B4-BE49-F238E27FC236}">
                <a16:creationId xmlns:a16="http://schemas.microsoft.com/office/drawing/2014/main" id="{76123972-768B-DBA0-2242-0E36F5AA8B24}"/>
              </a:ext>
            </a:extLst>
          </p:cNvPr>
          <p:cNvCxnSpPr>
            <a:cxnSpLocks/>
            <a:endCxn id="452" idx="1"/>
          </p:cNvCxnSpPr>
          <p:nvPr/>
        </p:nvCxnSpPr>
        <p:spPr>
          <a:xfrm>
            <a:off x="4317594" y="3281570"/>
            <a:ext cx="349853" cy="278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2" name="矩形 451">
            <a:extLst>
              <a:ext uri="{FF2B5EF4-FFF2-40B4-BE49-F238E27FC236}">
                <a16:creationId xmlns:a16="http://schemas.microsoft.com/office/drawing/2014/main" id="{2D9B4492-3782-4A8B-4098-F7C4FC4B6E4A}"/>
              </a:ext>
            </a:extLst>
          </p:cNvPr>
          <p:cNvSpPr/>
          <p:nvPr/>
        </p:nvSpPr>
        <p:spPr>
          <a:xfrm>
            <a:off x="4667447" y="3144340"/>
            <a:ext cx="538294" cy="28003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</a:t>
            </a:r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53" name="直接箭头连接符 452">
            <a:extLst>
              <a:ext uri="{FF2B5EF4-FFF2-40B4-BE49-F238E27FC236}">
                <a16:creationId xmlns:a16="http://schemas.microsoft.com/office/drawing/2014/main" id="{ACC34263-F792-95A3-94C2-EBDC7403ADCD}"/>
              </a:ext>
            </a:extLst>
          </p:cNvPr>
          <p:cNvCxnSpPr>
            <a:cxnSpLocks/>
            <a:stCxn id="452" idx="3"/>
            <a:endCxn id="456" idx="2"/>
          </p:cNvCxnSpPr>
          <p:nvPr/>
        </p:nvCxnSpPr>
        <p:spPr>
          <a:xfrm flipV="1">
            <a:off x="5205741" y="3281570"/>
            <a:ext cx="255183" cy="278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4" name="直接连接符 453">
            <a:extLst>
              <a:ext uri="{FF2B5EF4-FFF2-40B4-BE49-F238E27FC236}">
                <a16:creationId xmlns:a16="http://schemas.microsoft.com/office/drawing/2014/main" id="{9BB6899B-DDEA-DDDE-1D62-EB8E94E41DF1}"/>
              </a:ext>
            </a:extLst>
          </p:cNvPr>
          <p:cNvCxnSpPr>
            <a:cxnSpLocks/>
            <a:endCxn id="456" idx="0"/>
          </p:cNvCxnSpPr>
          <p:nvPr/>
        </p:nvCxnSpPr>
        <p:spPr>
          <a:xfrm flipH="1">
            <a:off x="5534277" y="2884209"/>
            <a:ext cx="1217" cy="32473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5" name="组合 454">
            <a:extLst>
              <a:ext uri="{FF2B5EF4-FFF2-40B4-BE49-F238E27FC236}">
                <a16:creationId xmlns:a16="http://schemas.microsoft.com/office/drawing/2014/main" id="{AC2FFA7A-4DCC-8BBB-4A46-8C4395AB52C0}"/>
              </a:ext>
            </a:extLst>
          </p:cNvPr>
          <p:cNvGrpSpPr/>
          <p:nvPr/>
        </p:nvGrpSpPr>
        <p:grpSpPr>
          <a:xfrm>
            <a:off x="5460924" y="3208943"/>
            <a:ext cx="146706" cy="145254"/>
            <a:chOff x="3044767" y="2832724"/>
            <a:chExt cx="146706" cy="145254"/>
          </a:xfrm>
        </p:grpSpPr>
        <p:sp>
          <p:nvSpPr>
            <p:cNvPr id="456" name="椭圆 455">
              <a:extLst>
                <a:ext uri="{FF2B5EF4-FFF2-40B4-BE49-F238E27FC236}">
                  <a16:creationId xmlns:a16="http://schemas.microsoft.com/office/drawing/2014/main" id="{953A7BFC-EE2B-3128-1B93-E3BF4BB07DA0}"/>
                </a:ext>
              </a:extLst>
            </p:cNvPr>
            <p:cNvSpPr/>
            <p:nvPr/>
          </p:nvSpPr>
          <p:spPr>
            <a:xfrm>
              <a:off x="3044767" y="2832724"/>
              <a:ext cx="146706" cy="14525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57" name="直接连接符 456">
              <a:extLst>
                <a:ext uri="{FF2B5EF4-FFF2-40B4-BE49-F238E27FC236}">
                  <a16:creationId xmlns:a16="http://schemas.microsoft.com/office/drawing/2014/main" id="{182D3DC8-FA39-5A22-4D92-717A4A068C64}"/>
                </a:ext>
              </a:extLst>
            </p:cNvPr>
            <p:cNvCxnSpPr>
              <a:stCxn id="456" idx="0"/>
              <a:endCxn id="456" idx="4"/>
            </p:cNvCxnSpPr>
            <p:nvPr/>
          </p:nvCxnSpPr>
          <p:spPr>
            <a:xfrm>
              <a:off x="3118120" y="2832724"/>
              <a:ext cx="0" cy="14525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8" name="直接连接符 457">
              <a:extLst>
                <a:ext uri="{FF2B5EF4-FFF2-40B4-BE49-F238E27FC236}">
                  <a16:creationId xmlns:a16="http://schemas.microsoft.com/office/drawing/2014/main" id="{2DE87D6C-0F4C-C2CB-63FC-7A7F5AD7ECEC}"/>
                </a:ext>
              </a:extLst>
            </p:cNvPr>
            <p:cNvCxnSpPr>
              <a:stCxn id="456" idx="2"/>
              <a:endCxn id="456" idx="6"/>
            </p:cNvCxnSpPr>
            <p:nvPr/>
          </p:nvCxnSpPr>
          <p:spPr>
            <a:xfrm>
              <a:off x="3044767" y="2905351"/>
              <a:ext cx="14670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60" name="直接箭头连接符 459">
            <a:extLst>
              <a:ext uri="{FF2B5EF4-FFF2-40B4-BE49-F238E27FC236}">
                <a16:creationId xmlns:a16="http://schemas.microsoft.com/office/drawing/2014/main" id="{B2A5EC5C-BF51-C6D7-9053-C5B85567EDB7}"/>
              </a:ext>
            </a:extLst>
          </p:cNvPr>
          <p:cNvCxnSpPr>
            <a:endCxn id="456" idx="4"/>
          </p:cNvCxnSpPr>
          <p:nvPr/>
        </p:nvCxnSpPr>
        <p:spPr>
          <a:xfrm flipV="1">
            <a:off x="5534277" y="3354197"/>
            <a:ext cx="0" cy="15230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3" name="直接连接符 462">
            <a:extLst>
              <a:ext uri="{FF2B5EF4-FFF2-40B4-BE49-F238E27FC236}">
                <a16:creationId xmlns:a16="http://schemas.microsoft.com/office/drawing/2014/main" id="{84B04FC3-CE5E-C493-CB12-F939ABC37E5F}"/>
              </a:ext>
            </a:extLst>
          </p:cNvPr>
          <p:cNvCxnSpPr>
            <a:cxnSpLocks/>
          </p:cNvCxnSpPr>
          <p:nvPr/>
        </p:nvCxnSpPr>
        <p:spPr>
          <a:xfrm>
            <a:off x="4412173" y="3281570"/>
            <a:ext cx="92" cy="22492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3" name="矩形 482">
            <a:extLst>
              <a:ext uri="{FF2B5EF4-FFF2-40B4-BE49-F238E27FC236}">
                <a16:creationId xmlns:a16="http://schemas.microsoft.com/office/drawing/2014/main" id="{AA5494AD-1EB5-DBF7-F052-5517365E5CDF}"/>
              </a:ext>
            </a:extLst>
          </p:cNvPr>
          <p:cNvSpPr/>
          <p:nvPr/>
        </p:nvSpPr>
        <p:spPr>
          <a:xfrm>
            <a:off x="6387143" y="3153312"/>
            <a:ext cx="538294" cy="28003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</a:t>
            </a:r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84" name="直接箭头连接符 483">
            <a:extLst>
              <a:ext uri="{FF2B5EF4-FFF2-40B4-BE49-F238E27FC236}">
                <a16:creationId xmlns:a16="http://schemas.microsoft.com/office/drawing/2014/main" id="{3DAE61EF-EAAC-2EAD-F0F1-4238A3B0E4DD}"/>
              </a:ext>
            </a:extLst>
          </p:cNvPr>
          <p:cNvCxnSpPr>
            <a:cxnSpLocks/>
            <a:stCxn id="483" idx="3"/>
            <a:endCxn id="487" idx="2"/>
          </p:cNvCxnSpPr>
          <p:nvPr/>
        </p:nvCxnSpPr>
        <p:spPr>
          <a:xfrm flipV="1">
            <a:off x="6925437" y="3290543"/>
            <a:ext cx="151602" cy="278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5" name="直接连接符 484">
            <a:extLst>
              <a:ext uri="{FF2B5EF4-FFF2-40B4-BE49-F238E27FC236}">
                <a16:creationId xmlns:a16="http://schemas.microsoft.com/office/drawing/2014/main" id="{0D4C1FED-F67C-4A50-00F6-2C911920DADA}"/>
              </a:ext>
            </a:extLst>
          </p:cNvPr>
          <p:cNvCxnSpPr>
            <a:cxnSpLocks/>
            <a:endCxn id="487" idx="0"/>
          </p:cNvCxnSpPr>
          <p:nvPr/>
        </p:nvCxnSpPr>
        <p:spPr>
          <a:xfrm flipH="1">
            <a:off x="7150392" y="2893182"/>
            <a:ext cx="1217" cy="32473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6" name="组合 485">
            <a:extLst>
              <a:ext uri="{FF2B5EF4-FFF2-40B4-BE49-F238E27FC236}">
                <a16:creationId xmlns:a16="http://schemas.microsoft.com/office/drawing/2014/main" id="{D69BF660-1267-AC9E-720D-E0EF74A9CBF6}"/>
              </a:ext>
            </a:extLst>
          </p:cNvPr>
          <p:cNvGrpSpPr/>
          <p:nvPr/>
        </p:nvGrpSpPr>
        <p:grpSpPr>
          <a:xfrm>
            <a:off x="7077039" y="3217916"/>
            <a:ext cx="146706" cy="145254"/>
            <a:chOff x="3044767" y="2832724"/>
            <a:chExt cx="146706" cy="145254"/>
          </a:xfrm>
        </p:grpSpPr>
        <p:sp>
          <p:nvSpPr>
            <p:cNvPr id="487" name="椭圆 486">
              <a:extLst>
                <a:ext uri="{FF2B5EF4-FFF2-40B4-BE49-F238E27FC236}">
                  <a16:creationId xmlns:a16="http://schemas.microsoft.com/office/drawing/2014/main" id="{9E4B0C52-942B-F5AE-C6BE-E41953CF05F1}"/>
                </a:ext>
              </a:extLst>
            </p:cNvPr>
            <p:cNvSpPr/>
            <p:nvPr/>
          </p:nvSpPr>
          <p:spPr>
            <a:xfrm>
              <a:off x="3044767" y="2832724"/>
              <a:ext cx="146706" cy="14525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88" name="直接连接符 487">
              <a:extLst>
                <a:ext uri="{FF2B5EF4-FFF2-40B4-BE49-F238E27FC236}">
                  <a16:creationId xmlns:a16="http://schemas.microsoft.com/office/drawing/2014/main" id="{7F332930-2737-EC25-4ECE-FA8CC1C75672}"/>
                </a:ext>
              </a:extLst>
            </p:cNvPr>
            <p:cNvCxnSpPr>
              <a:stCxn id="487" idx="0"/>
              <a:endCxn id="487" idx="4"/>
            </p:cNvCxnSpPr>
            <p:nvPr/>
          </p:nvCxnSpPr>
          <p:spPr>
            <a:xfrm>
              <a:off x="3118120" y="2832724"/>
              <a:ext cx="0" cy="14525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9" name="直接连接符 488">
              <a:extLst>
                <a:ext uri="{FF2B5EF4-FFF2-40B4-BE49-F238E27FC236}">
                  <a16:creationId xmlns:a16="http://schemas.microsoft.com/office/drawing/2014/main" id="{A5F08894-2AC6-F63C-46EC-F20AABAB00C7}"/>
                </a:ext>
              </a:extLst>
            </p:cNvPr>
            <p:cNvCxnSpPr>
              <a:stCxn id="487" idx="2"/>
              <a:endCxn id="487" idx="6"/>
            </p:cNvCxnSpPr>
            <p:nvPr/>
          </p:nvCxnSpPr>
          <p:spPr>
            <a:xfrm>
              <a:off x="3044767" y="2905351"/>
              <a:ext cx="14670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91" name="直接箭头连接符 490">
            <a:extLst>
              <a:ext uri="{FF2B5EF4-FFF2-40B4-BE49-F238E27FC236}">
                <a16:creationId xmlns:a16="http://schemas.microsoft.com/office/drawing/2014/main" id="{DDF2D6E9-60C2-C490-91BB-55CE01A23A97}"/>
              </a:ext>
            </a:extLst>
          </p:cNvPr>
          <p:cNvCxnSpPr>
            <a:cxnSpLocks/>
            <a:endCxn id="487" idx="4"/>
          </p:cNvCxnSpPr>
          <p:nvPr/>
        </p:nvCxnSpPr>
        <p:spPr>
          <a:xfrm flipV="1">
            <a:off x="7150392" y="3363170"/>
            <a:ext cx="0" cy="16099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2" name="直接连接符 491">
            <a:extLst>
              <a:ext uri="{FF2B5EF4-FFF2-40B4-BE49-F238E27FC236}">
                <a16:creationId xmlns:a16="http://schemas.microsoft.com/office/drawing/2014/main" id="{73D6E673-E414-24FC-AD8E-4C02386B7457}"/>
              </a:ext>
            </a:extLst>
          </p:cNvPr>
          <p:cNvCxnSpPr>
            <a:cxnSpLocks/>
          </p:cNvCxnSpPr>
          <p:nvPr/>
        </p:nvCxnSpPr>
        <p:spPr>
          <a:xfrm>
            <a:off x="6085943" y="3337540"/>
            <a:ext cx="0" cy="18001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3" name="直接箭头连接符 492">
            <a:extLst>
              <a:ext uri="{FF2B5EF4-FFF2-40B4-BE49-F238E27FC236}">
                <a16:creationId xmlns:a16="http://schemas.microsoft.com/office/drawing/2014/main" id="{B7C8D49B-A884-0D7C-CD78-940F6FDC4EAC}"/>
              </a:ext>
            </a:extLst>
          </p:cNvPr>
          <p:cNvCxnSpPr>
            <a:cxnSpLocks/>
            <a:endCxn id="483" idx="1"/>
          </p:cNvCxnSpPr>
          <p:nvPr/>
        </p:nvCxnSpPr>
        <p:spPr>
          <a:xfrm>
            <a:off x="6218712" y="3290542"/>
            <a:ext cx="168431" cy="278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4" name="文本框 503">
            <a:extLst>
              <a:ext uri="{FF2B5EF4-FFF2-40B4-BE49-F238E27FC236}">
                <a16:creationId xmlns:a16="http://schemas.microsoft.com/office/drawing/2014/main" id="{20390B32-1E84-27F6-84C2-A4B106328076}"/>
              </a:ext>
            </a:extLst>
          </p:cNvPr>
          <p:cNvSpPr txBox="1"/>
          <p:nvPr/>
        </p:nvSpPr>
        <p:spPr>
          <a:xfrm>
            <a:off x="6118751" y="1479151"/>
            <a:ext cx="3596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05" name="直接箭头连接符 504">
            <a:extLst>
              <a:ext uri="{FF2B5EF4-FFF2-40B4-BE49-F238E27FC236}">
                <a16:creationId xmlns:a16="http://schemas.microsoft.com/office/drawing/2014/main" id="{48AB36C1-73BF-365A-98B4-B65C42B2492A}"/>
              </a:ext>
            </a:extLst>
          </p:cNvPr>
          <p:cNvCxnSpPr>
            <a:cxnSpLocks/>
          </p:cNvCxnSpPr>
          <p:nvPr/>
        </p:nvCxnSpPr>
        <p:spPr>
          <a:xfrm>
            <a:off x="6462234" y="1759847"/>
            <a:ext cx="392017" cy="4658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" name="直接箭头连接符 513">
            <a:extLst>
              <a:ext uri="{FF2B5EF4-FFF2-40B4-BE49-F238E27FC236}">
                <a16:creationId xmlns:a16="http://schemas.microsoft.com/office/drawing/2014/main" id="{3918CE0A-6C71-BDF2-C274-6628F810E1A8}"/>
              </a:ext>
            </a:extLst>
          </p:cNvPr>
          <p:cNvCxnSpPr>
            <a:cxnSpLocks/>
            <a:stCxn id="456" idx="6"/>
          </p:cNvCxnSpPr>
          <p:nvPr/>
        </p:nvCxnSpPr>
        <p:spPr>
          <a:xfrm>
            <a:off x="5607630" y="3281570"/>
            <a:ext cx="325639" cy="405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9" name="文本框 518">
            <a:extLst>
              <a:ext uri="{FF2B5EF4-FFF2-40B4-BE49-F238E27FC236}">
                <a16:creationId xmlns:a16="http://schemas.microsoft.com/office/drawing/2014/main" id="{79ADD754-F25D-BCA3-6F9C-2CE374F98B49}"/>
              </a:ext>
            </a:extLst>
          </p:cNvPr>
          <p:cNvSpPr txBox="1"/>
          <p:nvPr/>
        </p:nvSpPr>
        <p:spPr>
          <a:xfrm>
            <a:off x="5900837" y="3013344"/>
            <a:ext cx="3596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21" name="直接箭头连接符 520">
            <a:extLst>
              <a:ext uri="{FF2B5EF4-FFF2-40B4-BE49-F238E27FC236}">
                <a16:creationId xmlns:a16="http://schemas.microsoft.com/office/drawing/2014/main" id="{3882BF89-DBE7-AF10-F499-72471492830F}"/>
              </a:ext>
            </a:extLst>
          </p:cNvPr>
          <p:cNvCxnSpPr>
            <a:cxnSpLocks/>
            <a:stCxn id="487" idx="6"/>
            <a:endCxn id="525" idx="1"/>
          </p:cNvCxnSpPr>
          <p:nvPr/>
        </p:nvCxnSpPr>
        <p:spPr>
          <a:xfrm>
            <a:off x="7223745" y="3290543"/>
            <a:ext cx="193525" cy="2788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5" name="矩形 524">
            <a:extLst>
              <a:ext uri="{FF2B5EF4-FFF2-40B4-BE49-F238E27FC236}">
                <a16:creationId xmlns:a16="http://schemas.microsoft.com/office/drawing/2014/main" id="{DF744599-321E-E12C-D7DF-161F7A60C9F6}"/>
              </a:ext>
            </a:extLst>
          </p:cNvPr>
          <p:cNvSpPr/>
          <p:nvPr/>
        </p:nvSpPr>
        <p:spPr>
          <a:xfrm>
            <a:off x="7417270" y="3153312"/>
            <a:ext cx="538294" cy="28003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</a:t>
            </a:r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0" name="文本框 529">
            <a:extLst>
              <a:ext uri="{FF2B5EF4-FFF2-40B4-BE49-F238E27FC236}">
                <a16:creationId xmlns:a16="http://schemas.microsoft.com/office/drawing/2014/main" id="{30BBB06B-12F6-81E6-4A08-AD2B6AC71B62}"/>
              </a:ext>
            </a:extLst>
          </p:cNvPr>
          <p:cNvSpPr txBox="1"/>
          <p:nvPr/>
        </p:nvSpPr>
        <p:spPr>
          <a:xfrm>
            <a:off x="8222976" y="3259681"/>
            <a:ext cx="6193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 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4" name="矩形 533">
            <a:extLst>
              <a:ext uri="{FF2B5EF4-FFF2-40B4-BE49-F238E27FC236}">
                <a16:creationId xmlns:a16="http://schemas.microsoft.com/office/drawing/2014/main" id="{78B8AD4E-9518-8492-BC9E-5BD2F818A855}"/>
              </a:ext>
            </a:extLst>
          </p:cNvPr>
          <p:cNvSpPr/>
          <p:nvPr/>
        </p:nvSpPr>
        <p:spPr>
          <a:xfrm rot="16200000">
            <a:off x="9570635" y="2133648"/>
            <a:ext cx="143094" cy="1147652"/>
          </a:xfrm>
          <a:prstGeom prst="rect">
            <a:avLst/>
          </a:prstGeom>
          <a:solidFill>
            <a:srgbClr val="FCDFC8"/>
          </a:solidFill>
          <a:ln w="381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5" name="矩形 534">
            <a:extLst>
              <a:ext uri="{FF2B5EF4-FFF2-40B4-BE49-F238E27FC236}">
                <a16:creationId xmlns:a16="http://schemas.microsoft.com/office/drawing/2014/main" id="{88769674-1B0B-3F4A-D1A3-F9AD820EF920}"/>
              </a:ext>
            </a:extLst>
          </p:cNvPr>
          <p:cNvSpPr/>
          <p:nvPr/>
        </p:nvSpPr>
        <p:spPr>
          <a:xfrm rot="16200000">
            <a:off x="9570636" y="2141913"/>
            <a:ext cx="143094" cy="661247"/>
          </a:xfrm>
          <a:prstGeom prst="rect">
            <a:avLst/>
          </a:prstGeom>
          <a:solidFill>
            <a:srgbClr val="FCDFC8"/>
          </a:solidFill>
          <a:ln w="381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6" name="矩形 535">
            <a:extLst>
              <a:ext uri="{FF2B5EF4-FFF2-40B4-BE49-F238E27FC236}">
                <a16:creationId xmlns:a16="http://schemas.microsoft.com/office/drawing/2014/main" id="{998C2DFF-3AEF-4C82-E38B-0CBE229409B3}"/>
              </a:ext>
            </a:extLst>
          </p:cNvPr>
          <p:cNvSpPr/>
          <p:nvPr/>
        </p:nvSpPr>
        <p:spPr>
          <a:xfrm rot="16200000">
            <a:off x="9559922" y="2032073"/>
            <a:ext cx="143094" cy="358750"/>
          </a:xfrm>
          <a:prstGeom prst="rect">
            <a:avLst/>
          </a:prstGeom>
          <a:solidFill>
            <a:srgbClr val="FCDFC8"/>
          </a:solidFill>
          <a:ln w="381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7" name="矩形 536">
            <a:extLst>
              <a:ext uri="{FF2B5EF4-FFF2-40B4-BE49-F238E27FC236}">
                <a16:creationId xmlns:a16="http://schemas.microsoft.com/office/drawing/2014/main" id="{643FCE7F-2E1A-FCCF-7B8A-E9113E13A7CA}"/>
              </a:ext>
            </a:extLst>
          </p:cNvPr>
          <p:cNvSpPr/>
          <p:nvPr/>
        </p:nvSpPr>
        <p:spPr>
          <a:xfrm rot="16200000">
            <a:off x="9555185" y="1897952"/>
            <a:ext cx="143094" cy="179373"/>
          </a:xfrm>
          <a:prstGeom prst="rect">
            <a:avLst/>
          </a:prstGeom>
          <a:solidFill>
            <a:srgbClr val="FCDFC8"/>
          </a:solidFill>
          <a:ln w="381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39" name="直接连接符 538">
            <a:extLst>
              <a:ext uri="{FF2B5EF4-FFF2-40B4-BE49-F238E27FC236}">
                <a16:creationId xmlns:a16="http://schemas.microsoft.com/office/drawing/2014/main" id="{FDD041CF-5CCB-CB81-6A40-2753C158B917}"/>
              </a:ext>
            </a:extLst>
          </p:cNvPr>
          <p:cNvCxnSpPr>
            <a:cxnSpLocks/>
          </p:cNvCxnSpPr>
          <p:nvPr/>
        </p:nvCxnSpPr>
        <p:spPr>
          <a:xfrm>
            <a:off x="7951754" y="3290542"/>
            <a:ext cx="96731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9" name="直接连接符 548">
            <a:extLst>
              <a:ext uri="{FF2B5EF4-FFF2-40B4-BE49-F238E27FC236}">
                <a16:creationId xmlns:a16="http://schemas.microsoft.com/office/drawing/2014/main" id="{B7B64B79-F423-97F5-00AD-A3C0290392A0}"/>
              </a:ext>
            </a:extLst>
          </p:cNvPr>
          <p:cNvCxnSpPr>
            <a:cxnSpLocks/>
          </p:cNvCxnSpPr>
          <p:nvPr/>
        </p:nvCxnSpPr>
        <p:spPr>
          <a:xfrm flipH="1">
            <a:off x="2930938" y="911009"/>
            <a:ext cx="520969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57" name="组合 556">
            <a:extLst>
              <a:ext uri="{FF2B5EF4-FFF2-40B4-BE49-F238E27FC236}">
                <a16:creationId xmlns:a16="http://schemas.microsoft.com/office/drawing/2014/main" id="{F7401EFD-9B46-98A0-30E3-27C339E02828}"/>
              </a:ext>
            </a:extLst>
          </p:cNvPr>
          <p:cNvGrpSpPr/>
          <p:nvPr/>
        </p:nvGrpSpPr>
        <p:grpSpPr>
          <a:xfrm>
            <a:off x="8067031" y="2639560"/>
            <a:ext cx="146706" cy="145254"/>
            <a:chOff x="3044767" y="2832724"/>
            <a:chExt cx="146706" cy="145254"/>
          </a:xfrm>
        </p:grpSpPr>
        <p:sp>
          <p:nvSpPr>
            <p:cNvPr id="558" name="椭圆 557">
              <a:extLst>
                <a:ext uri="{FF2B5EF4-FFF2-40B4-BE49-F238E27FC236}">
                  <a16:creationId xmlns:a16="http://schemas.microsoft.com/office/drawing/2014/main" id="{04C5630C-60C1-33D4-96C3-319AF7D98DD5}"/>
                </a:ext>
              </a:extLst>
            </p:cNvPr>
            <p:cNvSpPr/>
            <p:nvPr/>
          </p:nvSpPr>
          <p:spPr>
            <a:xfrm>
              <a:off x="3044767" y="2832724"/>
              <a:ext cx="146706" cy="14525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559" name="直接连接符 558">
              <a:extLst>
                <a:ext uri="{FF2B5EF4-FFF2-40B4-BE49-F238E27FC236}">
                  <a16:creationId xmlns:a16="http://schemas.microsoft.com/office/drawing/2014/main" id="{D59FF073-38AD-BD28-9795-85B98B1C48C8}"/>
                </a:ext>
              </a:extLst>
            </p:cNvPr>
            <p:cNvCxnSpPr>
              <a:stCxn id="558" idx="0"/>
              <a:endCxn id="558" idx="4"/>
            </p:cNvCxnSpPr>
            <p:nvPr/>
          </p:nvCxnSpPr>
          <p:spPr>
            <a:xfrm>
              <a:off x="3118120" y="2832724"/>
              <a:ext cx="0" cy="14525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0" name="直接连接符 559">
              <a:extLst>
                <a:ext uri="{FF2B5EF4-FFF2-40B4-BE49-F238E27FC236}">
                  <a16:creationId xmlns:a16="http://schemas.microsoft.com/office/drawing/2014/main" id="{5C72A273-4978-B923-716B-F47698075AD6}"/>
                </a:ext>
              </a:extLst>
            </p:cNvPr>
            <p:cNvCxnSpPr>
              <a:stCxn id="558" idx="2"/>
              <a:endCxn id="558" idx="6"/>
            </p:cNvCxnSpPr>
            <p:nvPr/>
          </p:nvCxnSpPr>
          <p:spPr>
            <a:xfrm>
              <a:off x="3044767" y="2905351"/>
              <a:ext cx="14670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61" name="直接箭头连接符 560">
            <a:extLst>
              <a:ext uri="{FF2B5EF4-FFF2-40B4-BE49-F238E27FC236}">
                <a16:creationId xmlns:a16="http://schemas.microsoft.com/office/drawing/2014/main" id="{E4A81818-F05A-1CD0-4793-D2BFE72197C8}"/>
              </a:ext>
            </a:extLst>
          </p:cNvPr>
          <p:cNvCxnSpPr>
            <a:cxnSpLocks/>
            <a:stCxn id="558" idx="6"/>
            <a:endCxn id="534" idx="0"/>
          </p:cNvCxnSpPr>
          <p:nvPr/>
        </p:nvCxnSpPr>
        <p:spPr>
          <a:xfrm flipV="1">
            <a:off x="8213737" y="2707474"/>
            <a:ext cx="854619" cy="4713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0" name="直接连接符 569">
            <a:extLst>
              <a:ext uri="{FF2B5EF4-FFF2-40B4-BE49-F238E27FC236}">
                <a16:creationId xmlns:a16="http://schemas.microsoft.com/office/drawing/2014/main" id="{1FEB77E8-D551-4254-9979-3AC1BDD0A692}"/>
              </a:ext>
            </a:extLst>
          </p:cNvPr>
          <p:cNvCxnSpPr>
            <a:cxnSpLocks/>
          </p:cNvCxnSpPr>
          <p:nvPr/>
        </p:nvCxnSpPr>
        <p:spPr>
          <a:xfrm flipH="1">
            <a:off x="4236808" y="702656"/>
            <a:ext cx="416798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77" name="组合 576">
            <a:extLst>
              <a:ext uri="{FF2B5EF4-FFF2-40B4-BE49-F238E27FC236}">
                <a16:creationId xmlns:a16="http://schemas.microsoft.com/office/drawing/2014/main" id="{006C97CD-D59F-D5EE-74D1-4DB57AE497A5}"/>
              </a:ext>
            </a:extLst>
          </p:cNvPr>
          <p:cNvGrpSpPr/>
          <p:nvPr/>
        </p:nvGrpSpPr>
        <p:grpSpPr>
          <a:xfrm>
            <a:off x="8330142" y="2395498"/>
            <a:ext cx="146706" cy="145254"/>
            <a:chOff x="3044767" y="2832724"/>
            <a:chExt cx="146706" cy="145254"/>
          </a:xfrm>
        </p:grpSpPr>
        <p:sp>
          <p:nvSpPr>
            <p:cNvPr id="578" name="椭圆 577">
              <a:extLst>
                <a:ext uri="{FF2B5EF4-FFF2-40B4-BE49-F238E27FC236}">
                  <a16:creationId xmlns:a16="http://schemas.microsoft.com/office/drawing/2014/main" id="{1928E21F-C84C-135C-D7C0-B91D4ED56F8D}"/>
                </a:ext>
              </a:extLst>
            </p:cNvPr>
            <p:cNvSpPr/>
            <p:nvPr/>
          </p:nvSpPr>
          <p:spPr>
            <a:xfrm>
              <a:off x="3044767" y="2832724"/>
              <a:ext cx="146706" cy="14525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579" name="直接连接符 578">
              <a:extLst>
                <a:ext uri="{FF2B5EF4-FFF2-40B4-BE49-F238E27FC236}">
                  <a16:creationId xmlns:a16="http://schemas.microsoft.com/office/drawing/2014/main" id="{159D360B-A8AF-84CF-245C-1FC42620B229}"/>
                </a:ext>
              </a:extLst>
            </p:cNvPr>
            <p:cNvCxnSpPr>
              <a:stCxn id="578" idx="0"/>
              <a:endCxn id="578" idx="4"/>
            </p:cNvCxnSpPr>
            <p:nvPr/>
          </p:nvCxnSpPr>
          <p:spPr>
            <a:xfrm>
              <a:off x="3118120" y="2832724"/>
              <a:ext cx="0" cy="14525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0" name="直接连接符 579">
              <a:extLst>
                <a:ext uri="{FF2B5EF4-FFF2-40B4-BE49-F238E27FC236}">
                  <a16:creationId xmlns:a16="http://schemas.microsoft.com/office/drawing/2014/main" id="{0BEABC5E-C570-3500-7918-20405E8DD5C2}"/>
                </a:ext>
              </a:extLst>
            </p:cNvPr>
            <p:cNvCxnSpPr>
              <a:stCxn id="578" idx="2"/>
              <a:endCxn id="578" idx="6"/>
            </p:cNvCxnSpPr>
            <p:nvPr/>
          </p:nvCxnSpPr>
          <p:spPr>
            <a:xfrm>
              <a:off x="3044767" y="2905351"/>
              <a:ext cx="14670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81" name="直接箭头连接符 580">
            <a:extLst>
              <a:ext uri="{FF2B5EF4-FFF2-40B4-BE49-F238E27FC236}">
                <a16:creationId xmlns:a16="http://schemas.microsoft.com/office/drawing/2014/main" id="{149EDD91-9C6B-1596-481D-5A258C47C625}"/>
              </a:ext>
            </a:extLst>
          </p:cNvPr>
          <p:cNvCxnSpPr>
            <a:cxnSpLocks/>
            <a:stCxn id="578" idx="6"/>
            <a:endCxn id="535" idx="0"/>
          </p:cNvCxnSpPr>
          <p:nvPr/>
        </p:nvCxnSpPr>
        <p:spPr>
          <a:xfrm>
            <a:off x="8476848" y="2468125"/>
            <a:ext cx="834712" cy="4412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4" name="直接连接符 583">
            <a:extLst>
              <a:ext uri="{FF2B5EF4-FFF2-40B4-BE49-F238E27FC236}">
                <a16:creationId xmlns:a16="http://schemas.microsoft.com/office/drawing/2014/main" id="{C1ACCCD0-C607-9AFD-D1FC-6E04F90F9F52}"/>
              </a:ext>
            </a:extLst>
          </p:cNvPr>
          <p:cNvCxnSpPr>
            <a:cxnSpLocks/>
          </p:cNvCxnSpPr>
          <p:nvPr/>
        </p:nvCxnSpPr>
        <p:spPr>
          <a:xfrm flipV="1">
            <a:off x="5534277" y="523759"/>
            <a:ext cx="0" cy="114067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7" name="直接连接符 586">
            <a:extLst>
              <a:ext uri="{FF2B5EF4-FFF2-40B4-BE49-F238E27FC236}">
                <a16:creationId xmlns:a16="http://schemas.microsoft.com/office/drawing/2014/main" id="{E0BA0936-573B-D377-079A-10D3A2264D70}"/>
              </a:ext>
            </a:extLst>
          </p:cNvPr>
          <p:cNvCxnSpPr>
            <a:cxnSpLocks/>
          </p:cNvCxnSpPr>
          <p:nvPr/>
        </p:nvCxnSpPr>
        <p:spPr>
          <a:xfrm flipH="1">
            <a:off x="5537927" y="525930"/>
            <a:ext cx="311375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95" name="组合 594">
            <a:extLst>
              <a:ext uri="{FF2B5EF4-FFF2-40B4-BE49-F238E27FC236}">
                <a16:creationId xmlns:a16="http://schemas.microsoft.com/office/drawing/2014/main" id="{F960B96D-5582-0D69-9162-79B516EFCC24}"/>
              </a:ext>
            </a:extLst>
          </p:cNvPr>
          <p:cNvGrpSpPr/>
          <p:nvPr/>
        </p:nvGrpSpPr>
        <p:grpSpPr>
          <a:xfrm>
            <a:off x="8579149" y="2131523"/>
            <a:ext cx="146706" cy="145254"/>
            <a:chOff x="3044767" y="2832724"/>
            <a:chExt cx="146706" cy="145254"/>
          </a:xfrm>
        </p:grpSpPr>
        <p:sp>
          <p:nvSpPr>
            <p:cNvPr id="596" name="椭圆 595">
              <a:extLst>
                <a:ext uri="{FF2B5EF4-FFF2-40B4-BE49-F238E27FC236}">
                  <a16:creationId xmlns:a16="http://schemas.microsoft.com/office/drawing/2014/main" id="{CFBEBC35-B19B-953F-C5B5-33FC097DD0C9}"/>
                </a:ext>
              </a:extLst>
            </p:cNvPr>
            <p:cNvSpPr/>
            <p:nvPr/>
          </p:nvSpPr>
          <p:spPr>
            <a:xfrm>
              <a:off x="3044767" y="2832724"/>
              <a:ext cx="146706" cy="14525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597" name="直接连接符 596">
              <a:extLst>
                <a:ext uri="{FF2B5EF4-FFF2-40B4-BE49-F238E27FC236}">
                  <a16:creationId xmlns:a16="http://schemas.microsoft.com/office/drawing/2014/main" id="{BADAD629-7951-A289-1B02-323C63561F1C}"/>
                </a:ext>
              </a:extLst>
            </p:cNvPr>
            <p:cNvCxnSpPr>
              <a:stCxn id="596" idx="0"/>
              <a:endCxn id="596" idx="4"/>
            </p:cNvCxnSpPr>
            <p:nvPr/>
          </p:nvCxnSpPr>
          <p:spPr>
            <a:xfrm>
              <a:off x="3118120" y="2832724"/>
              <a:ext cx="0" cy="14525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8" name="直接连接符 597">
              <a:extLst>
                <a:ext uri="{FF2B5EF4-FFF2-40B4-BE49-F238E27FC236}">
                  <a16:creationId xmlns:a16="http://schemas.microsoft.com/office/drawing/2014/main" id="{8C8C7507-198B-47D8-D2AD-1765FDE2C299}"/>
                </a:ext>
              </a:extLst>
            </p:cNvPr>
            <p:cNvCxnSpPr>
              <a:stCxn id="596" idx="2"/>
              <a:endCxn id="596" idx="6"/>
            </p:cNvCxnSpPr>
            <p:nvPr/>
          </p:nvCxnSpPr>
          <p:spPr>
            <a:xfrm>
              <a:off x="3044767" y="2905351"/>
              <a:ext cx="14670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99" name="直接箭头连接符 598">
            <a:extLst>
              <a:ext uri="{FF2B5EF4-FFF2-40B4-BE49-F238E27FC236}">
                <a16:creationId xmlns:a16="http://schemas.microsoft.com/office/drawing/2014/main" id="{C5F6EEF0-5CAA-49E1-0DB7-AAD5AFD7BF40}"/>
              </a:ext>
            </a:extLst>
          </p:cNvPr>
          <p:cNvCxnSpPr>
            <a:cxnSpLocks/>
            <a:stCxn id="596" idx="6"/>
            <a:endCxn id="536" idx="0"/>
          </p:cNvCxnSpPr>
          <p:nvPr/>
        </p:nvCxnSpPr>
        <p:spPr>
          <a:xfrm>
            <a:off x="8725855" y="2204150"/>
            <a:ext cx="726239" cy="7298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1" name="直接连接符 610">
            <a:extLst>
              <a:ext uri="{FF2B5EF4-FFF2-40B4-BE49-F238E27FC236}">
                <a16:creationId xmlns:a16="http://schemas.microsoft.com/office/drawing/2014/main" id="{3B5F3289-24E5-0446-995F-31D40492AF98}"/>
              </a:ext>
            </a:extLst>
          </p:cNvPr>
          <p:cNvCxnSpPr>
            <a:cxnSpLocks/>
            <a:endCxn id="467" idx="3"/>
          </p:cNvCxnSpPr>
          <p:nvPr/>
        </p:nvCxnSpPr>
        <p:spPr>
          <a:xfrm flipH="1" flipV="1">
            <a:off x="7461878" y="1766115"/>
            <a:ext cx="1469347" cy="1174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4" name="直接连接符 613">
            <a:extLst>
              <a:ext uri="{FF2B5EF4-FFF2-40B4-BE49-F238E27FC236}">
                <a16:creationId xmlns:a16="http://schemas.microsoft.com/office/drawing/2014/main" id="{AD91865B-7CFD-E8CB-1EBB-8CD1A05A7B57}"/>
              </a:ext>
            </a:extLst>
          </p:cNvPr>
          <p:cNvCxnSpPr>
            <a:cxnSpLocks/>
          </p:cNvCxnSpPr>
          <p:nvPr/>
        </p:nvCxnSpPr>
        <p:spPr>
          <a:xfrm flipH="1">
            <a:off x="8911833" y="1771985"/>
            <a:ext cx="16601" cy="151855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31" name="组合 630">
            <a:extLst>
              <a:ext uri="{FF2B5EF4-FFF2-40B4-BE49-F238E27FC236}">
                <a16:creationId xmlns:a16="http://schemas.microsoft.com/office/drawing/2014/main" id="{79E2F82B-D1BD-66BB-D188-64B7D9926995}"/>
              </a:ext>
            </a:extLst>
          </p:cNvPr>
          <p:cNvGrpSpPr/>
          <p:nvPr/>
        </p:nvGrpSpPr>
        <p:grpSpPr>
          <a:xfrm>
            <a:off x="8851224" y="1912079"/>
            <a:ext cx="146706" cy="145254"/>
            <a:chOff x="3044767" y="2832724"/>
            <a:chExt cx="146706" cy="145254"/>
          </a:xfrm>
        </p:grpSpPr>
        <p:sp>
          <p:nvSpPr>
            <p:cNvPr id="632" name="椭圆 631">
              <a:extLst>
                <a:ext uri="{FF2B5EF4-FFF2-40B4-BE49-F238E27FC236}">
                  <a16:creationId xmlns:a16="http://schemas.microsoft.com/office/drawing/2014/main" id="{353DCBAD-127A-1700-5817-A0EEEBA75CE8}"/>
                </a:ext>
              </a:extLst>
            </p:cNvPr>
            <p:cNvSpPr/>
            <p:nvPr/>
          </p:nvSpPr>
          <p:spPr>
            <a:xfrm>
              <a:off x="3044767" y="2832724"/>
              <a:ext cx="146706" cy="14525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633" name="直接连接符 632">
              <a:extLst>
                <a:ext uri="{FF2B5EF4-FFF2-40B4-BE49-F238E27FC236}">
                  <a16:creationId xmlns:a16="http://schemas.microsoft.com/office/drawing/2014/main" id="{264FE1C6-7CFC-B735-6D99-2986ADA89894}"/>
                </a:ext>
              </a:extLst>
            </p:cNvPr>
            <p:cNvCxnSpPr>
              <a:stCxn id="632" idx="0"/>
              <a:endCxn id="632" idx="4"/>
            </p:cNvCxnSpPr>
            <p:nvPr/>
          </p:nvCxnSpPr>
          <p:spPr>
            <a:xfrm>
              <a:off x="3118120" y="2832724"/>
              <a:ext cx="0" cy="14525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4" name="直接连接符 633">
              <a:extLst>
                <a:ext uri="{FF2B5EF4-FFF2-40B4-BE49-F238E27FC236}">
                  <a16:creationId xmlns:a16="http://schemas.microsoft.com/office/drawing/2014/main" id="{C52F68BC-0F9F-208A-D9DF-CD5FB14EA35F}"/>
                </a:ext>
              </a:extLst>
            </p:cNvPr>
            <p:cNvCxnSpPr>
              <a:stCxn id="632" idx="2"/>
              <a:endCxn id="632" idx="6"/>
            </p:cNvCxnSpPr>
            <p:nvPr/>
          </p:nvCxnSpPr>
          <p:spPr>
            <a:xfrm>
              <a:off x="3044767" y="2905351"/>
              <a:ext cx="14670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35" name="直接箭头连接符 634">
            <a:extLst>
              <a:ext uri="{FF2B5EF4-FFF2-40B4-BE49-F238E27FC236}">
                <a16:creationId xmlns:a16="http://schemas.microsoft.com/office/drawing/2014/main" id="{0F43BB66-9C1F-DF8A-FEE7-0279B5B15ED9}"/>
              </a:ext>
            </a:extLst>
          </p:cNvPr>
          <p:cNvCxnSpPr>
            <a:cxnSpLocks/>
            <a:stCxn id="632" idx="6"/>
            <a:endCxn id="537" idx="0"/>
          </p:cNvCxnSpPr>
          <p:nvPr/>
        </p:nvCxnSpPr>
        <p:spPr>
          <a:xfrm>
            <a:off x="8997930" y="1984706"/>
            <a:ext cx="539116" cy="2933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41" name="文本框 640">
                <a:extLst>
                  <a:ext uri="{FF2B5EF4-FFF2-40B4-BE49-F238E27FC236}">
                    <a16:creationId xmlns:a16="http://schemas.microsoft.com/office/drawing/2014/main" id="{97C44121-C97A-06D1-000F-8B3CE765CE3C}"/>
                  </a:ext>
                </a:extLst>
              </p:cNvPr>
              <p:cNvSpPr txBox="1"/>
              <p:nvPr/>
            </p:nvSpPr>
            <p:spPr>
              <a:xfrm>
                <a:off x="10183036" y="2515198"/>
                <a:ext cx="65808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600" b="1" i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𝐅</m:t>
                          </m:r>
                        </m:e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𝑒𝑎</m:t>
                          </m:r>
                        </m:sub>
                        <m:sup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zh-CN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41" name="文本框 640">
                <a:extLst>
                  <a:ext uri="{FF2B5EF4-FFF2-40B4-BE49-F238E27FC236}">
                    <a16:creationId xmlns:a16="http://schemas.microsoft.com/office/drawing/2014/main" id="{97C44121-C97A-06D1-000F-8B3CE765CE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83036" y="2515198"/>
                <a:ext cx="658083" cy="33855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4" name="文本框 643">
                <a:extLst>
                  <a:ext uri="{FF2B5EF4-FFF2-40B4-BE49-F238E27FC236}">
                    <a16:creationId xmlns:a16="http://schemas.microsoft.com/office/drawing/2014/main" id="{D253C464-8572-A953-3CD6-0614B262B3F9}"/>
                  </a:ext>
                </a:extLst>
              </p:cNvPr>
              <p:cNvSpPr txBox="1"/>
              <p:nvPr/>
            </p:nvSpPr>
            <p:spPr>
              <a:xfrm>
                <a:off x="9952051" y="2275975"/>
                <a:ext cx="65808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600" b="1" i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𝐅</m:t>
                          </m:r>
                        </m:e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𝑒𝑎</m:t>
                          </m:r>
                        </m:sub>
                        <m:sup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zh-CN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44" name="文本框 643">
                <a:extLst>
                  <a:ext uri="{FF2B5EF4-FFF2-40B4-BE49-F238E27FC236}">
                    <a16:creationId xmlns:a16="http://schemas.microsoft.com/office/drawing/2014/main" id="{D253C464-8572-A953-3CD6-0614B262B3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52051" y="2275975"/>
                <a:ext cx="658083" cy="3385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5" name="文本框 644">
                <a:extLst>
                  <a:ext uri="{FF2B5EF4-FFF2-40B4-BE49-F238E27FC236}">
                    <a16:creationId xmlns:a16="http://schemas.microsoft.com/office/drawing/2014/main" id="{3080E7E9-45FE-F4E2-5D9B-6DA0E8E84AC5}"/>
                  </a:ext>
                </a:extLst>
              </p:cNvPr>
              <p:cNvSpPr txBox="1"/>
              <p:nvPr/>
            </p:nvSpPr>
            <p:spPr>
              <a:xfrm>
                <a:off x="9771153" y="2030551"/>
                <a:ext cx="65808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600" b="1" i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𝐅</m:t>
                          </m:r>
                        </m:e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𝑒𝑎</m:t>
                          </m:r>
                        </m:sub>
                        <m:sup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p>
                      </m:sSubSup>
                    </m:oMath>
                  </m:oMathPara>
                </a14:m>
                <a:endParaRPr lang="zh-CN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45" name="文本框 644">
                <a:extLst>
                  <a:ext uri="{FF2B5EF4-FFF2-40B4-BE49-F238E27FC236}">
                    <a16:creationId xmlns:a16="http://schemas.microsoft.com/office/drawing/2014/main" id="{3080E7E9-45FE-F4E2-5D9B-6DA0E8E84A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71153" y="2030551"/>
                <a:ext cx="658083" cy="3385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6" name="文本框 645">
                <a:extLst>
                  <a:ext uri="{FF2B5EF4-FFF2-40B4-BE49-F238E27FC236}">
                    <a16:creationId xmlns:a16="http://schemas.microsoft.com/office/drawing/2014/main" id="{B961EE7E-E769-F12B-BBE1-B9EA62010C76}"/>
                  </a:ext>
                </a:extLst>
              </p:cNvPr>
              <p:cNvSpPr txBox="1"/>
              <p:nvPr/>
            </p:nvSpPr>
            <p:spPr>
              <a:xfrm>
                <a:off x="9697982" y="1777053"/>
                <a:ext cx="65808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600" b="1" i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𝐅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𝑒𝑎</m:t>
                          </m:r>
                        </m:sub>
                        <m:sup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</m:t>
                          </m:r>
                        </m:sup>
                      </m:sSubSup>
                    </m:oMath>
                  </m:oMathPara>
                </a14:m>
                <a:endParaRPr lang="zh-CN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46" name="文本框 645">
                <a:extLst>
                  <a:ext uri="{FF2B5EF4-FFF2-40B4-BE49-F238E27FC236}">
                    <a16:creationId xmlns:a16="http://schemas.microsoft.com/office/drawing/2014/main" id="{B961EE7E-E769-F12B-BBE1-B9EA62010C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7982" y="1777053"/>
                <a:ext cx="658083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" name="组合 25">
            <a:extLst>
              <a:ext uri="{FF2B5EF4-FFF2-40B4-BE49-F238E27FC236}">
                <a16:creationId xmlns:a16="http://schemas.microsoft.com/office/drawing/2014/main" id="{1807F4BB-8DC3-FC9F-0523-CF76A2B6D86F}"/>
              </a:ext>
            </a:extLst>
          </p:cNvPr>
          <p:cNvGrpSpPr/>
          <p:nvPr/>
        </p:nvGrpSpPr>
        <p:grpSpPr>
          <a:xfrm>
            <a:off x="2638394" y="1054032"/>
            <a:ext cx="592281" cy="1399310"/>
            <a:chOff x="3683381" y="4823232"/>
            <a:chExt cx="592281" cy="1399310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AC08036A-5E36-7F5C-1859-DD786DD98A95}"/>
                </a:ext>
              </a:extLst>
            </p:cNvPr>
            <p:cNvSpPr/>
            <p:nvPr/>
          </p:nvSpPr>
          <p:spPr>
            <a:xfrm>
              <a:off x="3683381" y="4823232"/>
              <a:ext cx="592281" cy="1399310"/>
            </a:xfrm>
            <a:prstGeom prst="roundRect">
              <a:avLst/>
            </a:prstGeom>
            <a:solidFill>
              <a:srgbClr val="FFF2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3CC2ED0C-FD82-FC01-EC4D-802AFC2505AF}"/>
                </a:ext>
              </a:extLst>
            </p:cNvPr>
            <p:cNvSpPr txBox="1"/>
            <p:nvPr/>
          </p:nvSpPr>
          <p:spPr>
            <a:xfrm>
              <a:off x="3764077" y="5177760"/>
              <a:ext cx="430887" cy="976922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VIT block</a:t>
              </a:r>
              <a:endPara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49ABCD2C-4B62-AE1C-6E74-0FF1B9E2D8B5}"/>
                </a:ext>
              </a:extLst>
            </p:cNvPr>
            <p:cNvGrpSpPr/>
            <p:nvPr/>
          </p:nvGrpSpPr>
          <p:grpSpPr>
            <a:xfrm>
              <a:off x="3862503" y="4912512"/>
              <a:ext cx="234034" cy="202650"/>
              <a:chOff x="1635983" y="1987000"/>
              <a:chExt cx="258740" cy="270510"/>
            </a:xfrm>
          </p:grpSpPr>
          <p:sp>
            <p:nvSpPr>
              <p:cNvPr id="24" name="梯形 23">
                <a:extLst>
                  <a:ext uri="{FF2B5EF4-FFF2-40B4-BE49-F238E27FC236}">
                    <a16:creationId xmlns:a16="http://schemas.microsoft.com/office/drawing/2014/main" id="{A3B6490A-D4B5-DD9B-5F5B-49D8EA0CE3FA}"/>
                  </a:ext>
                </a:extLst>
              </p:cNvPr>
              <p:cNvSpPr/>
              <p:nvPr/>
            </p:nvSpPr>
            <p:spPr>
              <a:xfrm>
                <a:off x="1635983" y="2143210"/>
                <a:ext cx="258740" cy="114300"/>
              </a:xfrm>
              <a:prstGeom prst="trapezoid">
                <a:avLst>
                  <a:gd name="adj" fmla="val 61667"/>
                </a:avLst>
              </a:prstGeom>
              <a:solidFill>
                <a:srgbClr val="F5B18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:endParaRPr lang="zh-CN" altLang="en-US" dirty="0"/>
              </a:p>
            </p:txBody>
          </p:sp>
          <p:sp>
            <p:nvSpPr>
              <p:cNvPr id="25" name="梯形 24">
                <a:extLst>
                  <a:ext uri="{FF2B5EF4-FFF2-40B4-BE49-F238E27FC236}">
                    <a16:creationId xmlns:a16="http://schemas.microsoft.com/office/drawing/2014/main" id="{17A02064-9DF2-4293-331B-439C8000CCF2}"/>
                  </a:ext>
                </a:extLst>
              </p:cNvPr>
              <p:cNvSpPr/>
              <p:nvPr/>
            </p:nvSpPr>
            <p:spPr>
              <a:xfrm rot="10800000">
                <a:off x="1635983" y="1987000"/>
                <a:ext cx="258740" cy="114300"/>
              </a:xfrm>
              <a:prstGeom prst="trapezoid">
                <a:avLst>
                  <a:gd name="adj" fmla="val 61667"/>
                </a:avLst>
              </a:prstGeom>
              <a:solidFill>
                <a:srgbClr val="F5B18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3A1C72F8-8CC8-7C4E-6E1D-0F204F550F60}"/>
              </a:ext>
            </a:extLst>
          </p:cNvPr>
          <p:cNvGrpSpPr/>
          <p:nvPr/>
        </p:nvGrpSpPr>
        <p:grpSpPr>
          <a:xfrm>
            <a:off x="3940667" y="1060332"/>
            <a:ext cx="592281" cy="1399310"/>
            <a:chOff x="3683381" y="4823232"/>
            <a:chExt cx="592281" cy="1399310"/>
          </a:xfrm>
        </p:grpSpPr>
        <p:sp>
          <p:nvSpPr>
            <p:cNvPr id="30" name="矩形: 圆角 29">
              <a:extLst>
                <a:ext uri="{FF2B5EF4-FFF2-40B4-BE49-F238E27FC236}">
                  <a16:creationId xmlns:a16="http://schemas.microsoft.com/office/drawing/2014/main" id="{B50D2C81-3C61-D7A1-0181-C28B791D9093}"/>
                </a:ext>
              </a:extLst>
            </p:cNvPr>
            <p:cNvSpPr/>
            <p:nvPr/>
          </p:nvSpPr>
          <p:spPr>
            <a:xfrm>
              <a:off x="3683381" y="4823232"/>
              <a:ext cx="592281" cy="1399310"/>
            </a:xfrm>
            <a:prstGeom prst="roundRect">
              <a:avLst/>
            </a:prstGeom>
            <a:solidFill>
              <a:srgbClr val="FFF2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0C63F106-558C-9E80-934D-13EDCD8604CD}"/>
                </a:ext>
              </a:extLst>
            </p:cNvPr>
            <p:cNvSpPr txBox="1"/>
            <p:nvPr/>
          </p:nvSpPr>
          <p:spPr>
            <a:xfrm>
              <a:off x="3764077" y="5177760"/>
              <a:ext cx="430887" cy="976922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VIT block</a:t>
              </a:r>
              <a:endPara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BB74A5A3-6F5C-1FD7-DE5A-5F18AE5C4FDB}"/>
                </a:ext>
              </a:extLst>
            </p:cNvPr>
            <p:cNvGrpSpPr/>
            <p:nvPr/>
          </p:nvGrpSpPr>
          <p:grpSpPr>
            <a:xfrm>
              <a:off x="3862503" y="4912512"/>
              <a:ext cx="234034" cy="202650"/>
              <a:chOff x="1635983" y="1987000"/>
              <a:chExt cx="258740" cy="270510"/>
            </a:xfrm>
          </p:grpSpPr>
          <p:sp>
            <p:nvSpPr>
              <p:cNvPr id="33" name="梯形 32">
                <a:extLst>
                  <a:ext uri="{FF2B5EF4-FFF2-40B4-BE49-F238E27FC236}">
                    <a16:creationId xmlns:a16="http://schemas.microsoft.com/office/drawing/2014/main" id="{3B02A3EF-E896-8233-F742-2BB5E42001FC}"/>
                  </a:ext>
                </a:extLst>
              </p:cNvPr>
              <p:cNvSpPr/>
              <p:nvPr/>
            </p:nvSpPr>
            <p:spPr>
              <a:xfrm>
                <a:off x="1635983" y="2143210"/>
                <a:ext cx="258740" cy="114300"/>
              </a:xfrm>
              <a:prstGeom prst="trapezoid">
                <a:avLst>
                  <a:gd name="adj" fmla="val 61667"/>
                </a:avLst>
              </a:prstGeom>
              <a:solidFill>
                <a:srgbClr val="F5B18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:endParaRPr lang="zh-CN" altLang="en-US" dirty="0"/>
              </a:p>
            </p:txBody>
          </p:sp>
          <p:sp>
            <p:nvSpPr>
              <p:cNvPr id="34" name="梯形 33">
                <a:extLst>
                  <a:ext uri="{FF2B5EF4-FFF2-40B4-BE49-F238E27FC236}">
                    <a16:creationId xmlns:a16="http://schemas.microsoft.com/office/drawing/2014/main" id="{48B7C30E-BDEB-DB1F-DD81-1A4D396B1D8D}"/>
                  </a:ext>
                </a:extLst>
              </p:cNvPr>
              <p:cNvSpPr/>
              <p:nvPr/>
            </p:nvSpPr>
            <p:spPr>
              <a:xfrm rot="10800000">
                <a:off x="1635983" y="1987000"/>
                <a:ext cx="258740" cy="114300"/>
              </a:xfrm>
              <a:prstGeom prst="trapezoid">
                <a:avLst>
                  <a:gd name="adj" fmla="val 61667"/>
                </a:avLst>
              </a:prstGeom>
              <a:solidFill>
                <a:srgbClr val="F5B18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05481B60-1172-1DC8-ECD1-90CDAF985205}"/>
              </a:ext>
            </a:extLst>
          </p:cNvPr>
          <p:cNvCxnSpPr>
            <a:cxnSpLocks/>
            <a:stCxn id="3" idx="0"/>
          </p:cNvCxnSpPr>
          <p:nvPr/>
        </p:nvCxnSpPr>
        <p:spPr>
          <a:xfrm flipV="1">
            <a:off x="2934535" y="909747"/>
            <a:ext cx="0" cy="14428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625A86BA-F7BC-3FD1-CC8C-A1923DBE442F}"/>
              </a:ext>
            </a:extLst>
          </p:cNvPr>
          <p:cNvCxnSpPr>
            <a:cxnSpLocks/>
            <a:endCxn id="30" idx="0"/>
          </p:cNvCxnSpPr>
          <p:nvPr/>
        </p:nvCxnSpPr>
        <p:spPr>
          <a:xfrm>
            <a:off x="4236808" y="702656"/>
            <a:ext cx="0" cy="35767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396710D6-55C2-934E-4DFA-0E94D0B25E29}"/>
              </a:ext>
            </a:extLst>
          </p:cNvPr>
          <p:cNvGrpSpPr/>
          <p:nvPr/>
        </p:nvGrpSpPr>
        <p:grpSpPr>
          <a:xfrm>
            <a:off x="5243803" y="1066460"/>
            <a:ext cx="592281" cy="1399310"/>
            <a:chOff x="3683381" y="4823232"/>
            <a:chExt cx="592281" cy="1399310"/>
          </a:xfrm>
        </p:grpSpPr>
        <p:sp>
          <p:nvSpPr>
            <p:cNvPr id="54" name="矩形: 圆角 53">
              <a:extLst>
                <a:ext uri="{FF2B5EF4-FFF2-40B4-BE49-F238E27FC236}">
                  <a16:creationId xmlns:a16="http://schemas.microsoft.com/office/drawing/2014/main" id="{7F7D94C3-B06C-5B37-9408-49D5E039742B}"/>
                </a:ext>
              </a:extLst>
            </p:cNvPr>
            <p:cNvSpPr/>
            <p:nvPr/>
          </p:nvSpPr>
          <p:spPr>
            <a:xfrm>
              <a:off x="3683381" y="4823232"/>
              <a:ext cx="592281" cy="1399310"/>
            </a:xfrm>
            <a:prstGeom prst="roundRect">
              <a:avLst/>
            </a:prstGeom>
            <a:solidFill>
              <a:srgbClr val="FFF2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2208B860-A730-5CF2-930C-B20D315A56D1}"/>
                </a:ext>
              </a:extLst>
            </p:cNvPr>
            <p:cNvSpPr txBox="1"/>
            <p:nvPr/>
          </p:nvSpPr>
          <p:spPr>
            <a:xfrm>
              <a:off x="3764077" y="5177760"/>
              <a:ext cx="430887" cy="976922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VIT block</a:t>
              </a:r>
              <a:endPara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4CD9A1F1-F8F5-810D-8956-4FB4EE346E45}"/>
                </a:ext>
              </a:extLst>
            </p:cNvPr>
            <p:cNvGrpSpPr/>
            <p:nvPr/>
          </p:nvGrpSpPr>
          <p:grpSpPr>
            <a:xfrm>
              <a:off x="3862503" y="4912512"/>
              <a:ext cx="234034" cy="202650"/>
              <a:chOff x="1635983" y="1987000"/>
              <a:chExt cx="258740" cy="270510"/>
            </a:xfrm>
          </p:grpSpPr>
          <p:sp>
            <p:nvSpPr>
              <p:cNvPr id="57" name="梯形 56">
                <a:extLst>
                  <a:ext uri="{FF2B5EF4-FFF2-40B4-BE49-F238E27FC236}">
                    <a16:creationId xmlns:a16="http://schemas.microsoft.com/office/drawing/2014/main" id="{19EF6A59-24EE-9814-201E-51E246B98E92}"/>
                  </a:ext>
                </a:extLst>
              </p:cNvPr>
              <p:cNvSpPr/>
              <p:nvPr/>
            </p:nvSpPr>
            <p:spPr>
              <a:xfrm>
                <a:off x="1635983" y="2143210"/>
                <a:ext cx="258740" cy="114300"/>
              </a:xfrm>
              <a:prstGeom prst="trapezoid">
                <a:avLst>
                  <a:gd name="adj" fmla="val 61667"/>
                </a:avLst>
              </a:prstGeom>
              <a:solidFill>
                <a:srgbClr val="F5B18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:endParaRPr lang="zh-CN" altLang="en-US" dirty="0"/>
              </a:p>
            </p:txBody>
          </p:sp>
          <p:sp>
            <p:nvSpPr>
              <p:cNvPr id="58" name="梯形 57">
                <a:extLst>
                  <a:ext uri="{FF2B5EF4-FFF2-40B4-BE49-F238E27FC236}">
                    <a16:creationId xmlns:a16="http://schemas.microsoft.com/office/drawing/2014/main" id="{E856922F-44CD-544F-2108-8E6D5FC91F57}"/>
                  </a:ext>
                </a:extLst>
              </p:cNvPr>
              <p:cNvSpPr/>
              <p:nvPr/>
            </p:nvSpPr>
            <p:spPr>
              <a:xfrm rot="10800000">
                <a:off x="1635983" y="1987000"/>
                <a:ext cx="258740" cy="114300"/>
              </a:xfrm>
              <a:prstGeom prst="trapezoid">
                <a:avLst>
                  <a:gd name="adj" fmla="val 61667"/>
                </a:avLst>
              </a:prstGeom>
              <a:solidFill>
                <a:srgbClr val="F5B18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466" name="组合 465">
            <a:extLst>
              <a:ext uri="{FF2B5EF4-FFF2-40B4-BE49-F238E27FC236}">
                <a16:creationId xmlns:a16="http://schemas.microsoft.com/office/drawing/2014/main" id="{6F64A761-9AEC-352C-1BDF-64B17B354374}"/>
              </a:ext>
            </a:extLst>
          </p:cNvPr>
          <p:cNvGrpSpPr/>
          <p:nvPr/>
        </p:nvGrpSpPr>
        <p:grpSpPr>
          <a:xfrm>
            <a:off x="6869597" y="1066460"/>
            <a:ext cx="592281" cy="1399310"/>
            <a:chOff x="3683381" y="4823232"/>
            <a:chExt cx="592281" cy="1399310"/>
          </a:xfrm>
        </p:grpSpPr>
        <p:sp>
          <p:nvSpPr>
            <p:cNvPr id="467" name="矩形: 圆角 466">
              <a:extLst>
                <a:ext uri="{FF2B5EF4-FFF2-40B4-BE49-F238E27FC236}">
                  <a16:creationId xmlns:a16="http://schemas.microsoft.com/office/drawing/2014/main" id="{D1D901C4-DE68-F99D-67F3-79E3467BB4A7}"/>
                </a:ext>
              </a:extLst>
            </p:cNvPr>
            <p:cNvSpPr/>
            <p:nvPr/>
          </p:nvSpPr>
          <p:spPr>
            <a:xfrm>
              <a:off x="3683381" y="4823232"/>
              <a:ext cx="592281" cy="1399310"/>
            </a:xfrm>
            <a:prstGeom prst="roundRect">
              <a:avLst/>
            </a:prstGeom>
            <a:solidFill>
              <a:srgbClr val="FFF2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8" name="文本框 467">
              <a:extLst>
                <a:ext uri="{FF2B5EF4-FFF2-40B4-BE49-F238E27FC236}">
                  <a16:creationId xmlns:a16="http://schemas.microsoft.com/office/drawing/2014/main" id="{9091F28F-3CED-BB79-4601-B6A3C96BE7C9}"/>
                </a:ext>
              </a:extLst>
            </p:cNvPr>
            <p:cNvSpPr txBox="1"/>
            <p:nvPr/>
          </p:nvSpPr>
          <p:spPr>
            <a:xfrm>
              <a:off x="3764077" y="5177760"/>
              <a:ext cx="430887" cy="976922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VIT block</a:t>
              </a:r>
              <a:endPara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469" name="组合 468">
              <a:extLst>
                <a:ext uri="{FF2B5EF4-FFF2-40B4-BE49-F238E27FC236}">
                  <a16:creationId xmlns:a16="http://schemas.microsoft.com/office/drawing/2014/main" id="{B500DF02-6CBB-75F5-B048-26F74CB58889}"/>
                </a:ext>
              </a:extLst>
            </p:cNvPr>
            <p:cNvGrpSpPr/>
            <p:nvPr/>
          </p:nvGrpSpPr>
          <p:grpSpPr>
            <a:xfrm>
              <a:off x="3862503" y="4912512"/>
              <a:ext cx="234034" cy="202650"/>
              <a:chOff x="1635983" y="1987000"/>
              <a:chExt cx="258740" cy="270510"/>
            </a:xfrm>
          </p:grpSpPr>
          <p:sp>
            <p:nvSpPr>
              <p:cNvPr id="470" name="梯形 469">
                <a:extLst>
                  <a:ext uri="{FF2B5EF4-FFF2-40B4-BE49-F238E27FC236}">
                    <a16:creationId xmlns:a16="http://schemas.microsoft.com/office/drawing/2014/main" id="{8889CF03-382F-DF12-F730-2D7A83ABAB58}"/>
                  </a:ext>
                </a:extLst>
              </p:cNvPr>
              <p:cNvSpPr/>
              <p:nvPr/>
            </p:nvSpPr>
            <p:spPr>
              <a:xfrm>
                <a:off x="1635983" y="2143210"/>
                <a:ext cx="258740" cy="114300"/>
              </a:xfrm>
              <a:prstGeom prst="trapezoid">
                <a:avLst>
                  <a:gd name="adj" fmla="val 61667"/>
                </a:avLst>
              </a:prstGeom>
              <a:solidFill>
                <a:srgbClr val="F5B18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:endParaRPr lang="zh-CN" altLang="en-US" dirty="0"/>
              </a:p>
            </p:txBody>
          </p:sp>
          <p:sp>
            <p:nvSpPr>
              <p:cNvPr id="471" name="梯形 470">
                <a:extLst>
                  <a:ext uri="{FF2B5EF4-FFF2-40B4-BE49-F238E27FC236}">
                    <a16:creationId xmlns:a16="http://schemas.microsoft.com/office/drawing/2014/main" id="{D0115473-465F-5C7D-4A2B-4DD65C36FE6E}"/>
                  </a:ext>
                </a:extLst>
              </p:cNvPr>
              <p:cNvSpPr/>
              <p:nvPr/>
            </p:nvSpPr>
            <p:spPr>
              <a:xfrm rot="10800000">
                <a:off x="1635983" y="1987000"/>
                <a:ext cx="258740" cy="114300"/>
              </a:xfrm>
              <a:prstGeom prst="trapezoid">
                <a:avLst>
                  <a:gd name="adj" fmla="val 61667"/>
                </a:avLst>
              </a:prstGeom>
              <a:solidFill>
                <a:srgbClr val="F5B18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481" name="文本框 480">
            <a:extLst>
              <a:ext uri="{FF2B5EF4-FFF2-40B4-BE49-F238E27FC236}">
                <a16:creationId xmlns:a16="http://schemas.microsoft.com/office/drawing/2014/main" id="{D47D412C-036D-675A-D00D-74C7A54B310B}"/>
              </a:ext>
            </a:extLst>
          </p:cNvPr>
          <p:cNvSpPr txBox="1"/>
          <p:nvPr/>
        </p:nvSpPr>
        <p:spPr>
          <a:xfrm>
            <a:off x="1464650" y="1406330"/>
            <a:ext cx="673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4" name="文本框 493">
            <a:extLst>
              <a:ext uri="{FF2B5EF4-FFF2-40B4-BE49-F238E27FC236}">
                <a16:creationId xmlns:a16="http://schemas.microsoft.com/office/drawing/2014/main" id="{C1F2F62A-3FFF-DA1F-1E1B-9397D4F1E512}"/>
              </a:ext>
            </a:extLst>
          </p:cNvPr>
          <p:cNvSpPr txBox="1"/>
          <p:nvPr/>
        </p:nvSpPr>
        <p:spPr>
          <a:xfrm>
            <a:off x="2155216" y="216708"/>
            <a:ext cx="1125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Encoder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96" name="直接连接符 495">
            <a:extLst>
              <a:ext uri="{FF2B5EF4-FFF2-40B4-BE49-F238E27FC236}">
                <a16:creationId xmlns:a16="http://schemas.microsoft.com/office/drawing/2014/main" id="{D9FB3DA9-CE22-1C07-F15C-A29F67AB595F}"/>
              </a:ext>
            </a:extLst>
          </p:cNvPr>
          <p:cNvCxnSpPr>
            <a:cxnSpLocks/>
          </p:cNvCxnSpPr>
          <p:nvPr/>
        </p:nvCxnSpPr>
        <p:spPr>
          <a:xfrm flipH="1">
            <a:off x="4409629" y="3506499"/>
            <a:ext cx="112464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7" name="直接连接符 496">
            <a:extLst>
              <a:ext uri="{FF2B5EF4-FFF2-40B4-BE49-F238E27FC236}">
                <a16:creationId xmlns:a16="http://schemas.microsoft.com/office/drawing/2014/main" id="{0A75B96E-F250-C41F-DE27-8141C6357BAC}"/>
              </a:ext>
            </a:extLst>
          </p:cNvPr>
          <p:cNvCxnSpPr>
            <a:cxnSpLocks/>
          </p:cNvCxnSpPr>
          <p:nvPr/>
        </p:nvCxnSpPr>
        <p:spPr>
          <a:xfrm flipH="1">
            <a:off x="6081085" y="3524164"/>
            <a:ext cx="106930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0" name="直接连接符 549">
            <a:extLst>
              <a:ext uri="{FF2B5EF4-FFF2-40B4-BE49-F238E27FC236}">
                <a16:creationId xmlns:a16="http://schemas.microsoft.com/office/drawing/2014/main" id="{B63A3A0F-41F5-9556-8316-D57F2BBE2C3D}"/>
              </a:ext>
            </a:extLst>
          </p:cNvPr>
          <p:cNvCxnSpPr/>
          <p:nvPr/>
        </p:nvCxnSpPr>
        <p:spPr>
          <a:xfrm>
            <a:off x="8404791" y="702656"/>
            <a:ext cx="0" cy="258297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1" name="直接连接符 550">
            <a:extLst>
              <a:ext uri="{FF2B5EF4-FFF2-40B4-BE49-F238E27FC236}">
                <a16:creationId xmlns:a16="http://schemas.microsoft.com/office/drawing/2014/main" id="{1A44AB8A-63AF-D0C0-B10A-E041B549E389}"/>
              </a:ext>
            </a:extLst>
          </p:cNvPr>
          <p:cNvCxnSpPr>
            <a:cxnSpLocks/>
          </p:cNvCxnSpPr>
          <p:nvPr/>
        </p:nvCxnSpPr>
        <p:spPr>
          <a:xfrm>
            <a:off x="8140631" y="909747"/>
            <a:ext cx="0" cy="238509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3" name="直接连接符 562">
            <a:extLst>
              <a:ext uri="{FF2B5EF4-FFF2-40B4-BE49-F238E27FC236}">
                <a16:creationId xmlns:a16="http://schemas.microsoft.com/office/drawing/2014/main" id="{F2A0B68A-E9B3-0427-C355-7C5FE3CF730A}"/>
              </a:ext>
            </a:extLst>
          </p:cNvPr>
          <p:cNvCxnSpPr/>
          <p:nvPr/>
        </p:nvCxnSpPr>
        <p:spPr>
          <a:xfrm>
            <a:off x="8651683" y="530247"/>
            <a:ext cx="0" cy="276459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>
            <a:extLst>
              <a:ext uri="{FF2B5EF4-FFF2-40B4-BE49-F238E27FC236}">
                <a16:creationId xmlns:a16="http://schemas.microsoft.com/office/drawing/2014/main" id="{5CF385AA-2DDD-6BBC-B0C4-85A19AA846D3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765"/>
          <a:stretch/>
        </p:blipFill>
        <p:spPr>
          <a:xfrm>
            <a:off x="240632" y="1187535"/>
            <a:ext cx="1132351" cy="1132304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615" name="组合 614">
            <a:extLst>
              <a:ext uri="{FF2B5EF4-FFF2-40B4-BE49-F238E27FC236}">
                <a16:creationId xmlns:a16="http://schemas.microsoft.com/office/drawing/2014/main" id="{DC238DB6-BF58-DF52-490E-298BB9D3575C}"/>
              </a:ext>
            </a:extLst>
          </p:cNvPr>
          <p:cNvGrpSpPr/>
          <p:nvPr/>
        </p:nvGrpSpPr>
        <p:grpSpPr>
          <a:xfrm>
            <a:off x="2865690" y="4057531"/>
            <a:ext cx="6832832" cy="2081253"/>
            <a:chOff x="1945640" y="3799999"/>
            <a:chExt cx="8476269" cy="2581837"/>
          </a:xfrm>
        </p:grpSpPr>
        <p:sp>
          <p:nvSpPr>
            <p:cNvPr id="648" name="矩形: 圆角 647">
              <a:extLst>
                <a:ext uri="{FF2B5EF4-FFF2-40B4-BE49-F238E27FC236}">
                  <a16:creationId xmlns:a16="http://schemas.microsoft.com/office/drawing/2014/main" id="{BA6EA3D2-B43C-775C-4158-CDF7867618CC}"/>
                </a:ext>
              </a:extLst>
            </p:cNvPr>
            <p:cNvSpPr/>
            <p:nvPr/>
          </p:nvSpPr>
          <p:spPr>
            <a:xfrm>
              <a:off x="3391286" y="3874353"/>
              <a:ext cx="2995857" cy="1433473"/>
            </a:xfrm>
            <a:prstGeom prst="roundRect">
              <a:avLst/>
            </a:prstGeom>
            <a:solidFill>
              <a:srgbClr val="FBE5D6">
                <a:alpha val="8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2" name="文本框 651">
              <a:extLst>
                <a:ext uri="{FF2B5EF4-FFF2-40B4-BE49-F238E27FC236}">
                  <a16:creationId xmlns:a16="http://schemas.microsoft.com/office/drawing/2014/main" id="{7B6255DF-2F79-9C3B-BFBD-D3434B2C885D}"/>
                </a:ext>
              </a:extLst>
            </p:cNvPr>
            <p:cNvSpPr txBox="1"/>
            <p:nvPr/>
          </p:nvSpPr>
          <p:spPr>
            <a:xfrm>
              <a:off x="4848522" y="4407861"/>
              <a:ext cx="1488833" cy="4199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i="0" dirty="0">
                  <a:solidFill>
                    <a:srgbClr val="24292F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AMFE</a:t>
              </a:r>
              <a:endPara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522" name="组合 521">
              <a:extLst>
                <a:ext uri="{FF2B5EF4-FFF2-40B4-BE49-F238E27FC236}">
                  <a16:creationId xmlns:a16="http://schemas.microsoft.com/office/drawing/2014/main" id="{BE34C734-0392-6EB4-8E89-F9E84FA53FEE}"/>
                </a:ext>
              </a:extLst>
            </p:cNvPr>
            <p:cNvGrpSpPr/>
            <p:nvPr/>
          </p:nvGrpSpPr>
          <p:grpSpPr>
            <a:xfrm>
              <a:off x="3723485" y="3799999"/>
              <a:ext cx="769862" cy="979250"/>
              <a:chOff x="3909222" y="1975230"/>
              <a:chExt cx="813283" cy="1034480"/>
            </a:xfrm>
          </p:grpSpPr>
          <p:sp>
            <p:nvSpPr>
              <p:cNvPr id="523" name="矩形 522">
                <a:extLst>
                  <a:ext uri="{FF2B5EF4-FFF2-40B4-BE49-F238E27FC236}">
                    <a16:creationId xmlns:a16="http://schemas.microsoft.com/office/drawing/2014/main" id="{BAB5FA5B-4164-F99D-178C-D61E67F5E6A7}"/>
                  </a:ext>
                </a:extLst>
              </p:cNvPr>
              <p:cNvSpPr/>
              <p:nvPr/>
            </p:nvSpPr>
            <p:spPr>
              <a:xfrm>
                <a:off x="3914278" y="2265730"/>
                <a:ext cx="765994" cy="743980"/>
              </a:xfrm>
              <a:prstGeom prst="rect">
                <a:avLst/>
              </a:prstGeom>
              <a:solidFill>
                <a:srgbClr val="BFBFBF"/>
              </a:solidFill>
              <a:ln>
                <a:solidFill>
                  <a:schemeClr val="tx1"/>
                </a:solidFill>
              </a:ln>
              <a:scene3d>
                <a:camera prst="isometricOffAxis1Top"/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4" name="矩形 523">
                <a:extLst>
                  <a:ext uri="{FF2B5EF4-FFF2-40B4-BE49-F238E27FC236}">
                    <a16:creationId xmlns:a16="http://schemas.microsoft.com/office/drawing/2014/main" id="{DA714CCA-DD72-7E38-9532-322EBD6F0553}"/>
                  </a:ext>
                </a:extLst>
              </p:cNvPr>
              <p:cNvSpPr/>
              <p:nvPr/>
            </p:nvSpPr>
            <p:spPr>
              <a:xfrm>
                <a:off x="3909222" y="2168072"/>
                <a:ext cx="765994" cy="743980"/>
              </a:xfrm>
              <a:prstGeom prst="rect">
                <a:avLst/>
              </a:prstGeom>
              <a:solidFill>
                <a:srgbClr val="E5B9B5"/>
              </a:solidFill>
              <a:ln>
                <a:solidFill>
                  <a:schemeClr val="tx1"/>
                </a:solidFill>
              </a:ln>
              <a:scene3d>
                <a:camera prst="isometricOffAxis1Top"/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6" name="矩形 525">
                <a:extLst>
                  <a:ext uri="{FF2B5EF4-FFF2-40B4-BE49-F238E27FC236}">
                    <a16:creationId xmlns:a16="http://schemas.microsoft.com/office/drawing/2014/main" id="{BB55B43F-43DC-4F9B-7989-896DDD47F96B}"/>
                  </a:ext>
                </a:extLst>
              </p:cNvPr>
              <p:cNvSpPr/>
              <p:nvPr/>
            </p:nvSpPr>
            <p:spPr>
              <a:xfrm>
                <a:off x="3921922" y="2072888"/>
                <a:ext cx="765994" cy="743980"/>
              </a:xfrm>
              <a:prstGeom prst="rect">
                <a:avLst/>
              </a:prstGeom>
              <a:solidFill>
                <a:srgbClr val="B7DDE8"/>
              </a:solidFill>
              <a:ln>
                <a:solidFill>
                  <a:schemeClr val="tx1"/>
                </a:solidFill>
              </a:ln>
              <a:scene3d>
                <a:camera prst="isometricOffAxis1Top"/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7" name="矩形 526">
                <a:extLst>
                  <a:ext uri="{FF2B5EF4-FFF2-40B4-BE49-F238E27FC236}">
                    <a16:creationId xmlns:a16="http://schemas.microsoft.com/office/drawing/2014/main" id="{BBFEF602-7C6A-7C10-3679-CDA24FA07989}"/>
                  </a:ext>
                </a:extLst>
              </p:cNvPr>
              <p:cNvSpPr/>
              <p:nvPr/>
            </p:nvSpPr>
            <p:spPr>
              <a:xfrm>
                <a:off x="3956511" y="1975230"/>
                <a:ext cx="765994" cy="743980"/>
              </a:xfrm>
              <a:prstGeom prst="rect">
                <a:avLst/>
              </a:prstGeom>
              <a:solidFill>
                <a:srgbClr val="FBD7BB"/>
              </a:solidFill>
              <a:ln>
                <a:solidFill>
                  <a:schemeClr val="tx1"/>
                </a:solidFill>
              </a:ln>
              <a:scene3d>
                <a:camera prst="isometricOffAxis1Top"/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pic>
          <p:nvPicPr>
            <p:cNvPr id="528" name="图片 527">
              <a:extLst>
                <a:ext uri="{FF2B5EF4-FFF2-40B4-BE49-F238E27FC236}">
                  <a16:creationId xmlns:a16="http://schemas.microsoft.com/office/drawing/2014/main" id="{B5E5DF6C-6B00-0122-C371-7A2E46C31AF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5400000">
              <a:off x="4005962" y="4397485"/>
              <a:ext cx="196453" cy="1166439"/>
            </a:xfrm>
            <a:prstGeom prst="rect">
              <a:avLst/>
            </a:prstGeom>
          </p:spPr>
        </p:pic>
        <p:grpSp>
          <p:nvGrpSpPr>
            <p:cNvPr id="542" name="组合 541">
              <a:extLst>
                <a:ext uri="{FF2B5EF4-FFF2-40B4-BE49-F238E27FC236}">
                  <a16:creationId xmlns:a16="http://schemas.microsoft.com/office/drawing/2014/main" id="{442AD69A-168A-EE61-7399-CF25E43B827D}"/>
                </a:ext>
              </a:extLst>
            </p:cNvPr>
            <p:cNvGrpSpPr/>
            <p:nvPr/>
          </p:nvGrpSpPr>
          <p:grpSpPr>
            <a:xfrm>
              <a:off x="2357027" y="4375756"/>
              <a:ext cx="1023509" cy="594838"/>
              <a:chOff x="2892885" y="4781789"/>
              <a:chExt cx="1023509" cy="594838"/>
            </a:xfrm>
          </p:grpSpPr>
          <p:cxnSp>
            <p:nvCxnSpPr>
              <p:cNvPr id="529" name="直接连接符 528">
                <a:extLst>
                  <a:ext uri="{FF2B5EF4-FFF2-40B4-BE49-F238E27FC236}">
                    <a16:creationId xmlns:a16="http://schemas.microsoft.com/office/drawing/2014/main" id="{3BE41197-2B85-CE12-23A6-554EADCA03C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92885" y="5079208"/>
                <a:ext cx="669846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3" name="直接连接符 532">
                <a:extLst>
                  <a:ext uri="{FF2B5EF4-FFF2-40B4-BE49-F238E27FC236}">
                    <a16:creationId xmlns:a16="http://schemas.microsoft.com/office/drawing/2014/main" id="{F3CDA0E5-8205-5DB6-73FB-919E619C0EA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566273" y="4781789"/>
                <a:ext cx="0" cy="59483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0" name="直接箭头连接符 539">
                <a:extLst>
                  <a:ext uri="{FF2B5EF4-FFF2-40B4-BE49-F238E27FC236}">
                    <a16:creationId xmlns:a16="http://schemas.microsoft.com/office/drawing/2014/main" id="{15379425-D590-8F22-0D13-A7580FFAB2D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62731" y="4787282"/>
                <a:ext cx="349853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1" name="直接箭头连接符 540">
                <a:extLst>
                  <a:ext uri="{FF2B5EF4-FFF2-40B4-BE49-F238E27FC236}">
                    <a16:creationId xmlns:a16="http://schemas.microsoft.com/office/drawing/2014/main" id="{AACBD1B0-7E29-FAE0-8513-192267DEF1D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66541" y="5370212"/>
                <a:ext cx="349853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43" name="组合 542">
              <a:extLst>
                <a:ext uri="{FF2B5EF4-FFF2-40B4-BE49-F238E27FC236}">
                  <a16:creationId xmlns:a16="http://schemas.microsoft.com/office/drawing/2014/main" id="{AAE63AB4-7FA1-2F9D-1083-2029741692C1}"/>
                </a:ext>
              </a:extLst>
            </p:cNvPr>
            <p:cNvGrpSpPr/>
            <p:nvPr/>
          </p:nvGrpSpPr>
          <p:grpSpPr>
            <a:xfrm>
              <a:off x="4854670" y="4587947"/>
              <a:ext cx="146706" cy="145254"/>
              <a:chOff x="3044767" y="2832724"/>
              <a:chExt cx="146706" cy="145254"/>
            </a:xfrm>
          </p:grpSpPr>
          <p:sp>
            <p:nvSpPr>
              <p:cNvPr id="544" name="椭圆 543">
                <a:extLst>
                  <a:ext uri="{FF2B5EF4-FFF2-40B4-BE49-F238E27FC236}">
                    <a16:creationId xmlns:a16="http://schemas.microsoft.com/office/drawing/2014/main" id="{2CF21F8C-0C20-1B50-D7B8-93F710DEB10C}"/>
                  </a:ext>
                </a:extLst>
              </p:cNvPr>
              <p:cNvSpPr/>
              <p:nvPr/>
            </p:nvSpPr>
            <p:spPr>
              <a:xfrm>
                <a:off x="3044767" y="2832724"/>
                <a:ext cx="146706" cy="145254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cxnSp>
            <p:nvCxnSpPr>
              <p:cNvPr id="545" name="直接连接符 544">
                <a:extLst>
                  <a:ext uri="{FF2B5EF4-FFF2-40B4-BE49-F238E27FC236}">
                    <a16:creationId xmlns:a16="http://schemas.microsoft.com/office/drawing/2014/main" id="{D7D327C1-59DD-006B-D90C-937209F0191B}"/>
                  </a:ext>
                </a:extLst>
              </p:cNvPr>
              <p:cNvCxnSpPr>
                <a:stCxn id="544" idx="0"/>
                <a:endCxn id="544" idx="4"/>
              </p:cNvCxnSpPr>
              <p:nvPr/>
            </p:nvCxnSpPr>
            <p:spPr>
              <a:xfrm>
                <a:off x="3118120" y="2832724"/>
                <a:ext cx="0" cy="14525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6" name="直接连接符 545">
                <a:extLst>
                  <a:ext uri="{FF2B5EF4-FFF2-40B4-BE49-F238E27FC236}">
                    <a16:creationId xmlns:a16="http://schemas.microsoft.com/office/drawing/2014/main" id="{98DD352B-A8C5-BC61-E27D-951778E0897B}"/>
                  </a:ext>
                </a:extLst>
              </p:cNvPr>
              <p:cNvCxnSpPr>
                <a:stCxn id="544" idx="2"/>
                <a:endCxn id="544" idx="6"/>
              </p:cNvCxnSpPr>
              <p:nvPr/>
            </p:nvCxnSpPr>
            <p:spPr>
              <a:xfrm>
                <a:off x="3044767" y="2905351"/>
                <a:ext cx="146706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47" name="直接连接符 546">
              <a:extLst>
                <a:ext uri="{FF2B5EF4-FFF2-40B4-BE49-F238E27FC236}">
                  <a16:creationId xmlns:a16="http://schemas.microsoft.com/office/drawing/2014/main" id="{679C6CBA-9B6B-E814-1A07-AFB11C4C76E3}"/>
                </a:ext>
              </a:extLst>
            </p:cNvPr>
            <p:cNvCxnSpPr>
              <a:cxnSpLocks/>
            </p:cNvCxnSpPr>
            <p:nvPr/>
          </p:nvCxnSpPr>
          <p:spPr>
            <a:xfrm>
              <a:off x="4926971" y="4352657"/>
              <a:ext cx="0" cy="2564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2" name="直接连接符 551">
              <a:extLst>
                <a:ext uri="{FF2B5EF4-FFF2-40B4-BE49-F238E27FC236}">
                  <a16:creationId xmlns:a16="http://schemas.microsoft.com/office/drawing/2014/main" id="{7D1EE256-4F62-E715-F176-BA56CB2B693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31142" y="4354562"/>
              <a:ext cx="302184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6" name="直接连接符 555">
              <a:extLst>
                <a:ext uri="{FF2B5EF4-FFF2-40B4-BE49-F238E27FC236}">
                  <a16:creationId xmlns:a16="http://schemas.microsoft.com/office/drawing/2014/main" id="{2A345021-0C5B-D049-E88F-1B13D17884E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96235" y="4980704"/>
              <a:ext cx="228831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9" name="直接连接符 568">
              <a:extLst>
                <a:ext uri="{FF2B5EF4-FFF2-40B4-BE49-F238E27FC236}">
                  <a16:creationId xmlns:a16="http://schemas.microsoft.com/office/drawing/2014/main" id="{8A90FA1C-140B-678D-6DCD-4954BF5142F5}"/>
                </a:ext>
              </a:extLst>
            </p:cNvPr>
            <p:cNvCxnSpPr>
              <a:cxnSpLocks/>
            </p:cNvCxnSpPr>
            <p:nvPr/>
          </p:nvCxnSpPr>
          <p:spPr>
            <a:xfrm>
              <a:off x="4926971" y="4731752"/>
              <a:ext cx="0" cy="2564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1" name="直接箭头连接符 570">
              <a:extLst>
                <a:ext uri="{FF2B5EF4-FFF2-40B4-BE49-F238E27FC236}">
                  <a16:creationId xmlns:a16="http://schemas.microsoft.com/office/drawing/2014/main" id="{4A32738F-79CD-59F2-C03E-9DCDAEBF09F0}"/>
                </a:ext>
              </a:extLst>
            </p:cNvPr>
            <p:cNvCxnSpPr>
              <a:cxnSpLocks/>
            </p:cNvCxnSpPr>
            <p:nvPr/>
          </p:nvCxnSpPr>
          <p:spPr>
            <a:xfrm>
              <a:off x="2356485" y="5947782"/>
              <a:ext cx="473527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4" name="直接箭头连接符 573">
              <a:extLst>
                <a:ext uri="{FF2B5EF4-FFF2-40B4-BE49-F238E27FC236}">
                  <a16:creationId xmlns:a16="http://schemas.microsoft.com/office/drawing/2014/main" id="{366EDE1F-8694-96BD-F690-DB9D9929025E}"/>
                </a:ext>
              </a:extLst>
            </p:cNvPr>
            <p:cNvCxnSpPr>
              <a:cxnSpLocks/>
            </p:cNvCxnSpPr>
            <p:nvPr/>
          </p:nvCxnSpPr>
          <p:spPr>
            <a:xfrm>
              <a:off x="6387143" y="4725624"/>
              <a:ext cx="704619" cy="3064"/>
            </a:xfrm>
            <a:prstGeom prst="straightConnector1">
              <a:avLst/>
            </a:prstGeom>
            <a:ln w="12700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6" name="矩形 575">
              <a:extLst>
                <a:ext uri="{FF2B5EF4-FFF2-40B4-BE49-F238E27FC236}">
                  <a16:creationId xmlns:a16="http://schemas.microsoft.com/office/drawing/2014/main" id="{FCAEF775-BF81-A1AD-8EB1-6E0F92194B48}"/>
                </a:ext>
              </a:extLst>
            </p:cNvPr>
            <p:cNvSpPr/>
            <p:nvPr/>
          </p:nvSpPr>
          <p:spPr>
            <a:xfrm>
              <a:off x="7108733" y="4407600"/>
              <a:ext cx="730660" cy="636047"/>
            </a:xfrm>
            <a:prstGeom prst="rect">
              <a:avLst/>
            </a:prstGeom>
            <a:solidFill>
              <a:srgbClr val="EAC7C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RPN</a:t>
              </a:r>
              <a:endPara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585" name="组合 584">
              <a:extLst>
                <a:ext uri="{FF2B5EF4-FFF2-40B4-BE49-F238E27FC236}">
                  <a16:creationId xmlns:a16="http://schemas.microsoft.com/office/drawing/2014/main" id="{1A9DAD62-7B8F-4612-D5A0-07E23F3F1F94}"/>
                </a:ext>
              </a:extLst>
            </p:cNvPr>
            <p:cNvGrpSpPr/>
            <p:nvPr/>
          </p:nvGrpSpPr>
          <p:grpSpPr>
            <a:xfrm rot="16200000">
              <a:off x="7785082" y="4932260"/>
              <a:ext cx="592281" cy="1978921"/>
              <a:chOff x="3683381" y="4823232"/>
              <a:chExt cx="592281" cy="1399310"/>
            </a:xfrm>
          </p:grpSpPr>
          <p:sp>
            <p:nvSpPr>
              <p:cNvPr id="586" name="矩形: 圆角 585">
                <a:extLst>
                  <a:ext uri="{FF2B5EF4-FFF2-40B4-BE49-F238E27FC236}">
                    <a16:creationId xmlns:a16="http://schemas.microsoft.com/office/drawing/2014/main" id="{97C3ADE9-EEAF-02A1-1A99-5E46AF4D0390}"/>
                  </a:ext>
                </a:extLst>
              </p:cNvPr>
              <p:cNvSpPr/>
              <p:nvPr/>
            </p:nvSpPr>
            <p:spPr>
              <a:xfrm>
                <a:off x="3683381" y="4823232"/>
                <a:ext cx="592281" cy="1399310"/>
              </a:xfrm>
              <a:prstGeom prst="roundRect">
                <a:avLst/>
              </a:prstGeom>
              <a:solidFill>
                <a:srgbClr val="FFF2CC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88" name="文本框 587">
                <a:extLst>
                  <a:ext uri="{FF2B5EF4-FFF2-40B4-BE49-F238E27FC236}">
                    <a16:creationId xmlns:a16="http://schemas.microsoft.com/office/drawing/2014/main" id="{B2E1163E-9434-FE53-F319-3192524359AF}"/>
                  </a:ext>
                </a:extLst>
              </p:cNvPr>
              <p:cNvSpPr txBox="1"/>
              <p:nvPr/>
            </p:nvSpPr>
            <p:spPr>
              <a:xfrm>
                <a:off x="3800375" y="5080375"/>
                <a:ext cx="430887" cy="976922"/>
              </a:xfrm>
              <a:prstGeom prst="rect">
                <a:avLst/>
              </a:prstGeom>
              <a:noFill/>
            </p:spPr>
            <p:txBody>
              <a:bodyPr vert="eaVert" wrap="square" rtlCol="0">
                <a:spAutoFit/>
              </a:bodyPr>
              <a:lstStyle/>
              <a:p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ROI Align</a:t>
                </a:r>
                <a:endParaRPr lang="zh-CN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592" name="直接连接符 591">
              <a:extLst>
                <a:ext uri="{FF2B5EF4-FFF2-40B4-BE49-F238E27FC236}">
                  <a16:creationId xmlns:a16="http://schemas.microsoft.com/office/drawing/2014/main" id="{AEB6329A-7924-4246-0BAC-AF5919500A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33501" y="4725624"/>
              <a:ext cx="60666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4" name="直接箭头连接符 593">
              <a:extLst>
                <a:ext uri="{FF2B5EF4-FFF2-40B4-BE49-F238E27FC236}">
                  <a16:creationId xmlns:a16="http://schemas.microsoft.com/office/drawing/2014/main" id="{9A96FC31-B91A-BF3F-ADE4-DA3BEC1B631A}"/>
                </a:ext>
              </a:extLst>
            </p:cNvPr>
            <p:cNvCxnSpPr>
              <a:cxnSpLocks/>
            </p:cNvCxnSpPr>
            <p:nvPr/>
          </p:nvCxnSpPr>
          <p:spPr>
            <a:xfrm>
              <a:off x="8432062" y="4725624"/>
              <a:ext cx="0" cy="883063"/>
            </a:xfrm>
            <a:prstGeom prst="straightConnector1">
              <a:avLst/>
            </a:prstGeom>
            <a:ln w="12700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1" name="文本框 600">
              <a:extLst>
                <a:ext uri="{FF2B5EF4-FFF2-40B4-BE49-F238E27FC236}">
                  <a16:creationId xmlns:a16="http://schemas.microsoft.com/office/drawing/2014/main" id="{DF1BE010-6EC2-C02E-8D4C-DB3E4F05BE70}"/>
                </a:ext>
              </a:extLst>
            </p:cNvPr>
            <p:cNvSpPr txBox="1"/>
            <p:nvPr/>
          </p:nvSpPr>
          <p:spPr>
            <a:xfrm>
              <a:off x="8408542" y="4994639"/>
              <a:ext cx="1403092" cy="4199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proposals</a:t>
              </a:r>
              <a:endPara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2" name="箭头: 右 601">
              <a:extLst>
                <a:ext uri="{FF2B5EF4-FFF2-40B4-BE49-F238E27FC236}">
                  <a16:creationId xmlns:a16="http://schemas.microsoft.com/office/drawing/2014/main" id="{8A3294DD-D365-0671-7A2F-C18384C8D1FC}"/>
                </a:ext>
              </a:extLst>
            </p:cNvPr>
            <p:cNvSpPr/>
            <p:nvPr/>
          </p:nvSpPr>
          <p:spPr>
            <a:xfrm>
              <a:off x="9221362" y="5819659"/>
              <a:ext cx="368154" cy="256246"/>
            </a:xfrm>
            <a:prstGeom prst="rightArrow">
              <a:avLst/>
            </a:prstGeom>
            <a:solidFill>
              <a:srgbClr val="FBD7B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3" name="矩形 602">
              <a:extLst>
                <a:ext uri="{FF2B5EF4-FFF2-40B4-BE49-F238E27FC236}">
                  <a16:creationId xmlns:a16="http://schemas.microsoft.com/office/drawing/2014/main" id="{4D304AA0-7FA9-62D0-546D-C50E1BBA225E}"/>
                </a:ext>
              </a:extLst>
            </p:cNvPr>
            <p:cNvSpPr/>
            <p:nvPr/>
          </p:nvSpPr>
          <p:spPr>
            <a:xfrm>
              <a:off x="9679289" y="5484314"/>
              <a:ext cx="741950" cy="24281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class</a:t>
              </a:r>
              <a:endPara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4" name="矩形 603">
              <a:extLst>
                <a:ext uri="{FF2B5EF4-FFF2-40B4-BE49-F238E27FC236}">
                  <a16:creationId xmlns:a16="http://schemas.microsoft.com/office/drawing/2014/main" id="{E01189B9-ED99-B16B-04C8-DB0B00412A57}"/>
                </a:ext>
              </a:extLst>
            </p:cNvPr>
            <p:cNvSpPr/>
            <p:nvPr/>
          </p:nvSpPr>
          <p:spPr>
            <a:xfrm>
              <a:off x="9678866" y="5810365"/>
              <a:ext cx="742452" cy="24281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box</a:t>
              </a:r>
              <a:endPara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5" name="矩形 604">
              <a:extLst>
                <a:ext uri="{FF2B5EF4-FFF2-40B4-BE49-F238E27FC236}">
                  <a16:creationId xmlns:a16="http://schemas.microsoft.com/office/drawing/2014/main" id="{215B712E-D055-03D6-F7DE-CC2C6FD630D3}"/>
                </a:ext>
              </a:extLst>
            </p:cNvPr>
            <p:cNvSpPr/>
            <p:nvPr/>
          </p:nvSpPr>
          <p:spPr>
            <a:xfrm>
              <a:off x="9675580" y="6139019"/>
              <a:ext cx="746329" cy="24281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mask</a:t>
              </a:r>
              <a:endPara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06" name="直接连接符 605">
              <a:extLst>
                <a:ext uri="{FF2B5EF4-FFF2-40B4-BE49-F238E27FC236}">
                  <a16:creationId xmlns:a16="http://schemas.microsoft.com/office/drawing/2014/main" id="{0467FA2C-66FB-7D81-8261-CEAD75196DB8}"/>
                </a:ext>
              </a:extLst>
            </p:cNvPr>
            <p:cNvCxnSpPr>
              <a:cxnSpLocks/>
            </p:cNvCxnSpPr>
            <p:nvPr/>
          </p:nvCxnSpPr>
          <p:spPr>
            <a:xfrm>
              <a:off x="2362275" y="4674236"/>
              <a:ext cx="0" cy="127354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2" name="直接连接符 611">
              <a:extLst>
                <a:ext uri="{FF2B5EF4-FFF2-40B4-BE49-F238E27FC236}">
                  <a16:creationId xmlns:a16="http://schemas.microsoft.com/office/drawing/2014/main" id="{51951094-4673-7681-2941-4B8781159BE5}"/>
                </a:ext>
              </a:extLst>
            </p:cNvPr>
            <p:cNvCxnSpPr>
              <a:cxnSpLocks/>
            </p:cNvCxnSpPr>
            <p:nvPr/>
          </p:nvCxnSpPr>
          <p:spPr>
            <a:xfrm>
              <a:off x="1945640" y="5311140"/>
              <a:ext cx="410845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5" name="矩形 224">
            <a:extLst>
              <a:ext uri="{FF2B5EF4-FFF2-40B4-BE49-F238E27FC236}">
                <a16:creationId xmlns:a16="http://schemas.microsoft.com/office/drawing/2014/main" id="{212011C8-F6E4-67F7-142C-1D6F2D0C01CE}"/>
              </a:ext>
            </a:extLst>
          </p:cNvPr>
          <p:cNvSpPr/>
          <p:nvPr/>
        </p:nvSpPr>
        <p:spPr>
          <a:xfrm>
            <a:off x="4994770" y="2656786"/>
            <a:ext cx="1086315" cy="289143"/>
          </a:xfrm>
          <a:prstGeom prst="rect">
            <a:avLst/>
          </a:prstGeom>
          <a:solidFill>
            <a:srgbClr val="EAC7C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Adapter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2" name="矩形 231">
            <a:extLst>
              <a:ext uri="{FF2B5EF4-FFF2-40B4-BE49-F238E27FC236}">
                <a16:creationId xmlns:a16="http://schemas.microsoft.com/office/drawing/2014/main" id="{5374068E-A5A5-32D9-4C4C-F279947D8012}"/>
              </a:ext>
            </a:extLst>
          </p:cNvPr>
          <p:cNvSpPr/>
          <p:nvPr/>
        </p:nvSpPr>
        <p:spPr>
          <a:xfrm>
            <a:off x="6609668" y="2659960"/>
            <a:ext cx="1086315" cy="289143"/>
          </a:xfrm>
          <a:prstGeom prst="rect">
            <a:avLst/>
          </a:prstGeom>
          <a:solidFill>
            <a:srgbClr val="EAC7C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Adapter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1" name="矩形 210">
            <a:extLst>
              <a:ext uri="{FF2B5EF4-FFF2-40B4-BE49-F238E27FC236}">
                <a16:creationId xmlns:a16="http://schemas.microsoft.com/office/drawing/2014/main" id="{EBF681C5-280D-18F8-15D0-D871FCF0453F}"/>
              </a:ext>
            </a:extLst>
          </p:cNvPr>
          <p:cNvSpPr/>
          <p:nvPr/>
        </p:nvSpPr>
        <p:spPr>
          <a:xfrm>
            <a:off x="2824255" y="3644287"/>
            <a:ext cx="6227502" cy="2752519"/>
          </a:xfrm>
          <a:prstGeom prst="rect">
            <a:avLst/>
          </a:prstGeom>
          <a:noFill/>
          <a:ln w="6350"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2" name="文本框 211">
            <a:extLst>
              <a:ext uri="{FF2B5EF4-FFF2-40B4-BE49-F238E27FC236}">
                <a16:creationId xmlns:a16="http://schemas.microsoft.com/office/drawing/2014/main" id="{5CCBBAD5-940D-177C-8817-D613257ED3F3}"/>
              </a:ext>
            </a:extLst>
          </p:cNvPr>
          <p:cNvSpPr txBox="1"/>
          <p:nvPr/>
        </p:nvSpPr>
        <p:spPr>
          <a:xfrm>
            <a:off x="2824254" y="3714929"/>
            <a:ext cx="1125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Decoder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3" name="文本框 212">
                <a:extLst>
                  <a:ext uri="{FF2B5EF4-FFF2-40B4-BE49-F238E27FC236}">
                    <a16:creationId xmlns:a16="http://schemas.microsoft.com/office/drawing/2014/main" id="{167C9FEE-920C-B433-6DBD-B0F7E67B1A45}"/>
                  </a:ext>
                </a:extLst>
              </p:cNvPr>
              <p:cNvSpPr txBox="1"/>
              <p:nvPr/>
            </p:nvSpPr>
            <p:spPr>
              <a:xfrm>
                <a:off x="9612849" y="5336461"/>
                <a:ext cx="65808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𝑐𝑙𝑠</m:t>
                          </m:r>
                        </m:sub>
                      </m:sSub>
                    </m:oMath>
                  </m:oMathPara>
                </a14:m>
                <a:endParaRPr lang="zh-CN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3" name="文本框 212">
                <a:extLst>
                  <a:ext uri="{FF2B5EF4-FFF2-40B4-BE49-F238E27FC236}">
                    <a16:creationId xmlns:a16="http://schemas.microsoft.com/office/drawing/2014/main" id="{167C9FEE-920C-B433-6DBD-B0F7E67B1A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12849" y="5336461"/>
                <a:ext cx="658083" cy="3385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4" name="文本框 213">
                <a:extLst>
                  <a:ext uri="{FF2B5EF4-FFF2-40B4-BE49-F238E27FC236}">
                    <a16:creationId xmlns:a16="http://schemas.microsoft.com/office/drawing/2014/main" id="{B70BF305-C1AB-0EE4-DEAD-8AAE0E3EAF7A}"/>
                  </a:ext>
                </a:extLst>
              </p:cNvPr>
              <p:cNvSpPr txBox="1"/>
              <p:nvPr/>
            </p:nvSpPr>
            <p:spPr>
              <a:xfrm>
                <a:off x="9675018" y="5616551"/>
                <a:ext cx="65808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𝑏𝑏𝑜𝑥</m:t>
                          </m:r>
                        </m:sub>
                      </m:sSub>
                    </m:oMath>
                  </m:oMathPara>
                </a14:m>
                <a:endParaRPr lang="zh-CN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4" name="文本框 213">
                <a:extLst>
                  <a:ext uri="{FF2B5EF4-FFF2-40B4-BE49-F238E27FC236}">
                    <a16:creationId xmlns:a16="http://schemas.microsoft.com/office/drawing/2014/main" id="{B70BF305-C1AB-0EE4-DEAD-8AAE0E3EAF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75018" y="5616551"/>
                <a:ext cx="658083" cy="338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5" name="文本框 214">
                <a:extLst>
                  <a:ext uri="{FF2B5EF4-FFF2-40B4-BE49-F238E27FC236}">
                    <a16:creationId xmlns:a16="http://schemas.microsoft.com/office/drawing/2014/main" id="{49E98A93-7F88-F4E1-47F9-91BB94BA25BC}"/>
                  </a:ext>
                </a:extLst>
              </p:cNvPr>
              <p:cNvSpPr txBox="1"/>
              <p:nvPr/>
            </p:nvSpPr>
            <p:spPr>
              <a:xfrm>
                <a:off x="9669937" y="5876320"/>
                <a:ext cx="65808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𝑚𝑎𝑠𝑘</m:t>
                          </m:r>
                        </m:sub>
                      </m:sSub>
                    </m:oMath>
                  </m:oMathPara>
                </a14:m>
                <a:endParaRPr lang="zh-CN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5" name="文本框 214">
                <a:extLst>
                  <a:ext uri="{FF2B5EF4-FFF2-40B4-BE49-F238E27FC236}">
                    <a16:creationId xmlns:a16="http://schemas.microsoft.com/office/drawing/2014/main" id="{49E98A93-7F88-F4E1-47F9-91BB94BA25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9937" y="5876320"/>
                <a:ext cx="658083" cy="33855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65422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2EB073-BAB7-6773-4B6F-C719DB6E9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6" name="直接箭头连接符 215">
            <a:extLst>
              <a:ext uri="{FF2B5EF4-FFF2-40B4-BE49-F238E27FC236}">
                <a16:creationId xmlns:a16="http://schemas.microsoft.com/office/drawing/2014/main" id="{DD14DAB3-0695-9EFF-FBC1-DEF3B3DFAED1}"/>
              </a:ext>
            </a:extLst>
          </p:cNvPr>
          <p:cNvCxnSpPr>
            <a:cxnSpLocks/>
            <a:stCxn id="3" idx="2"/>
            <a:endCxn id="43" idx="0"/>
          </p:cNvCxnSpPr>
          <p:nvPr/>
        </p:nvCxnSpPr>
        <p:spPr>
          <a:xfrm flipH="1">
            <a:off x="2933373" y="2453342"/>
            <a:ext cx="1162" cy="20344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直接箭头连接符 220">
            <a:extLst>
              <a:ext uri="{FF2B5EF4-FFF2-40B4-BE49-F238E27FC236}">
                <a16:creationId xmlns:a16="http://schemas.microsoft.com/office/drawing/2014/main" id="{8D0942FE-301A-6846-A82D-155385202C97}"/>
              </a:ext>
            </a:extLst>
          </p:cNvPr>
          <p:cNvCxnSpPr>
            <a:cxnSpLocks/>
            <a:stCxn id="3" idx="3"/>
            <a:endCxn id="30" idx="1"/>
          </p:cNvCxnSpPr>
          <p:nvPr/>
        </p:nvCxnSpPr>
        <p:spPr>
          <a:xfrm>
            <a:off x="3230675" y="1753687"/>
            <a:ext cx="709992" cy="630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0F5AF6EB-4587-E9E9-1D97-C9D6DB765104}"/>
              </a:ext>
            </a:extLst>
          </p:cNvPr>
          <p:cNvCxnSpPr>
            <a:cxnSpLocks/>
          </p:cNvCxnSpPr>
          <p:nvPr/>
        </p:nvCxnSpPr>
        <p:spPr>
          <a:xfrm>
            <a:off x="1442676" y="1771985"/>
            <a:ext cx="1208565" cy="7354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矩形 42">
            <a:extLst>
              <a:ext uri="{FF2B5EF4-FFF2-40B4-BE49-F238E27FC236}">
                <a16:creationId xmlns:a16="http://schemas.microsoft.com/office/drawing/2014/main" id="{A2D6D407-E2B9-92A3-BBDE-D9028A4EA7B8}"/>
              </a:ext>
            </a:extLst>
          </p:cNvPr>
          <p:cNvSpPr/>
          <p:nvPr/>
        </p:nvSpPr>
        <p:spPr>
          <a:xfrm>
            <a:off x="2390215" y="2656786"/>
            <a:ext cx="1086315" cy="289143"/>
          </a:xfrm>
          <a:prstGeom prst="rect">
            <a:avLst/>
          </a:prstGeom>
          <a:solidFill>
            <a:srgbClr val="EAC7C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适配器</a:t>
            </a:r>
          </a:p>
        </p:txBody>
      </p: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34B6C8D3-F7C2-F3AF-D919-3CE4DE387FCB}"/>
              </a:ext>
            </a:extLst>
          </p:cNvPr>
          <p:cNvCxnSpPr>
            <a:cxnSpLocks/>
            <a:stCxn id="30" idx="2"/>
            <a:endCxn id="193" idx="0"/>
          </p:cNvCxnSpPr>
          <p:nvPr/>
        </p:nvCxnSpPr>
        <p:spPr>
          <a:xfrm>
            <a:off x="4236808" y="2459642"/>
            <a:ext cx="60" cy="20181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3" name="矩形 192">
            <a:extLst>
              <a:ext uri="{FF2B5EF4-FFF2-40B4-BE49-F238E27FC236}">
                <a16:creationId xmlns:a16="http://schemas.microsoft.com/office/drawing/2014/main" id="{E4BBB79F-1AFD-0285-DEDC-F99FD8CA160C}"/>
              </a:ext>
            </a:extLst>
          </p:cNvPr>
          <p:cNvSpPr/>
          <p:nvPr/>
        </p:nvSpPr>
        <p:spPr>
          <a:xfrm>
            <a:off x="3693710" y="2661456"/>
            <a:ext cx="1086315" cy="289143"/>
          </a:xfrm>
          <a:prstGeom prst="rect">
            <a:avLst/>
          </a:prstGeom>
          <a:solidFill>
            <a:srgbClr val="EAC7C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适配器</a:t>
            </a:r>
          </a:p>
        </p:txBody>
      </p:sp>
      <p:cxnSp>
        <p:nvCxnSpPr>
          <p:cNvPr id="217" name="直接箭头连接符 216">
            <a:extLst>
              <a:ext uri="{FF2B5EF4-FFF2-40B4-BE49-F238E27FC236}">
                <a16:creationId xmlns:a16="http://schemas.microsoft.com/office/drawing/2014/main" id="{B2308E70-72E4-F944-AE97-BBF61DC65301}"/>
              </a:ext>
            </a:extLst>
          </p:cNvPr>
          <p:cNvCxnSpPr>
            <a:cxnSpLocks/>
            <a:stCxn id="54" idx="2"/>
            <a:endCxn id="225" idx="0"/>
          </p:cNvCxnSpPr>
          <p:nvPr/>
        </p:nvCxnSpPr>
        <p:spPr>
          <a:xfrm flipH="1">
            <a:off x="5537928" y="2465770"/>
            <a:ext cx="2016" cy="19101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直接箭头连接符 225">
            <a:extLst>
              <a:ext uri="{FF2B5EF4-FFF2-40B4-BE49-F238E27FC236}">
                <a16:creationId xmlns:a16="http://schemas.microsoft.com/office/drawing/2014/main" id="{F6B75255-D4A3-9A5A-AE0F-A1C9740DA9DB}"/>
              </a:ext>
            </a:extLst>
          </p:cNvPr>
          <p:cNvCxnSpPr>
            <a:cxnSpLocks/>
            <a:endCxn id="232" idx="0"/>
          </p:cNvCxnSpPr>
          <p:nvPr/>
        </p:nvCxnSpPr>
        <p:spPr>
          <a:xfrm>
            <a:off x="7150392" y="2468125"/>
            <a:ext cx="2434" cy="19183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直接箭头连接符 232">
            <a:extLst>
              <a:ext uri="{FF2B5EF4-FFF2-40B4-BE49-F238E27FC236}">
                <a16:creationId xmlns:a16="http://schemas.microsoft.com/office/drawing/2014/main" id="{F928E36B-41B7-312C-93C4-E080574E8CB3}"/>
              </a:ext>
            </a:extLst>
          </p:cNvPr>
          <p:cNvCxnSpPr>
            <a:cxnSpLocks/>
            <a:stCxn id="30" idx="3"/>
            <a:endCxn id="54" idx="1"/>
          </p:cNvCxnSpPr>
          <p:nvPr/>
        </p:nvCxnSpPr>
        <p:spPr>
          <a:xfrm>
            <a:off x="4532948" y="1759987"/>
            <a:ext cx="710855" cy="6128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直接箭头连接符 237">
            <a:extLst>
              <a:ext uri="{FF2B5EF4-FFF2-40B4-BE49-F238E27FC236}">
                <a16:creationId xmlns:a16="http://schemas.microsoft.com/office/drawing/2014/main" id="{9715403F-0F31-1762-2A80-AE8CBD5082D0}"/>
              </a:ext>
            </a:extLst>
          </p:cNvPr>
          <p:cNvCxnSpPr>
            <a:cxnSpLocks/>
          </p:cNvCxnSpPr>
          <p:nvPr/>
        </p:nvCxnSpPr>
        <p:spPr>
          <a:xfrm>
            <a:off x="5830417" y="1765989"/>
            <a:ext cx="297162" cy="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2" name="矩形 241">
            <a:extLst>
              <a:ext uri="{FF2B5EF4-FFF2-40B4-BE49-F238E27FC236}">
                <a16:creationId xmlns:a16="http://schemas.microsoft.com/office/drawing/2014/main" id="{32978B41-ED55-AB8A-A286-EB6C26513742}"/>
              </a:ext>
            </a:extLst>
          </p:cNvPr>
          <p:cNvSpPr/>
          <p:nvPr/>
        </p:nvSpPr>
        <p:spPr>
          <a:xfrm>
            <a:off x="2099045" y="142761"/>
            <a:ext cx="5841139" cy="2885289"/>
          </a:xfrm>
          <a:prstGeom prst="rect">
            <a:avLst/>
          </a:prstGeom>
          <a:noFill/>
          <a:ln w="6350"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98" name="直接连接符 397">
            <a:extLst>
              <a:ext uri="{FF2B5EF4-FFF2-40B4-BE49-F238E27FC236}">
                <a16:creationId xmlns:a16="http://schemas.microsoft.com/office/drawing/2014/main" id="{73FD262F-32D0-3CA1-7B56-67405D90A26C}"/>
              </a:ext>
            </a:extLst>
          </p:cNvPr>
          <p:cNvCxnSpPr>
            <a:cxnSpLocks/>
            <a:stCxn id="43" idx="2"/>
          </p:cNvCxnSpPr>
          <p:nvPr/>
        </p:nvCxnSpPr>
        <p:spPr>
          <a:xfrm flipH="1">
            <a:off x="2933372" y="2945929"/>
            <a:ext cx="1" cy="56628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0" name="直接箭头连接符 409">
            <a:extLst>
              <a:ext uri="{FF2B5EF4-FFF2-40B4-BE49-F238E27FC236}">
                <a16:creationId xmlns:a16="http://schemas.microsoft.com/office/drawing/2014/main" id="{0D9D6AEB-B922-9E67-43ED-69608B429002}"/>
              </a:ext>
            </a:extLst>
          </p:cNvPr>
          <p:cNvCxnSpPr>
            <a:cxnSpLocks/>
            <a:endCxn id="411" idx="1"/>
          </p:cNvCxnSpPr>
          <p:nvPr/>
        </p:nvCxnSpPr>
        <p:spPr>
          <a:xfrm>
            <a:off x="2930938" y="3281570"/>
            <a:ext cx="349853" cy="278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1" name="矩形 410">
            <a:extLst>
              <a:ext uri="{FF2B5EF4-FFF2-40B4-BE49-F238E27FC236}">
                <a16:creationId xmlns:a16="http://schemas.microsoft.com/office/drawing/2014/main" id="{83F811D5-B798-E6C6-C0E4-FFAA85582681}"/>
              </a:ext>
            </a:extLst>
          </p:cNvPr>
          <p:cNvSpPr/>
          <p:nvPr/>
        </p:nvSpPr>
        <p:spPr>
          <a:xfrm>
            <a:off x="3280791" y="3144340"/>
            <a:ext cx="538294" cy="28003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</a:t>
            </a:r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16" name="直接箭头连接符 415">
            <a:extLst>
              <a:ext uri="{FF2B5EF4-FFF2-40B4-BE49-F238E27FC236}">
                <a16:creationId xmlns:a16="http://schemas.microsoft.com/office/drawing/2014/main" id="{1368F916-F4F8-8A81-73FB-F5D37F300CA5}"/>
              </a:ext>
            </a:extLst>
          </p:cNvPr>
          <p:cNvCxnSpPr>
            <a:cxnSpLocks/>
            <a:stCxn id="411" idx="3"/>
            <a:endCxn id="422" idx="2"/>
          </p:cNvCxnSpPr>
          <p:nvPr/>
        </p:nvCxnSpPr>
        <p:spPr>
          <a:xfrm flipV="1">
            <a:off x="3819085" y="3281570"/>
            <a:ext cx="355522" cy="278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9" name="直接连接符 418">
            <a:extLst>
              <a:ext uri="{FF2B5EF4-FFF2-40B4-BE49-F238E27FC236}">
                <a16:creationId xmlns:a16="http://schemas.microsoft.com/office/drawing/2014/main" id="{CCFB4A19-E7E7-2C4A-C022-0DCEF07E1283}"/>
              </a:ext>
            </a:extLst>
          </p:cNvPr>
          <p:cNvCxnSpPr>
            <a:cxnSpLocks/>
          </p:cNvCxnSpPr>
          <p:nvPr/>
        </p:nvCxnSpPr>
        <p:spPr>
          <a:xfrm>
            <a:off x="4247960" y="2952750"/>
            <a:ext cx="0" cy="23142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1" name="组合 420">
            <a:extLst>
              <a:ext uri="{FF2B5EF4-FFF2-40B4-BE49-F238E27FC236}">
                <a16:creationId xmlns:a16="http://schemas.microsoft.com/office/drawing/2014/main" id="{2099CCDE-6C46-C86F-92D9-BD39E2CDB60E}"/>
              </a:ext>
            </a:extLst>
          </p:cNvPr>
          <p:cNvGrpSpPr/>
          <p:nvPr/>
        </p:nvGrpSpPr>
        <p:grpSpPr>
          <a:xfrm>
            <a:off x="4174607" y="3184178"/>
            <a:ext cx="146706" cy="170019"/>
            <a:chOff x="3044767" y="2807959"/>
            <a:chExt cx="146706" cy="170019"/>
          </a:xfrm>
        </p:grpSpPr>
        <p:sp>
          <p:nvSpPr>
            <p:cNvPr id="422" name="椭圆 421">
              <a:extLst>
                <a:ext uri="{FF2B5EF4-FFF2-40B4-BE49-F238E27FC236}">
                  <a16:creationId xmlns:a16="http://schemas.microsoft.com/office/drawing/2014/main" id="{9436714A-C7D6-8AAE-5338-B4BA5D1A85F1}"/>
                </a:ext>
              </a:extLst>
            </p:cNvPr>
            <p:cNvSpPr/>
            <p:nvPr/>
          </p:nvSpPr>
          <p:spPr>
            <a:xfrm>
              <a:off x="3044767" y="2832724"/>
              <a:ext cx="146706" cy="14525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23" name="直接连接符 422">
              <a:extLst>
                <a:ext uri="{FF2B5EF4-FFF2-40B4-BE49-F238E27FC236}">
                  <a16:creationId xmlns:a16="http://schemas.microsoft.com/office/drawing/2014/main" id="{B4B0E65F-955D-272F-CFFD-6D6E0CA2DF1F}"/>
                </a:ext>
              </a:extLst>
            </p:cNvPr>
            <p:cNvCxnSpPr>
              <a:cxnSpLocks/>
              <a:endCxn id="422" idx="4"/>
            </p:cNvCxnSpPr>
            <p:nvPr/>
          </p:nvCxnSpPr>
          <p:spPr>
            <a:xfrm>
              <a:off x="3118120" y="2807959"/>
              <a:ext cx="0" cy="17001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直接连接符 423">
              <a:extLst>
                <a:ext uri="{FF2B5EF4-FFF2-40B4-BE49-F238E27FC236}">
                  <a16:creationId xmlns:a16="http://schemas.microsoft.com/office/drawing/2014/main" id="{66428F45-BC47-6FA2-AB7E-453DEAF40A29}"/>
                </a:ext>
              </a:extLst>
            </p:cNvPr>
            <p:cNvCxnSpPr>
              <a:stCxn id="422" idx="2"/>
              <a:endCxn id="422" idx="6"/>
            </p:cNvCxnSpPr>
            <p:nvPr/>
          </p:nvCxnSpPr>
          <p:spPr>
            <a:xfrm>
              <a:off x="3044767" y="2905351"/>
              <a:ext cx="14670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27" name="直接连接符 426">
            <a:extLst>
              <a:ext uri="{FF2B5EF4-FFF2-40B4-BE49-F238E27FC236}">
                <a16:creationId xmlns:a16="http://schemas.microsoft.com/office/drawing/2014/main" id="{86E7DF86-97AC-88EE-A0A9-4432BE5279B9}"/>
              </a:ext>
            </a:extLst>
          </p:cNvPr>
          <p:cNvCxnSpPr>
            <a:cxnSpLocks/>
          </p:cNvCxnSpPr>
          <p:nvPr/>
        </p:nvCxnSpPr>
        <p:spPr>
          <a:xfrm flipH="1">
            <a:off x="2930938" y="3506499"/>
            <a:ext cx="131702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4" name="直接箭头连接符 433">
            <a:extLst>
              <a:ext uri="{FF2B5EF4-FFF2-40B4-BE49-F238E27FC236}">
                <a16:creationId xmlns:a16="http://schemas.microsoft.com/office/drawing/2014/main" id="{01785356-1EA4-C66B-20EE-211A392FBFC9}"/>
              </a:ext>
            </a:extLst>
          </p:cNvPr>
          <p:cNvCxnSpPr>
            <a:endCxn id="422" idx="4"/>
          </p:cNvCxnSpPr>
          <p:nvPr/>
        </p:nvCxnSpPr>
        <p:spPr>
          <a:xfrm flipV="1">
            <a:off x="4247960" y="3354197"/>
            <a:ext cx="0" cy="15230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1" name="直接箭头连接符 450">
            <a:extLst>
              <a:ext uri="{FF2B5EF4-FFF2-40B4-BE49-F238E27FC236}">
                <a16:creationId xmlns:a16="http://schemas.microsoft.com/office/drawing/2014/main" id="{3787B7FE-F0D9-2A7E-6331-667019FCBFEF}"/>
              </a:ext>
            </a:extLst>
          </p:cNvPr>
          <p:cNvCxnSpPr>
            <a:cxnSpLocks/>
            <a:endCxn id="452" idx="1"/>
          </p:cNvCxnSpPr>
          <p:nvPr/>
        </p:nvCxnSpPr>
        <p:spPr>
          <a:xfrm>
            <a:off x="4317594" y="3281570"/>
            <a:ext cx="349853" cy="278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2" name="矩形 451">
            <a:extLst>
              <a:ext uri="{FF2B5EF4-FFF2-40B4-BE49-F238E27FC236}">
                <a16:creationId xmlns:a16="http://schemas.microsoft.com/office/drawing/2014/main" id="{BBD41E29-489B-DE94-5FAA-DEA11D20415F}"/>
              </a:ext>
            </a:extLst>
          </p:cNvPr>
          <p:cNvSpPr/>
          <p:nvPr/>
        </p:nvSpPr>
        <p:spPr>
          <a:xfrm>
            <a:off x="4667447" y="3144340"/>
            <a:ext cx="538294" cy="28003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</a:t>
            </a:r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53" name="直接箭头连接符 452">
            <a:extLst>
              <a:ext uri="{FF2B5EF4-FFF2-40B4-BE49-F238E27FC236}">
                <a16:creationId xmlns:a16="http://schemas.microsoft.com/office/drawing/2014/main" id="{B1DC40F7-212A-E73A-E0D5-3B2411618AAF}"/>
              </a:ext>
            </a:extLst>
          </p:cNvPr>
          <p:cNvCxnSpPr>
            <a:cxnSpLocks/>
            <a:stCxn id="452" idx="3"/>
            <a:endCxn id="456" idx="2"/>
          </p:cNvCxnSpPr>
          <p:nvPr/>
        </p:nvCxnSpPr>
        <p:spPr>
          <a:xfrm flipV="1">
            <a:off x="5205741" y="3281570"/>
            <a:ext cx="255183" cy="278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4" name="直接连接符 453">
            <a:extLst>
              <a:ext uri="{FF2B5EF4-FFF2-40B4-BE49-F238E27FC236}">
                <a16:creationId xmlns:a16="http://schemas.microsoft.com/office/drawing/2014/main" id="{495E8452-41E9-CA6C-E3F8-1A36B98B1CAB}"/>
              </a:ext>
            </a:extLst>
          </p:cNvPr>
          <p:cNvCxnSpPr>
            <a:cxnSpLocks/>
            <a:endCxn id="456" idx="0"/>
          </p:cNvCxnSpPr>
          <p:nvPr/>
        </p:nvCxnSpPr>
        <p:spPr>
          <a:xfrm flipH="1">
            <a:off x="5534277" y="2884209"/>
            <a:ext cx="1217" cy="32473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5" name="组合 454">
            <a:extLst>
              <a:ext uri="{FF2B5EF4-FFF2-40B4-BE49-F238E27FC236}">
                <a16:creationId xmlns:a16="http://schemas.microsoft.com/office/drawing/2014/main" id="{6C12D217-06A4-5C00-718A-CDACD394F9FE}"/>
              </a:ext>
            </a:extLst>
          </p:cNvPr>
          <p:cNvGrpSpPr/>
          <p:nvPr/>
        </p:nvGrpSpPr>
        <p:grpSpPr>
          <a:xfrm>
            <a:off x="5460924" y="3208943"/>
            <a:ext cx="146706" cy="145254"/>
            <a:chOff x="3044767" y="2832724"/>
            <a:chExt cx="146706" cy="145254"/>
          </a:xfrm>
        </p:grpSpPr>
        <p:sp>
          <p:nvSpPr>
            <p:cNvPr id="456" name="椭圆 455">
              <a:extLst>
                <a:ext uri="{FF2B5EF4-FFF2-40B4-BE49-F238E27FC236}">
                  <a16:creationId xmlns:a16="http://schemas.microsoft.com/office/drawing/2014/main" id="{0E3CE17F-FCA0-283F-652E-9D27E69BDA57}"/>
                </a:ext>
              </a:extLst>
            </p:cNvPr>
            <p:cNvSpPr/>
            <p:nvPr/>
          </p:nvSpPr>
          <p:spPr>
            <a:xfrm>
              <a:off x="3044767" y="2832724"/>
              <a:ext cx="146706" cy="14525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57" name="直接连接符 456">
              <a:extLst>
                <a:ext uri="{FF2B5EF4-FFF2-40B4-BE49-F238E27FC236}">
                  <a16:creationId xmlns:a16="http://schemas.microsoft.com/office/drawing/2014/main" id="{BDBD082A-8C91-6E5C-9775-0F184843475A}"/>
                </a:ext>
              </a:extLst>
            </p:cNvPr>
            <p:cNvCxnSpPr>
              <a:stCxn id="456" idx="0"/>
              <a:endCxn id="456" idx="4"/>
            </p:cNvCxnSpPr>
            <p:nvPr/>
          </p:nvCxnSpPr>
          <p:spPr>
            <a:xfrm>
              <a:off x="3118120" y="2832724"/>
              <a:ext cx="0" cy="14525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8" name="直接连接符 457">
              <a:extLst>
                <a:ext uri="{FF2B5EF4-FFF2-40B4-BE49-F238E27FC236}">
                  <a16:creationId xmlns:a16="http://schemas.microsoft.com/office/drawing/2014/main" id="{047398F4-979F-9DAE-2C66-0CE7E45C91BA}"/>
                </a:ext>
              </a:extLst>
            </p:cNvPr>
            <p:cNvCxnSpPr>
              <a:stCxn id="456" idx="2"/>
              <a:endCxn id="456" idx="6"/>
            </p:cNvCxnSpPr>
            <p:nvPr/>
          </p:nvCxnSpPr>
          <p:spPr>
            <a:xfrm>
              <a:off x="3044767" y="2905351"/>
              <a:ext cx="14670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60" name="直接箭头连接符 459">
            <a:extLst>
              <a:ext uri="{FF2B5EF4-FFF2-40B4-BE49-F238E27FC236}">
                <a16:creationId xmlns:a16="http://schemas.microsoft.com/office/drawing/2014/main" id="{F86DA99F-B820-BEDF-20AC-E8F4A868FD41}"/>
              </a:ext>
            </a:extLst>
          </p:cNvPr>
          <p:cNvCxnSpPr>
            <a:endCxn id="456" idx="4"/>
          </p:cNvCxnSpPr>
          <p:nvPr/>
        </p:nvCxnSpPr>
        <p:spPr>
          <a:xfrm flipV="1">
            <a:off x="5534277" y="3354197"/>
            <a:ext cx="0" cy="15230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3" name="直接连接符 462">
            <a:extLst>
              <a:ext uri="{FF2B5EF4-FFF2-40B4-BE49-F238E27FC236}">
                <a16:creationId xmlns:a16="http://schemas.microsoft.com/office/drawing/2014/main" id="{82D4E3EF-3218-C1CE-21DE-D1D6735F42A4}"/>
              </a:ext>
            </a:extLst>
          </p:cNvPr>
          <p:cNvCxnSpPr>
            <a:cxnSpLocks/>
          </p:cNvCxnSpPr>
          <p:nvPr/>
        </p:nvCxnSpPr>
        <p:spPr>
          <a:xfrm>
            <a:off x="4412173" y="3281570"/>
            <a:ext cx="92" cy="22492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3" name="矩形 482">
            <a:extLst>
              <a:ext uri="{FF2B5EF4-FFF2-40B4-BE49-F238E27FC236}">
                <a16:creationId xmlns:a16="http://schemas.microsoft.com/office/drawing/2014/main" id="{118D5225-E940-BB71-6E07-F81D8747E43D}"/>
              </a:ext>
            </a:extLst>
          </p:cNvPr>
          <p:cNvSpPr/>
          <p:nvPr/>
        </p:nvSpPr>
        <p:spPr>
          <a:xfrm>
            <a:off x="6387143" y="3153312"/>
            <a:ext cx="538294" cy="28003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</a:t>
            </a:r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84" name="直接箭头连接符 483">
            <a:extLst>
              <a:ext uri="{FF2B5EF4-FFF2-40B4-BE49-F238E27FC236}">
                <a16:creationId xmlns:a16="http://schemas.microsoft.com/office/drawing/2014/main" id="{54D46C28-96E3-D17D-95F6-E740457764BB}"/>
              </a:ext>
            </a:extLst>
          </p:cNvPr>
          <p:cNvCxnSpPr>
            <a:cxnSpLocks/>
            <a:stCxn id="483" idx="3"/>
            <a:endCxn id="487" idx="2"/>
          </p:cNvCxnSpPr>
          <p:nvPr/>
        </p:nvCxnSpPr>
        <p:spPr>
          <a:xfrm flipV="1">
            <a:off x="6925437" y="3290543"/>
            <a:ext cx="151602" cy="278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5" name="直接连接符 484">
            <a:extLst>
              <a:ext uri="{FF2B5EF4-FFF2-40B4-BE49-F238E27FC236}">
                <a16:creationId xmlns:a16="http://schemas.microsoft.com/office/drawing/2014/main" id="{B010C1BB-D564-D8E0-08E0-B52666D04F39}"/>
              </a:ext>
            </a:extLst>
          </p:cNvPr>
          <p:cNvCxnSpPr>
            <a:cxnSpLocks/>
            <a:endCxn id="487" idx="0"/>
          </p:cNvCxnSpPr>
          <p:nvPr/>
        </p:nvCxnSpPr>
        <p:spPr>
          <a:xfrm flipH="1">
            <a:off x="7150392" y="2893182"/>
            <a:ext cx="1217" cy="32473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6" name="组合 485">
            <a:extLst>
              <a:ext uri="{FF2B5EF4-FFF2-40B4-BE49-F238E27FC236}">
                <a16:creationId xmlns:a16="http://schemas.microsoft.com/office/drawing/2014/main" id="{D8B54AF1-691A-5AAD-92EB-98A9ADD1055D}"/>
              </a:ext>
            </a:extLst>
          </p:cNvPr>
          <p:cNvGrpSpPr/>
          <p:nvPr/>
        </p:nvGrpSpPr>
        <p:grpSpPr>
          <a:xfrm>
            <a:off x="7077039" y="3217916"/>
            <a:ext cx="146706" cy="145254"/>
            <a:chOff x="3044767" y="2832724"/>
            <a:chExt cx="146706" cy="145254"/>
          </a:xfrm>
        </p:grpSpPr>
        <p:sp>
          <p:nvSpPr>
            <p:cNvPr id="487" name="椭圆 486">
              <a:extLst>
                <a:ext uri="{FF2B5EF4-FFF2-40B4-BE49-F238E27FC236}">
                  <a16:creationId xmlns:a16="http://schemas.microsoft.com/office/drawing/2014/main" id="{C62CFDC8-73D1-1279-92FB-CC77FA08BD19}"/>
                </a:ext>
              </a:extLst>
            </p:cNvPr>
            <p:cNvSpPr/>
            <p:nvPr/>
          </p:nvSpPr>
          <p:spPr>
            <a:xfrm>
              <a:off x="3044767" y="2832724"/>
              <a:ext cx="146706" cy="14525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488" name="直接连接符 487">
              <a:extLst>
                <a:ext uri="{FF2B5EF4-FFF2-40B4-BE49-F238E27FC236}">
                  <a16:creationId xmlns:a16="http://schemas.microsoft.com/office/drawing/2014/main" id="{FDC0F383-D409-3904-E96B-82F4AEC5502B}"/>
                </a:ext>
              </a:extLst>
            </p:cNvPr>
            <p:cNvCxnSpPr>
              <a:stCxn id="487" idx="0"/>
              <a:endCxn id="487" idx="4"/>
            </p:cNvCxnSpPr>
            <p:nvPr/>
          </p:nvCxnSpPr>
          <p:spPr>
            <a:xfrm>
              <a:off x="3118120" y="2832724"/>
              <a:ext cx="0" cy="14525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9" name="直接连接符 488">
              <a:extLst>
                <a:ext uri="{FF2B5EF4-FFF2-40B4-BE49-F238E27FC236}">
                  <a16:creationId xmlns:a16="http://schemas.microsoft.com/office/drawing/2014/main" id="{D2766209-B395-385D-C956-3AD0248366D9}"/>
                </a:ext>
              </a:extLst>
            </p:cNvPr>
            <p:cNvCxnSpPr>
              <a:stCxn id="487" idx="2"/>
              <a:endCxn id="487" idx="6"/>
            </p:cNvCxnSpPr>
            <p:nvPr/>
          </p:nvCxnSpPr>
          <p:spPr>
            <a:xfrm>
              <a:off x="3044767" y="2905351"/>
              <a:ext cx="14670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91" name="直接箭头连接符 490">
            <a:extLst>
              <a:ext uri="{FF2B5EF4-FFF2-40B4-BE49-F238E27FC236}">
                <a16:creationId xmlns:a16="http://schemas.microsoft.com/office/drawing/2014/main" id="{2C7F2688-7040-C548-513E-D214ADBDE5DE}"/>
              </a:ext>
            </a:extLst>
          </p:cNvPr>
          <p:cNvCxnSpPr>
            <a:cxnSpLocks/>
            <a:endCxn id="487" idx="4"/>
          </p:cNvCxnSpPr>
          <p:nvPr/>
        </p:nvCxnSpPr>
        <p:spPr>
          <a:xfrm flipV="1">
            <a:off x="7150392" y="3363170"/>
            <a:ext cx="0" cy="16099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2" name="直接连接符 491">
            <a:extLst>
              <a:ext uri="{FF2B5EF4-FFF2-40B4-BE49-F238E27FC236}">
                <a16:creationId xmlns:a16="http://schemas.microsoft.com/office/drawing/2014/main" id="{99707B25-2118-392A-D909-59D6CCB42533}"/>
              </a:ext>
            </a:extLst>
          </p:cNvPr>
          <p:cNvCxnSpPr>
            <a:cxnSpLocks/>
          </p:cNvCxnSpPr>
          <p:nvPr/>
        </p:nvCxnSpPr>
        <p:spPr>
          <a:xfrm>
            <a:off x="6085943" y="3337540"/>
            <a:ext cx="0" cy="18001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3" name="直接箭头连接符 492">
            <a:extLst>
              <a:ext uri="{FF2B5EF4-FFF2-40B4-BE49-F238E27FC236}">
                <a16:creationId xmlns:a16="http://schemas.microsoft.com/office/drawing/2014/main" id="{9479AF8C-B048-F206-A886-675E743AB228}"/>
              </a:ext>
            </a:extLst>
          </p:cNvPr>
          <p:cNvCxnSpPr>
            <a:cxnSpLocks/>
            <a:endCxn id="483" idx="1"/>
          </p:cNvCxnSpPr>
          <p:nvPr/>
        </p:nvCxnSpPr>
        <p:spPr>
          <a:xfrm>
            <a:off x="6218712" y="3290542"/>
            <a:ext cx="168431" cy="278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4" name="文本框 503">
            <a:extLst>
              <a:ext uri="{FF2B5EF4-FFF2-40B4-BE49-F238E27FC236}">
                <a16:creationId xmlns:a16="http://schemas.microsoft.com/office/drawing/2014/main" id="{FD846361-34E0-7E43-FAB3-6B44509792BF}"/>
              </a:ext>
            </a:extLst>
          </p:cNvPr>
          <p:cNvSpPr txBox="1"/>
          <p:nvPr/>
        </p:nvSpPr>
        <p:spPr>
          <a:xfrm>
            <a:off x="6118751" y="1479151"/>
            <a:ext cx="3596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05" name="直接箭头连接符 504">
            <a:extLst>
              <a:ext uri="{FF2B5EF4-FFF2-40B4-BE49-F238E27FC236}">
                <a16:creationId xmlns:a16="http://schemas.microsoft.com/office/drawing/2014/main" id="{B71C76F4-AF88-50BE-F2C7-352257B011D4}"/>
              </a:ext>
            </a:extLst>
          </p:cNvPr>
          <p:cNvCxnSpPr>
            <a:cxnSpLocks/>
          </p:cNvCxnSpPr>
          <p:nvPr/>
        </p:nvCxnSpPr>
        <p:spPr>
          <a:xfrm>
            <a:off x="6462234" y="1759847"/>
            <a:ext cx="392017" cy="4658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" name="直接箭头连接符 513">
            <a:extLst>
              <a:ext uri="{FF2B5EF4-FFF2-40B4-BE49-F238E27FC236}">
                <a16:creationId xmlns:a16="http://schemas.microsoft.com/office/drawing/2014/main" id="{05CBB996-5978-6565-0B60-EE625BD9501F}"/>
              </a:ext>
            </a:extLst>
          </p:cNvPr>
          <p:cNvCxnSpPr>
            <a:cxnSpLocks/>
            <a:stCxn id="456" idx="6"/>
          </p:cNvCxnSpPr>
          <p:nvPr/>
        </p:nvCxnSpPr>
        <p:spPr>
          <a:xfrm>
            <a:off x="5607630" y="3281570"/>
            <a:ext cx="325639" cy="405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9" name="文本框 518">
            <a:extLst>
              <a:ext uri="{FF2B5EF4-FFF2-40B4-BE49-F238E27FC236}">
                <a16:creationId xmlns:a16="http://schemas.microsoft.com/office/drawing/2014/main" id="{DCA459F4-3B39-DE87-63C8-10ECB6DEB680}"/>
              </a:ext>
            </a:extLst>
          </p:cNvPr>
          <p:cNvSpPr txBox="1"/>
          <p:nvPr/>
        </p:nvSpPr>
        <p:spPr>
          <a:xfrm>
            <a:off x="5900837" y="3013344"/>
            <a:ext cx="3596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21" name="直接箭头连接符 520">
            <a:extLst>
              <a:ext uri="{FF2B5EF4-FFF2-40B4-BE49-F238E27FC236}">
                <a16:creationId xmlns:a16="http://schemas.microsoft.com/office/drawing/2014/main" id="{87ECE4E0-6762-B0B0-7649-C9ABA5BF9F9C}"/>
              </a:ext>
            </a:extLst>
          </p:cNvPr>
          <p:cNvCxnSpPr>
            <a:cxnSpLocks/>
            <a:stCxn id="487" idx="6"/>
            <a:endCxn id="525" idx="1"/>
          </p:cNvCxnSpPr>
          <p:nvPr/>
        </p:nvCxnSpPr>
        <p:spPr>
          <a:xfrm>
            <a:off x="7223745" y="3290543"/>
            <a:ext cx="193525" cy="2788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5" name="矩形 524">
            <a:extLst>
              <a:ext uri="{FF2B5EF4-FFF2-40B4-BE49-F238E27FC236}">
                <a16:creationId xmlns:a16="http://schemas.microsoft.com/office/drawing/2014/main" id="{68925503-4AC0-D356-3972-8B0330875D17}"/>
              </a:ext>
            </a:extLst>
          </p:cNvPr>
          <p:cNvSpPr/>
          <p:nvPr/>
        </p:nvSpPr>
        <p:spPr>
          <a:xfrm>
            <a:off x="7417270" y="3153312"/>
            <a:ext cx="538294" cy="28003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</a:t>
            </a:r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0" name="文本框 529">
            <a:extLst>
              <a:ext uri="{FF2B5EF4-FFF2-40B4-BE49-F238E27FC236}">
                <a16:creationId xmlns:a16="http://schemas.microsoft.com/office/drawing/2014/main" id="{FEF3A9FE-3AD9-9646-8290-537E5480F20D}"/>
              </a:ext>
            </a:extLst>
          </p:cNvPr>
          <p:cNvSpPr txBox="1"/>
          <p:nvPr/>
        </p:nvSpPr>
        <p:spPr>
          <a:xfrm>
            <a:off x="8222976" y="3259681"/>
            <a:ext cx="6193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 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4" name="矩形 533">
            <a:extLst>
              <a:ext uri="{FF2B5EF4-FFF2-40B4-BE49-F238E27FC236}">
                <a16:creationId xmlns:a16="http://schemas.microsoft.com/office/drawing/2014/main" id="{53DEB0E6-5170-3C07-662C-9AE0791135DC}"/>
              </a:ext>
            </a:extLst>
          </p:cNvPr>
          <p:cNvSpPr/>
          <p:nvPr/>
        </p:nvSpPr>
        <p:spPr>
          <a:xfrm rot="16200000">
            <a:off x="9570635" y="2133648"/>
            <a:ext cx="143094" cy="1147652"/>
          </a:xfrm>
          <a:prstGeom prst="rect">
            <a:avLst/>
          </a:prstGeom>
          <a:solidFill>
            <a:srgbClr val="FCDFC8"/>
          </a:solidFill>
          <a:ln w="381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5" name="矩形 534">
            <a:extLst>
              <a:ext uri="{FF2B5EF4-FFF2-40B4-BE49-F238E27FC236}">
                <a16:creationId xmlns:a16="http://schemas.microsoft.com/office/drawing/2014/main" id="{4EEB14DD-5B4E-1B50-29A1-190EAEE738B1}"/>
              </a:ext>
            </a:extLst>
          </p:cNvPr>
          <p:cNvSpPr/>
          <p:nvPr/>
        </p:nvSpPr>
        <p:spPr>
          <a:xfrm rot="16200000">
            <a:off x="9570636" y="2141913"/>
            <a:ext cx="143094" cy="661247"/>
          </a:xfrm>
          <a:prstGeom prst="rect">
            <a:avLst/>
          </a:prstGeom>
          <a:solidFill>
            <a:srgbClr val="FCDFC8"/>
          </a:solidFill>
          <a:ln w="381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6" name="矩形 535">
            <a:extLst>
              <a:ext uri="{FF2B5EF4-FFF2-40B4-BE49-F238E27FC236}">
                <a16:creationId xmlns:a16="http://schemas.microsoft.com/office/drawing/2014/main" id="{E3345E30-B137-1293-31A6-110555A5F3ED}"/>
              </a:ext>
            </a:extLst>
          </p:cNvPr>
          <p:cNvSpPr/>
          <p:nvPr/>
        </p:nvSpPr>
        <p:spPr>
          <a:xfrm rot="16200000">
            <a:off x="9559922" y="2032073"/>
            <a:ext cx="143094" cy="358750"/>
          </a:xfrm>
          <a:prstGeom prst="rect">
            <a:avLst/>
          </a:prstGeom>
          <a:solidFill>
            <a:srgbClr val="FCDFC8"/>
          </a:solidFill>
          <a:ln w="381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7" name="矩形 536">
            <a:extLst>
              <a:ext uri="{FF2B5EF4-FFF2-40B4-BE49-F238E27FC236}">
                <a16:creationId xmlns:a16="http://schemas.microsoft.com/office/drawing/2014/main" id="{B1891EEF-E444-4DD0-81BA-025082CE53E1}"/>
              </a:ext>
            </a:extLst>
          </p:cNvPr>
          <p:cNvSpPr/>
          <p:nvPr/>
        </p:nvSpPr>
        <p:spPr>
          <a:xfrm rot="16200000">
            <a:off x="9555185" y="1897952"/>
            <a:ext cx="143094" cy="179373"/>
          </a:xfrm>
          <a:prstGeom prst="rect">
            <a:avLst/>
          </a:prstGeom>
          <a:solidFill>
            <a:srgbClr val="FCDFC8"/>
          </a:solidFill>
          <a:ln w="381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39" name="直接连接符 538">
            <a:extLst>
              <a:ext uri="{FF2B5EF4-FFF2-40B4-BE49-F238E27FC236}">
                <a16:creationId xmlns:a16="http://schemas.microsoft.com/office/drawing/2014/main" id="{0014783C-883D-02B2-BCC9-06973E1A20D3}"/>
              </a:ext>
            </a:extLst>
          </p:cNvPr>
          <p:cNvCxnSpPr>
            <a:cxnSpLocks/>
          </p:cNvCxnSpPr>
          <p:nvPr/>
        </p:nvCxnSpPr>
        <p:spPr>
          <a:xfrm>
            <a:off x="7951754" y="3290542"/>
            <a:ext cx="96731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9" name="直接连接符 548">
            <a:extLst>
              <a:ext uri="{FF2B5EF4-FFF2-40B4-BE49-F238E27FC236}">
                <a16:creationId xmlns:a16="http://schemas.microsoft.com/office/drawing/2014/main" id="{986B46EC-D8D9-4FF1-F5E6-B49785B0EA5F}"/>
              </a:ext>
            </a:extLst>
          </p:cNvPr>
          <p:cNvCxnSpPr>
            <a:cxnSpLocks/>
          </p:cNvCxnSpPr>
          <p:nvPr/>
        </p:nvCxnSpPr>
        <p:spPr>
          <a:xfrm flipH="1">
            <a:off x="2930938" y="911009"/>
            <a:ext cx="520969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57" name="组合 556">
            <a:extLst>
              <a:ext uri="{FF2B5EF4-FFF2-40B4-BE49-F238E27FC236}">
                <a16:creationId xmlns:a16="http://schemas.microsoft.com/office/drawing/2014/main" id="{E9A8B606-6FBA-9272-C5E7-2B6131BF0BE3}"/>
              </a:ext>
            </a:extLst>
          </p:cNvPr>
          <p:cNvGrpSpPr/>
          <p:nvPr/>
        </p:nvGrpSpPr>
        <p:grpSpPr>
          <a:xfrm>
            <a:off x="8067031" y="2639560"/>
            <a:ext cx="146706" cy="145254"/>
            <a:chOff x="3044767" y="2832724"/>
            <a:chExt cx="146706" cy="145254"/>
          </a:xfrm>
        </p:grpSpPr>
        <p:sp>
          <p:nvSpPr>
            <p:cNvPr id="558" name="椭圆 557">
              <a:extLst>
                <a:ext uri="{FF2B5EF4-FFF2-40B4-BE49-F238E27FC236}">
                  <a16:creationId xmlns:a16="http://schemas.microsoft.com/office/drawing/2014/main" id="{91BE564A-7592-6617-9DA3-00C95CCEC9E4}"/>
                </a:ext>
              </a:extLst>
            </p:cNvPr>
            <p:cNvSpPr/>
            <p:nvPr/>
          </p:nvSpPr>
          <p:spPr>
            <a:xfrm>
              <a:off x="3044767" y="2832724"/>
              <a:ext cx="146706" cy="14525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559" name="直接连接符 558">
              <a:extLst>
                <a:ext uri="{FF2B5EF4-FFF2-40B4-BE49-F238E27FC236}">
                  <a16:creationId xmlns:a16="http://schemas.microsoft.com/office/drawing/2014/main" id="{01DE7EEC-AA81-9619-B45E-F701F493E804}"/>
                </a:ext>
              </a:extLst>
            </p:cNvPr>
            <p:cNvCxnSpPr>
              <a:stCxn id="558" idx="0"/>
              <a:endCxn id="558" idx="4"/>
            </p:cNvCxnSpPr>
            <p:nvPr/>
          </p:nvCxnSpPr>
          <p:spPr>
            <a:xfrm>
              <a:off x="3118120" y="2832724"/>
              <a:ext cx="0" cy="14525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0" name="直接连接符 559">
              <a:extLst>
                <a:ext uri="{FF2B5EF4-FFF2-40B4-BE49-F238E27FC236}">
                  <a16:creationId xmlns:a16="http://schemas.microsoft.com/office/drawing/2014/main" id="{4873B19D-A2A3-EACF-B591-88E77335D155}"/>
                </a:ext>
              </a:extLst>
            </p:cNvPr>
            <p:cNvCxnSpPr>
              <a:stCxn id="558" idx="2"/>
              <a:endCxn id="558" idx="6"/>
            </p:cNvCxnSpPr>
            <p:nvPr/>
          </p:nvCxnSpPr>
          <p:spPr>
            <a:xfrm>
              <a:off x="3044767" y="2905351"/>
              <a:ext cx="14670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61" name="直接箭头连接符 560">
            <a:extLst>
              <a:ext uri="{FF2B5EF4-FFF2-40B4-BE49-F238E27FC236}">
                <a16:creationId xmlns:a16="http://schemas.microsoft.com/office/drawing/2014/main" id="{BDAEB498-10D5-3080-D42E-97E46D229A00}"/>
              </a:ext>
            </a:extLst>
          </p:cNvPr>
          <p:cNvCxnSpPr>
            <a:cxnSpLocks/>
            <a:stCxn id="558" idx="6"/>
            <a:endCxn id="534" idx="0"/>
          </p:cNvCxnSpPr>
          <p:nvPr/>
        </p:nvCxnSpPr>
        <p:spPr>
          <a:xfrm flipV="1">
            <a:off x="8213737" y="2707474"/>
            <a:ext cx="854619" cy="4713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0" name="直接连接符 569">
            <a:extLst>
              <a:ext uri="{FF2B5EF4-FFF2-40B4-BE49-F238E27FC236}">
                <a16:creationId xmlns:a16="http://schemas.microsoft.com/office/drawing/2014/main" id="{A25F8316-81D9-B437-83A8-1E8456CF359D}"/>
              </a:ext>
            </a:extLst>
          </p:cNvPr>
          <p:cNvCxnSpPr>
            <a:cxnSpLocks/>
          </p:cNvCxnSpPr>
          <p:nvPr/>
        </p:nvCxnSpPr>
        <p:spPr>
          <a:xfrm flipH="1">
            <a:off x="4236808" y="702656"/>
            <a:ext cx="416798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77" name="组合 576">
            <a:extLst>
              <a:ext uri="{FF2B5EF4-FFF2-40B4-BE49-F238E27FC236}">
                <a16:creationId xmlns:a16="http://schemas.microsoft.com/office/drawing/2014/main" id="{D461A8F7-8F6F-EE07-9C81-DEA004AF7983}"/>
              </a:ext>
            </a:extLst>
          </p:cNvPr>
          <p:cNvGrpSpPr/>
          <p:nvPr/>
        </p:nvGrpSpPr>
        <p:grpSpPr>
          <a:xfrm>
            <a:off x="8330142" y="2395498"/>
            <a:ext cx="146706" cy="145254"/>
            <a:chOff x="3044767" y="2832724"/>
            <a:chExt cx="146706" cy="145254"/>
          </a:xfrm>
        </p:grpSpPr>
        <p:sp>
          <p:nvSpPr>
            <p:cNvPr id="578" name="椭圆 577">
              <a:extLst>
                <a:ext uri="{FF2B5EF4-FFF2-40B4-BE49-F238E27FC236}">
                  <a16:creationId xmlns:a16="http://schemas.microsoft.com/office/drawing/2014/main" id="{7C4EEA40-0789-0A6A-6279-E615D5DEAB04}"/>
                </a:ext>
              </a:extLst>
            </p:cNvPr>
            <p:cNvSpPr/>
            <p:nvPr/>
          </p:nvSpPr>
          <p:spPr>
            <a:xfrm>
              <a:off x="3044767" y="2832724"/>
              <a:ext cx="146706" cy="14525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579" name="直接连接符 578">
              <a:extLst>
                <a:ext uri="{FF2B5EF4-FFF2-40B4-BE49-F238E27FC236}">
                  <a16:creationId xmlns:a16="http://schemas.microsoft.com/office/drawing/2014/main" id="{F818FF02-FB33-58C3-D462-E005D24A89F4}"/>
                </a:ext>
              </a:extLst>
            </p:cNvPr>
            <p:cNvCxnSpPr>
              <a:stCxn id="578" idx="0"/>
              <a:endCxn id="578" idx="4"/>
            </p:cNvCxnSpPr>
            <p:nvPr/>
          </p:nvCxnSpPr>
          <p:spPr>
            <a:xfrm>
              <a:off x="3118120" y="2832724"/>
              <a:ext cx="0" cy="14525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0" name="直接连接符 579">
              <a:extLst>
                <a:ext uri="{FF2B5EF4-FFF2-40B4-BE49-F238E27FC236}">
                  <a16:creationId xmlns:a16="http://schemas.microsoft.com/office/drawing/2014/main" id="{1389782A-0A71-4914-008C-FF5F4137F73D}"/>
                </a:ext>
              </a:extLst>
            </p:cNvPr>
            <p:cNvCxnSpPr>
              <a:stCxn id="578" idx="2"/>
              <a:endCxn id="578" idx="6"/>
            </p:cNvCxnSpPr>
            <p:nvPr/>
          </p:nvCxnSpPr>
          <p:spPr>
            <a:xfrm>
              <a:off x="3044767" y="2905351"/>
              <a:ext cx="14670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81" name="直接箭头连接符 580">
            <a:extLst>
              <a:ext uri="{FF2B5EF4-FFF2-40B4-BE49-F238E27FC236}">
                <a16:creationId xmlns:a16="http://schemas.microsoft.com/office/drawing/2014/main" id="{2BE32778-9243-04FF-8D65-8B8DCC1CCD67}"/>
              </a:ext>
            </a:extLst>
          </p:cNvPr>
          <p:cNvCxnSpPr>
            <a:cxnSpLocks/>
            <a:stCxn id="578" idx="6"/>
            <a:endCxn id="535" idx="0"/>
          </p:cNvCxnSpPr>
          <p:nvPr/>
        </p:nvCxnSpPr>
        <p:spPr>
          <a:xfrm>
            <a:off x="8476848" y="2468125"/>
            <a:ext cx="834712" cy="4412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4" name="直接连接符 583">
            <a:extLst>
              <a:ext uri="{FF2B5EF4-FFF2-40B4-BE49-F238E27FC236}">
                <a16:creationId xmlns:a16="http://schemas.microsoft.com/office/drawing/2014/main" id="{8279BC22-C19B-CE68-260D-881F5D98970A}"/>
              </a:ext>
            </a:extLst>
          </p:cNvPr>
          <p:cNvCxnSpPr>
            <a:cxnSpLocks/>
          </p:cNvCxnSpPr>
          <p:nvPr/>
        </p:nvCxnSpPr>
        <p:spPr>
          <a:xfrm flipV="1">
            <a:off x="5534277" y="523759"/>
            <a:ext cx="0" cy="114067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7" name="直接连接符 586">
            <a:extLst>
              <a:ext uri="{FF2B5EF4-FFF2-40B4-BE49-F238E27FC236}">
                <a16:creationId xmlns:a16="http://schemas.microsoft.com/office/drawing/2014/main" id="{9D4E1C7C-B4AD-261B-A60B-CF14671A7DF8}"/>
              </a:ext>
            </a:extLst>
          </p:cNvPr>
          <p:cNvCxnSpPr>
            <a:cxnSpLocks/>
          </p:cNvCxnSpPr>
          <p:nvPr/>
        </p:nvCxnSpPr>
        <p:spPr>
          <a:xfrm flipH="1">
            <a:off x="5537927" y="525930"/>
            <a:ext cx="311375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95" name="组合 594">
            <a:extLst>
              <a:ext uri="{FF2B5EF4-FFF2-40B4-BE49-F238E27FC236}">
                <a16:creationId xmlns:a16="http://schemas.microsoft.com/office/drawing/2014/main" id="{65692DEE-B4BD-AE80-35B9-42909360C163}"/>
              </a:ext>
            </a:extLst>
          </p:cNvPr>
          <p:cNvGrpSpPr/>
          <p:nvPr/>
        </p:nvGrpSpPr>
        <p:grpSpPr>
          <a:xfrm>
            <a:off x="8579149" y="2131523"/>
            <a:ext cx="146706" cy="145254"/>
            <a:chOff x="3044767" y="2832724"/>
            <a:chExt cx="146706" cy="145254"/>
          </a:xfrm>
        </p:grpSpPr>
        <p:sp>
          <p:nvSpPr>
            <p:cNvPr id="596" name="椭圆 595">
              <a:extLst>
                <a:ext uri="{FF2B5EF4-FFF2-40B4-BE49-F238E27FC236}">
                  <a16:creationId xmlns:a16="http://schemas.microsoft.com/office/drawing/2014/main" id="{11C08E2A-8752-E393-2D91-BF660D900A16}"/>
                </a:ext>
              </a:extLst>
            </p:cNvPr>
            <p:cNvSpPr/>
            <p:nvPr/>
          </p:nvSpPr>
          <p:spPr>
            <a:xfrm>
              <a:off x="3044767" y="2832724"/>
              <a:ext cx="146706" cy="14525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597" name="直接连接符 596">
              <a:extLst>
                <a:ext uri="{FF2B5EF4-FFF2-40B4-BE49-F238E27FC236}">
                  <a16:creationId xmlns:a16="http://schemas.microsoft.com/office/drawing/2014/main" id="{535D9FB3-64DD-59C9-9937-32F0C374136A}"/>
                </a:ext>
              </a:extLst>
            </p:cNvPr>
            <p:cNvCxnSpPr>
              <a:stCxn id="596" idx="0"/>
              <a:endCxn id="596" idx="4"/>
            </p:cNvCxnSpPr>
            <p:nvPr/>
          </p:nvCxnSpPr>
          <p:spPr>
            <a:xfrm>
              <a:off x="3118120" y="2832724"/>
              <a:ext cx="0" cy="14525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8" name="直接连接符 597">
              <a:extLst>
                <a:ext uri="{FF2B5EF4-FFF2-40B4-BE49-F238E27FC236}">
                  <a16:creationId xmlns:a16="http://schemas.microsoft.com/office/drawing/2014/main" id="{330170C3-4131-8952-C656-7350DD55F5E8}"/>
                </a:ext>
              </a:extLst>
            </p:cNvPr>
            <p:cNvCxnSpPr>
              <a:stCxn id="596" idx="2"/>
              <a:endCxn id="596" idx="6"/>
            </p:cNvCxnSpPr>
            <p:nvPr/>
          </p:nvCxnSpPr>
          <p:spPr>
            <a:xfrm>
              <a:off x="3044767" y="2905351"/>
              <a:ext cx="14670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99" name="直接箭头连接符 598">
            <a:extLst>
              <a:ext uri="{FF2B5EF4-FFF2-40B4-BE49-F238E27FC236}">
                <a16:creationId xmlns:a16="http://schemas.microsoft.com/office/drawing/2014/main" id="{49A3C90F-051D-6D4C-02B0-7DC7353F57F2}"/>
              </a:ext>
            </a:extLst>
          </p:cNvPr>
          <p:cNvCxnSpPr>
            <a:cxnSpLocks/>
            <a:stCxn id="596" idx="6"/>
            <a:endCxn id="536" idx="0"/>
          </p:cNvCxnSpPr>
          <p:nvPr/>
        </p:nvCxnSpPr>
        <p:spPr>
          <a:xfrm>
            <a:off x="8725855" y="2204150"/>
            <a:ext cx="726239" cy="7298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1" name="直接连接符 610">
            <a:extLst>
              <a:ext uri="{FF2B5EF4-FFF2-40B4-BE49-F238E27FC236}">
                <a16:creationId xmlns:a16="http://schemas.microsoft.com/office/drawing/2014/main" id="{4A52C5BC-8522-00C7-F982-EC9A38409124}"/>
              </a:ext>
            </a:extLst>
          </p:cNvPr>
          <p:cNvCxnSpPr>
            <a:cxnSpLocks/>
            <a:endCxn id="467" idx="3"/>
          </p:cNvCxnSpPr>
          <p:nvPr/>
        </p:nvCxnSpPr>
        <p:spPr>
          <a:xfrm flipH="1" flipV="1">
            <a:off x="7461878" y="1766115"/>
            <a:ext cx="1469347" cy="1174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4" name="直接连接符 613">
            <a:extLst>
              <a:ext uri="{FF2B5EF4-FFF2-40B4-BE49-F238E27FC236}">
                <a16:creationId xmlns:a16="http://schemas.microsoft.com/office/drawing/2014/main" id="{DF670E44-AAD3-58D0-CD2F-3D26EB3A1B44}"/>
              </a:ext>
            </a:extLst>
          </p:cNvPr>
          <p:cNvCxnSpPr>
            <a:cxnSpLocks/>
          </p:cNvCxnSpPr>
          <p:nvPr/>
        </p:nvCxnSpPr>
        <p:spPr>
          <a:xfrm flipH="1">
            <a:off x="8911833" y="1771985"/>
            <a:ext cx="16601" cy="151855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31" name="组合 630">
            <a:extLst>
              <a:ext uri="{FF2B5EF4-FFF2-40B4-BE49-F238E27FC236}">
                <a16:creationId xmlns:a16="http://schemas.microsoft.com/office/drawing/2014/main" id="{0D79723F-2A48-66D9-5D32-EC527917B20B}"/>
              </a:ext>
            </a:extLst>
          </p:cNvPr>
          <p:cNvGrpSpPr/>
          <p:nvPr/>
        </p:nvGrpSpPr>
        <p:grpSpPr>
          <a:xfrm>
            <a:off x="8851224" y="1912079"/>
            <a:ext cx="146706" cy="145254"/>
            <a:chOff x="3044767" y="2832724"/>
            <a:chExt cx="146706" cy="145254"/>
          </a:xfrm>
        </p:grpSpPr>
        <p:sp>
          <p:nvSpPr>
            <p:cNvPr id="632" name="椭圆 631">
              <a:extLst>
                <a:ext uri="{FF2B5EF4-FFF2-40B4-BE49-F238E27FC236}">
                  <a16:creationId xmlns:a16="http://schemas.microsoft.com/office/drawing/2014/main" id="{777B300C-1F66-40A9-8E9F-F3621C9E9E0C}"/>
                </a:ext>
              </a:extLst>
            </p:cNvPr>
            <p:cNvSpPr/>
            <p:nvPr/>
          </p:nvSpPr>
          <p:spPr>
            <a:xfrm>
              <a:off x="3044767" y="2832724"/>
              <a:ext cx="146706" cy="14525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633" name="直接连接符 632">
              <a:extLst>
                <a:ext uri="{FF2B5EF4-FFF2-40B4-BE49-F238E27FC236}">
                  <a16:creationId xmlns:a16="http://schemas.microsoft.com/office/drawing/2014/main" id="{6FE8D745-818B-EE19-3F93-DAE266C2B765}"/>
                </a:ext>
              </a:extLst>
            </p:cNvPr>
            <p:cNvCxnSpPr>
              <a:stCxn id="632" idx="0"/>
              <a:endCxn id="632" idx="4"/>
            </p:cNvCxnSpPr>
            <p:nvPr/>
          </p:nvCxnSpPr>
          <p:spPr>
            <a:xfrm>
              <a:off x="3118120" y="2832724"/>
              <a:ext cx="0" cy="14525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4" name="直接连接符 633">
              <a:extLst>
                <a:ext uri="{FF2B5EF4-FFF2-40B4-BE49-F238E27FC236}">
                  <a16:creationId xmlns:a16="http://schemas.microsoft.com/office/drawing/2014/main" id="{A774105D-8AEA-5E9A-C58C-6EE44125E7F9}"/>
                </a:ext>
              </a:extLst>
            </p:cNvPr>
            <p:cNvCxnSpPr>
              <a:stCxn id="632" idx="2"/>
              <a:endCxn id="632" idx="6"/>
            </p:cNvCxnSpPr>
            <p:nvPr/>
          </p:nvCxnSpPr>
          <p:spPr>
            <a:xfrm>
              <a:off x="3044767" y="2905351"/>
              <a:ext cx="14670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35" name="直接箭头连接符 634">
            <a:extLst>
              <a:ext uri="{FF2B5EF4-FFF2-40B4-BE49-F238E27FC236}">
                <a16:creationId xmlns:a16="http://schemas.microsoft.com/office/drawing/2014/main" id="{AA625B0E-E8A9-055C-F3FB-D584FC5109F4}"/>
              </a:ext>
            </a:extLst>
          </p:cNvPr>
          <p:cNvCxnSpPr>
            <a:cxnSpLocks/>
            <a:stCxn id="632" idx="6"/>
            <a:endCxn id="537" idx="0"/>
          </p:cNvCxnSpPr>
          <p:nvPr/>
        </p:nvCxnSpPr>
        <p:spPr>
          <a:xfrm>
            <a:off x="8997930" y="1984706"/>
            <a:ext cx="539116" cy="2933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8F6DA88A-EC25-10E1-4509-CD1A6D561521}"/>
              </a:ext>
            </a:extLst>
          </p:cNvPr>
          <p:cNvGrpSpPr/>
          <p:nvPr/>
        </p:nvGrpSpPr>
        <p:grpSpPr>
          <a:xfrm>
            <a:off x="2638394" y="1054032"/>
            <a:ext cx="592281" cy="1399310"/>
            <a:chOff x="3683381" y="4823232"/>
            <a:chExt cx="592281" cy="1399310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0F0C1629-28C6-8AF1-C053-85B561B97AF0}"/>
                </a:ext>
              </a:extLst>
            </p:cNvPr>
            <p:cNvSpPr/>
            <p:nvPr/>
          </p:nvSpPr>
          <p:spPr>
            <a:xfrm>
              <a:off x="3683381" y="4823232"/>
              <a:ext cx="592281" cy="1399310"/>
            </a:xfrm>
            <a:prstGeom prst="roundRect">
              <a:avLst/>
            </a:prstGeom>
            <a:solidFill>
              <a:srgbClr val="FFF2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38A0E1AF-29D7-8EFF-AFCA-B4F131F0287C}"/>
                </a:ext>
              </a:extLst>
            </p:cNvPr>
            <p:cNvSpPr txBox="1"/>
            <p:nvPr/>
          </p:nvSpPr>
          <p:spPr>
            <a:xfrm>
              <a:off x="3764077" y="5177760"/>
              <a:ext cx="430887" cy="976922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VIT block</a:t>
              </a:r>
              <a:endPara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698917DA-B7F7-85E7-97B9-A1CD27E58485}"/>
                </a:ext>
              </a:extLst>
            </p:cNvPr>
            <p:cNvGrpSpPr/>
            <p:nvPr/>
          </p:nvGrpSpPr>
          <p:grpSpPr>
            <a:xfrm>
              <a:off x="3862503" y="4912512"/>
              <a:ext cx="234034" cy="202650"/>
              <a:chOff x="1635983" y="1987000"/>
              <a:chExt cx="258740" cy="270510"/>
            </a:xfrm>
          </p:grpSpPr>
          <p:sp>
            <p:nvSpPr>
              <p:cNvPr id="24" name="梯形 23">
                <a:extLst>
                  <a:ext uri="{FF2B5EF4-FFF2-40B4-BE49-F238E27FC236}">
                    <a16:creationId xmlns:a16="http://schemas.microsoft.com/office/drawing/2014/main" id="{16E1E18D-8B6C-F92F-2399-3166BA2813C1}"/>
                  </a:ext>
                </a:extLst>
              </p:cNvPr>
              <p:cNvSpPr/>
              <p:nvPr/>
            </p:nvSpPr>
            <p:spPr>
              <a:xfrm>
                <a:off x="1635983" y="2143210"/>
                <a:ext cx="258740" cy="114300"/>
              </a:xfrm>
              <a:prstGeom prst="trapezoid">
                <a:avLst>
                  <a:gd name="adj" fmla="val 61667"/>
                </a:avLst>
              </a:prstGeom>
              <a:solidFill>
                <a:srgbClr val="F5B18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:endParaRPr lang="zh-CN" altLang="en-US" dirty="0"/>
              </a:p>
            </p:txBody>
          </p:sp>
          <p:sp>
            <p:nvSpPr>
              <p:cNvPr id="25" name="梯形 24">
                <a:extLst>
                  <a:ext uri="{FF2B5EF4-FFF2-40B4-BE49-F238E27FC236}">
                    <a16:creationId xmlns:a16="http://schemas.microsoft.com/office/drawing/2014/main" id="{606B1D22-8BDD-A1AB-5A87-C7990BA2DE1B}"/>
                  </a:ext>
                </a:extLst>
              </p:cNvPr>
              <p:cNvSpPr/>
              <p:nvPr/>
            </p:nvSpPr>
            <p:spPr>
              <a:xfrm rot="10800000">
                <a:off x="1635983" y="1987000"/>
                <a:ext cx="258740" cy="114300"/>
              </a:xfrm>
              <a:prstGeom prst="trapezoid">
                <a:avLst>
                  <a:gd name="adj" fmla="val 61667"/>
                </a:avLst>
              </a:prstGeom>
              <a:solidFill>
                <a:srgbClr val="F5B18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368FE941-0A7B-7F63-8BFB-2023B44DF123}"/>
              </a:ext>
            </a:extLst>
          </p:cNvPr>
          <p:cNvGrpSpPr/>
          <p:nvPr/>
        </p:nvGrpSpPr>
        <p:grpSpPr>
          <a:xfrm>
            <a:off x="3940667" y="1060332"/>
            <a:ext cx="592281" cy="1399310"/>
            <a:chOff x="3683381" y="4823232"/>
            <a:chExt cx="592281" cy="1399310"/>
          </a:xfrm>
        </p:grpSpPr>
        <p:sp>
          <p:nvSpPr>
            <p:cNvPr id="30" name="矩形: 圆角 29">
              <a:extLst>
                <a:ext uri="{FF2B5EF4-FFF2-40B4-BE49-F238E27FC236}">
                  <a16:creationId xmlns:a16="http://schemas.microsoft.com/office/drawing/2014/main" id="{8671427B-D9D1-A1AC-46F3-FE246F0223F7}"/>
                </a:ext>
              </a:extLst>
            </p:cNvPr>
            <p:cNvSpPr/>
            <p:nvPr/>
          </p:nvSpPr>
          <p:spPr>
            <a:xfrm>
              <a:off x="3683381" y="4823232"/>
              <a:ext cx="592281" cy="1399310"/>
            </a:xfrm>
            <a:prstGeom prst="roundRect">
              <a:avLst/>
            </a:prstGeom>
            <a:solidFill>
              <a:srgbClr val="FFF2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7A83AB99-B572-8CE2-ABCE-09A7848DF3F3}"/>
                </a:ext>
              </a:extLst>
            </p:cNvPr>
            <p:cNvSpPr txBox="1"/>
            <p:nvPr/>
          </p:nvSpPr>
          <p:spPr>
            <a:xfrm>
              <a:off x="3764077" y="5177760"/>
              <a:ext cx="430887" cy="976922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VIT block</a:t>
              </a:r>
              <a:endPara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C69E5A99-5197-84EC-6D66-B7D410CB5F71}"/>
                </a:ext>
              </a:extLst>
            </p:cNvPr>
            <p:cNvGrpSpPr/>
            <p:nvPr/>
          </p:nvGrpSpPr>
          <p:grpSpPr>
            <a:xfrm>
              <a:off x="3862503" y="4912512"/>
              <a:ext cx="234034" cy="202650"/>
              <a:chOff x="1635983" y="1987000"/>
              <a:chExt cx="258740" cy="270510"/>
            </a:xfrm>
          </p:grpSpPr>
          <p:sp>
            <p:nvSpPr>
              <p:cNvPr id="33" name="梯形 32">
                <a:extLst>
                  <a:ext uri="{FF2B5EF4-FFF2-40B4-BE49-F238E27FC236}">
                    <a16:creationId xmlns:a16="http://schemas.microsoft.com/office/drawing/2014/main" id="{4556CA4D-90A3-7B61-5D9B-AA8B5859ED10}"/>
                  </a:ext>
                </a:extLst>
              </p:cNvPr>
              <p:cNvSpPr/>
              <p:nvPr/>
            </p:nvSpPr>
            <p:spPr>
              <a:xfrm>
                <a:off x="1635983" y="2143210"/>
                <a:ext cx="258740" cy="114300"/>
              </a:xfrm>
              <a:prstGeom prst="trapezoid">
                <a:avLst>
                  <a:gd name="adj" fmla="val 61667"/>
                </a:avLst>
              </a:prstGeom>
              <a:solidFill>
                <a:srgbClr val="F5B18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:endParaRPr lang="zh-CN" altLang="en-US" dirty="0"/>
              </a:p>
            </p:txBody>
          </p:sp>
          <p:sp>
            <p:nvSpPr>
              <p:cNvPr id="34" name="梯形 33">
                <a:extLst>
                  <a:ext uri="{FF2B5EF4-FFF2-40B4-BE49-F238E27FC236}">
                    <a16:creationId xmlns:a16="http://schemas.microsoft.com/office/drawing/2014/main" id="{58D7381A-C7FF-423F-ACCB-F24EA22B4FFA}"/>
                  </a:ext>
                </a:extLst>
              </p:cNvPr>
              <p:cNvSpPr/>
              <p:nvPr/>
            </p:nvSpPr>
            <p:spPr>
              <a:xfrm rot="10800000">
                <a:off x="1635983" y="1987000"/>
                <a:ext cx="258740" cy="114300"/>
              </a:xfrm>
              <a:prstGeom prst="trapezoid">
                <a:avLst>
                  <a:gd name="adj" fmla="val 61667"/>
                </a:avLst>
              </a:prstGeom>
              <a:solidFill>
                <a:srgbClr val="F5B18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78918DFA-12F8-E52C-C2C9-F4C8E10DB8C6}"/>
              </a:ext>
            </a:extLst>
          </p:cNvPr>
          <p:cNvCxnSpPr>
            <a:cxnSpLocks/>
            <a:stCxn id="3" idx="0"/>
          </p:cNvCxnSpPr>
          <p:nvPr/>
        </p:nvCxnSpPr>
        <p:spPr>
          <a:xfrm flipV="1">
            <a:off x="2934535" y="909747"/>
            <a:ext cx="0" cy="14428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A2DA8B7E-89A1-291F-3A0C-DBA14315BD14}"/>
              </a:ext>
            </a:extLst>
          </p:cNvPr>
          <p:cNvCxnSpPr>
            <a:cxnSpLocks/>
            <a:endCxn id="30" idx="0"/>
          </p:cNvCxnSpPr>
          <p:nvPr/>
        </p:nvCxnSpPr>
        <p:spPr>
          <a:xfrm>
            <a:off x="4236808" y="702656"/>
            <a:ext cx="0" cy="35767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04F29FD8-604A-9B0B-69AB-C1D9BE0A9E72}"/>
              </a:ext>
            </a:extLst>
          </p:cNvPr>
          <p:cNvGrpSpPr/>
          <p:nvPr/>
        </p:nvGrpSpPr>
        <p:grpSpPr>
          <a:xfrm>
            <a:off x="5243803" y="1066460"/>
            <a:ext cx="592281" cy="1399310"/>
            <a:chOff x="3683381" y="4823232"/>
            <a:chExt cx="592281" cy="1399310"/>
          </a:xfrm>
        </p:grpSpPr>
        <p:sp>
          <p:nvSpPr>
            <p:cNvPr id="54" name="矩形: 圆角 53">
              <a:extLst>
                <a:ext uri="{FF2B5EF4-FFF2-40B4-BE49-F238E27FC236}">
                  <a16:creationId xmlns:a16="http://schemas.microsoft.com/office/drawing/2014/main" id="{E784B90B-7AEC-9664-B54E-973DEDA3742F}"/>
                </a:ext>
              </a:extLst>
            </p:cNvPr>
            <p:cNvSpPr/>
            <p:nvPr/>
          </p:nvSpPr>
          <p:spPr>
            <a:xfrm>
              <a:off x="3683381" y="4823232"/>
              <a:ext cx="592281" cy="1399310"/>
            </a:xfrm>
            <a:prstGeom prst="roundRect">
              <a:avLst/>
            </a:prstGeom>
            <a:solidFill>
              <a:srgbClr val="FFF2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F045EA73-CC5A-57FE-AA29-AFCD685947B6}"/>
                </a:ext>
              </a:extLst>
            </p:cNvPr>
            <p:cNvSpPr txBox="1"/>
            <p:nvPr/>
          </p:nvSpPr>
          <p:spPr>
            <a:xfrm>
              <a:off x="3764077" y="5177760"/>
              <a:ext cx="430887" cy="976922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VIT block</a:t>
              </a:r>
              <a:endPara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91C6C389-229F-606A-0B1B-DC6971B356B5}"/>
                </a:ext>
              </a:extLst>
            </p:cNvPr>
            <p:cNvGrpSpPr/>
            <p:nvPr/>
          </p:nvGrpSpPr>
          <p:grpSpPr>
            <a:xfrm>
              <a:off x="3862503" y="4912512"/>
              <a:ext cx="234034" cy="202650"/>
              <a:chOff x="1635983" y="1987000"/>
              <a:chExt cx="258740" cy="270510"/>
            </a:xfrm>
          </p:grpSpPr>
          <p:sp>
            <p:nvSpPr>
              <p:cNvPr id="57" name="梯形 56">
                <a:extLst>
                  <a:ext uri="{FF2B5EF4-FFF2-40B4-BE49-F238E27FC236}">
                    <a16:creationId xmlns:a16="http://schemas.microsoft.com/office/drawing/2014/main" id="{ADC7A579-EBB0-C279-16E2-F2692A9DA07A}"/>
                  </a:ext>
                </a:extLst>
              </p:cNvPr>
              <p:cNvSpPr/>
              <p:nvPr/>
            </p:nvSpPr>
            <p:spPr>
              <a:xfrm>
                <a:off x="1635983" y="2143210"/>
                <a:ext cx="258740" cy="114300"/>
              </a:xfrm>
              <a:prstGeom prst="trapezoid">
                <a:avLst>
                  <a:gd name="adj" fmla="val 61667"/>
                </a:avLst>
              </a:prstGeom>
              <a:solidFill>
                <a:srgbClr val="F5B18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:endParaRPr lang="zh-CN" altLang="en-US" dirty="0"/>
              </a:p>
            </p:txBody>
          </p:sp>
          <p:sp>
            <p:nvSpPr>
              <p:cNvPr id="58" name="梯形 57">
                <a:extLst>
                  <a:ext uri="{FF2B5EF4-FFF2-40B4-BE49-F238E27FC236}">
                    <a16:creationId xmlns:a16="http://schemas.microsoft.com/office/drawing/2014/main" id="{0A5CCA1A-CAB4-C5DF-983A-131357C5FEA7}"/>
                  </a:ext>
                </a:extLst>
              </p:cNvPr>
              <p:cNvSpPr/>
              <p:nvPr/>
            </p:nvSpPr>
            <p:spPr>
              <a:xfrm rot="10800000">
                <a:off x="1635983" y="1987000"/>
                <a:ext cx="258740" cy="114300"/>
              </a:xfrm>
              <a:prstGeom prst="trapezoid">
                <a:avLst>
                  <a:gd name="adj" fmla="val 61667"/>
                </a:avLst>
              </a:prstGeom>
              <a:solidFill>
                <a:srgbClr val="F5B18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466" name="组合 465">
            <a:extLst>
              <a:ext uri="{FF2B5EF4-FFF2-40B4-BE49-F238E27FC236}">
                <a16:creationId xmlns:a16="http://schemas.microsoft.com/office/drawing/2014/main" id="{B6D9F300-65ED-667D-6C60-E0A7A096C488}"/>
              </a:ext>
            </a:extLst>
          </p:cNvPr>
          <p:cNvGrpSpPr/>
          <p:nvPr/>
        </p:nvGrpSpPr>
        <p:grpSpPr>
          <a:xfrm>
            <a:off x="6869597" y="1066460"/>
            <a:ext cx="592281" cy="1399310"/>
            <a:chOff x="3683381" y="4823232"/>
            <a:chExt cx="592281" cy="1399310"/>
          </a:xfrm>
        </p:grpSpPr>
        <p:sp>
          <p:nvSpPr>
            <p:cNvPr id="467" name="矩形: 圆角 466">
              <a:extLst>
                <a:ext uri="{FF2B5EF4-FFF2-40B4-BE49-F238E27FC236}">
                  <a16:creationId xmlns:a16="http://schemas.microsoft.com/office/drawing/2014/main" id="{0935864F-93AD-7BBA-2BA3-937DF8D46745}"/>
                </a:ext>
              </a:extLst>
            </p:cNvPr>
            <p:cNvSpPr/>
            <p:nvPr/>
          </p:nvSpPr>
          <p:spPr>
            <a:xfrm>
              <a:off x="3683381" y="4823232"/>
              <a:ext cx="592281" cy="1399310"/>
            </a:xfrm>
            <a:prstGeom prst="roundRect">
              <a:avLst/>
            </a:prstGeom>
            <a:solidFill>
              <a:srgbClr val="FFF2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8" name="文本框 467">
              <a:extLst>
                <a:ext uri="{FF2B5EF4-FFF2-40B4-BE49-F238E27FC236}">
                  <a16:creationId xmlns:a16="http://schemas.microsoft.com/office/drawing/2014/main" id="{350B7584-15FA-6F67-51D4-6E645FA322CD}"/>
                </a:ext>
              </a:extLst>
            </p:cNvPr>
            <p:cNvSpPr txBox="1"/>
            <p:nvPr/>
          </p:nvSpPr>
          <p:spPr>
            <a:xfrm>
              <a:off x="3764077" y="5177760"/>
              <a:ext cx="430887" cy="976922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VIT block</a:t>
              </a:r>
              <a:endPara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469" name="组合 468">
              <a:extLst>
                <a:ext uri="{FF2B5EF4-FFF2-40B4-BE49-F238E27FC236}">
                  <a16:creationId xmlns:a16="http://schemas.microsoft.com/office/drawing/2014/main" id="{9F4837CE-9A29-546C-BC11-B627B8CD5177}"/>
                </a:ext>
              </a:extLst>
            </p:cNvPr>
            <p:cNvGrpSpPr/>
            <p:nvPr/>
          </p:nvGrpSpPr>
          <p:grpSpPr>
            <a:xfrm>
              <a:off x="3862503" y="4912512"/>
              <a:ext cx="234034" cy="202650"/>
              <a:chOff x="1635983" y="1987000"/>
              <a:chExt cx="258740" cy="270510"/>
            </a:xfrm>
          </p:grpSpPr>
          <p:sp>
            <p:nvSpPr>
              <p:cNvPr id="470" name="梯形 469">
                <a:extLst>
                  <a:ext uri="{FF2B5EF4-FFF2-40B4-BE49-F238E27FC236}">
                    <a16:creationId xmlns:a16="http://schemas.microsoft.com/office/drawing/2014/main" id="{99FDDEAF-94FD-BC69-681B-FD75672685EA}"/>
                  </a:ext>
                </a:extLst>
              </p:cNvPr>
              <p:cNvSpPr/>
              <p:nvPr/>
            </p:nvSpPr>
            <p:spPr>
              <a:xfrm>
                <a:off x="1635983" y="2143210"/>
                <a:ext cx="258740" cy="114300"/>
              </a:xfrm>
              <a:prstGeom prst="trapezoid">
                <a:avLst>
                  <a:gd name="adj" fmla="val 61667"/>
                </a:avLst>
              </a:prstGeom>
              <a:solidFill>
                <a:srgbClr val="F5B18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/>
                <a:endParaRPr lang="zh-CN" altLang="en-US" dirty="0"/>
              </a:p>
            </p:txBody>
          </p:sp>
          <p:sp>
            <p:nvSpPr>
              <p:cNvPr id="471" name="梯形 470">
                <a:extLst>
                  <a:ext uri="{FF2B5EF4-FFF2-40B4-BE49-F238E27FC236}">
                    <a16:creationId xmlns:a16="http://schemas.microsoft.com/office/drawing/2014/main" id="{CB6C6855-19A9-D059-D9D5-924E003DF940}"/>
                  </a:ext>
                </a:extLst>
              </p:cNvPr>
              <p:cNvSpPr/>
              <p:nvPr/>
            </p:nvSpPr>
            <p:spPr>
              <a:xfrm rot="10800000">
                <a:off x="1635983" y="1987000"/>
                <a:ext cx="258740" cy="114300"/>
              </a:xfrm>
              <a:prstGeom prst="trapezoid">
                <a:avLst>
                  <a:gd name="adj" fmla="val 61667"/>
                </a:avLst>
              </a:prstGeom>
              <a:solidFill>
                <a:srgbClr val="F5B18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481" name="文本框 480">
            <a:extLst>
              <a:ext uri="{FF2B5EF4-FFF2-40B4-BE49-F238E27FC236}">
                <a16:creationId xmlns:a16="http://schemas.microsoft.com/office/drawing/2014/main" id="{68914553-5B03-1B94-05A2-6A05EFA543DA}"/>
              </a:ext>
            </a:extLst>
          </p:cNvPr>
          <p:cNvSpPr txBox="1"/>
          <p:nvPr/>
        </p:nvSpPr>
        <p:spPr>
          <a:xfrm>
            <a:off x="1464650" y="1406330"/>
            <a:ext cx="673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输入</a:t>
            </a:r>
          </a:p>
        </p:txBody>
      </p:sp>
      <p:sp>
        <p:nvSpPr>
          <p:cNvPr id="494" name="文本框 493">
            <a:extLst>
              <a:ext uri="{FF2B5EF4-FFF2-40B4-BE49-F238E27FC236}">
                <a16:creationId xmlns:a16="http://schemas.microsoft.com/office/drawing/2014/main" id="{4BF0955A-9780-6808-0D54-D5B084BF453F}"/>
              </a:ext>
            </a:extLst>
          </p:cNvPr>
          <p:cNvSpPr txBox="1"/>
          <p:nvPr/>
        </p:nvSpPr>
        <p:spPr>
          <a:xfrm>
            <a:off x="2155216" y="216708"/>
            <a:ext cx="1125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编码器</a:t>
            </a:r>
          </a:p>
        </p:txBody>
      </p:sp>
      <p:cxnSp>
        <p:nvCxnSpPr>
          <p:cNvPr id="496" name="直接连接符 495">
            <a:extLst>
              <a:ext uri="{FF2B5EF4-FFF2-40B4-BE49-F238E27FC236}">
                <a16:creationId xmlns:a16="http://schemas.microsoft.com/office/drawing/2014/main" id="{6F271089-3CEA-42B8-B897-40E36A1CD3AD}"/>
              </a:ext>
            </a:extLst>
          </p:cNvPr>
          <p:cNvCxnSpPr>
            <a:cxnSpLocks/>
          </p:cNvCxnSpPr>
          <p:nvPr/>
        </p:nvCxnSpPr>
        <p:spPr>
          <a:xfrm flipH="1">
            <a:off x="4409629" y="3506499"/>
            <a:ext cx="112464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7" name="直接连接符 496">
            <a:extLst>
              <a:ext uri="{FF2B5EF4-FFF2-40B4-BE49-F238E27FC236}">
                <a16:creationId xmlns:a16="http://schemas.microsoft.com/office/drawing/2014/main" id="{E096B5EC-CB97-F099-A022-E0572AB6E8DA}"/>
              </a:ext>
            </a:extLst>
          </p:cNvPr>
          <p:cNvCxnSpPr>
            <a:cxnSpLocks/>
          </p:cNvCxnSpPr>
          <p:nvPr/>
        </p:nvCxnSpPr>
        <p:spPr>
          <a:xfrm flipH="1">
            <a:off x="6081085" y="3524164"/>
            <a:ext cx="106930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0" name="直接连接符 549">
            <a:extLst>
              <a:ext uri="{FF2B5EF4-FFF2-40B4-BE49-F238E27FC236}">
                <a16:creationId xmlns:a16="http://schemas.microsoft.com/office/drawing/2014/main" id="{8CF2DB82-F619-8F82-497D-495C836CDFB8}"/>
              </a:ext>
            </a:extLst>
          </p:cNvPr>
          <p:cNvCxnSpPr/>
          <p:nvPr/>
        </p:nvCxnSpPr>
        <p:spPr>
          <a:xfrm>
            <a:off x="8404791" y="702656"/>
            <a:ext cx="0" cy="258297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1" name="直接连接符 550">
            <a:extLst>
              <a:ext uri="{FF2B5EF4-FFF2-40B4-BE49-F238E27FC236}">
                <a16:creationId xmlns:a16="http://schemas.microsoft.com/office/drawing/2014/main" id="{F3F610C8-C76D-2361-94FF-399AC2CFB397}"/>
              </a:ext>
            </a:extLst>
          </p:cNvPr>
          <p:cNvCxnSpPr>
            <a:cxnSpLocks/>
          </p:cNvCxnSpPr>
          <p:nvPr/>
        </p:nvCxnSpPr>
        <p:spPr>
          <a:xfrm>
            <a:off x="8140631" y="909747"/>
            <a:ext cx="0" cy="238509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3" name="直接连接符 562">
            <a:extLst>
              <a:ext uri="{FF2B5EF4-FFF2-40B4-BE49-F238E27FC236}">
                <a16:creationId xmlns:a16="http://schemas.microsoft.com/office/drawing/2014/main" id="{6C173740-7FAC-D6C4-BF1E-925785A4FA09}"/>
              </a:ext>
            </a:extLst>
          </p:cNvPr>
          <p:cNvCxnSpPr/>
          <p:nvPr/>
        </p:nvCxnSpPr>
        <p:spPr>
          <a:xfrm>
            <a:off x="8651683" y="530247"/>
            <a:ext cx="0" cy="276459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>
            <a:extLst>
              <a:ext uri="{FF2B5EF4-FFF2-40B4-BE49-F238E27FC236}">
                <a16:creationId xmlns:a16="http://schemas.microsoft.com/office/drawing/2014/main" id="{5BBAA1CC-3506-344E-5168-392BABC0570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765"/>
          <a:stretch/>
        </p:blipFill>
        <p:spPr>
          <a:xfrm>
            <a:off x="240632" y="1187535"/>
            <a:ext cx="1132351" cy="1132304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615" name="组合 614">
            <a:extLst>
              <a:ext uri="{FF2B5EF4-FFF2-40B4-BE49-F238E27FC236}">
                <a16:creationId xmlns:a16="http://schemas.microsoft.com/office/drawing/2014/main" id="{C37151A0-1471-C185-3468-14160DB25B60}"/>
              </a:ext>
            </a:extLst>
          </p:cNvPr>
          <p:cNvGrpSpPr/>
          <p:nvPr/>
        </p:nvGrpSpPr>
        <p:grpSpPr>
          <a:xfrm>
            <a:off x="2865690" y="4057531"/>
            <a:ext cx="6832832" cy="2081253"/>
            <a:chOff x="1945640" y="3799999"/>
            <a:chExt cx="8476269" cy="2581837"/>
          </a:xfrm>
        </p:grpSpPr>
        <p:sp>
          <p:nvSpPr>
            <p:cNvPr id="648" name="矩形: 圆角 647">
              <a:extLst>
                <a:ext uri="{FF2B5EF4-FFF2-40B4-BE49-F238E27FC236}">
                  <a16:creationId xmlns:a16="http://schemas.microsoft.com/office/drawing/2014/main" id="{13A2BD80-4E88-A45C-020B-AC48642B166B}"/>
                </a:ext>
              </a:extLst>
            </p:cNvPr>
            <p:cNvSpPr/>
            <p:nvPr/>
          </p:nvSpPr>
          <p:spPr>
            <a:xfrm>
              <a:off x="3391286" y="3874353"/>
              <a:ext cx="2995857" cy="1433473"/>
            </a:xfrm>
            <a:prstGeom prst="roundRect">
              <a:avLst/>
            </a:prstGeom>
            <a:solidFill>
              <a:srgbClr val="FBE5D6">
                <a:alpha val="8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2" name="文本框 651">
              <a:extLst>
                <a:ext uri="{FF2B5EF4-FFF2-40B4-BE49-F238E27FC236}">
                  <a16:creationId xmlns:a16="http://schemas.microsoft.com/office/drawing/2014/main" id="{396B8650-FC6D-1FC8-D47D-F6F642A7E722}"/>
                </a:ext>
              </a:extLst>
            </p:cNvPr>
            <p:cNvSpPr txBox="1"/>
            <p:nvPr/>
          </p:nvSpPr>
          <p:spPr>
            <a:xfrm>
              <a:off x="4848522" y="4407861"/>
              <a:ext cx="1488833" cy="4199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i="0" dirty="0">
                  <a:solidFill>
                    <a:srgbClr val="24292F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特征增强</a:t>
              </a:r>
              <a:endPara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522" name="组合 521">
              <a:extLst>
                <a:ext uri="{FF2B5EF4-FFF2-40B4-BE49-F238E27FC236}">
                  <a16:creationId xmlns:a16="http://schemas.microsoft.com/office/drawing/2014/main" id="{6FF2F573-61AA-A786-317D-E85A85935DA5}"/>
                </a:ext>
              </a:extLst>
            </p:cNvPr>
            <p:cNvGrpSpPr/>
            <p:nvPr/>
          </p:nvGrpSpPr>
          <p:grpSpPr>
            <a:xfrm>
              <a:off x="3723485" y="3799999"/>
              <a:ext cx="769862" cy="979250"/>
              <a:chOff x="3909222" y="1975230"/>
              <a:chExt cx="813283" cy="1034480"/>
            </a:xfrm>
          </p:grpSpPr>
          <p:sp>
            <p:nvSpPr>
              <p:cNvPr id="523" name="矩形 522">
                <a:extLst>
                  <a:ext uri="{FF2B5EF4-FFF2-40B4-BE49-F238E27FC236}">
                    <a16:creationId xmlns:a16="http://schemas.microsoft.com/office/drawing/2014/main" id="{7BA221E3-383F-051D-1651-6F79865B344F}"/>
                  </a:ext>
                </a:extLst>
              </p:cNvPr>
              <p:cNvSpPr/>
              <p:nvPr/>
            </p:nvSpPr>
            <p:spPr>
              <a:xfrm>
                <a:off x="3914278" y="2265730"/>
                <a:ext cx="765994" cy="743980"/>
              </a:xfrm>
              <a:prstGeom prst="rect">
                <a:avLst/>
              </a:prstGeom>
              <a:solidFill>
                <a:srgbClr val="BFBFBF"/>
              </a:solidFill>
              <a:ln>
                <a:solidFill>
                  <a:schemeClr val="tx1"/>
                </a:solidFill>
              </a:ln>
              <a:scene3d>
                <a:camera prst="isometricOffAxis1Top"/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4" name="矩形 523">
                <a:extLst>
                  <a:ext uri="{FF2B5EF4-FFF2-40B4-BE49-F238E27FC236}">
                    <a16:creationId xmlns:a16="http://schemas.microsoft.com/office/drawing/2014/main" id="{04DF95A7-1394-3F85-8D21-FD0594459DB1}"/>
                  </a:ext>
                </a:extLst>
              </p:cNvPr>
              <p:cNvSpPr/>
              <p:nvPr/>
            </p:nvSpPr>
            <p:spPr>
              <a:xfrm>
                <a:off x="3909222" y="2168072"/>
                <a:ext cx="765994" cy="743980"/>
              </a:xfrm>
              <a:prstGeom prst="rect">
                <a:avLst/>
              </a:prstGeom>
              <a:solidFill>
                <a:srgbClr val="E5B9B5"/>
              </a:solidFill>
              <a:ln>
                <a:solidFill>
                  <a:schemeClr val="tx1"/>
                </a:solidFill>
              </a:ln>
              <a:scene3d>
                <a:camera prst="isometricOffAxis1Top"/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6" name="矩形 525">
                <a:extLst>
                  <a:ext uri="{FF2B5EF4-FFF2-40B4-BE49-F238E27FC236}">
                    <a16:creationId xmlns:a16="http://schemas.microsoft.com/office/drawing/2014/main" id="{CF616D07-B879-FA84-E31A-58EA98278E13}"/>
                  </a:ext>
                </a:extLst>
              </p:cNvPr>
              <p:cNvSpPr/>
              <p:nvPr/>
            </p:nvSpPr>
            <p:spPr>
              <a:xfrm>
                <a:off x="3921922" y="2072888"/>
                <a:ext cx="765994" cy="743980"/>
              </a:xfrm>
              <a:prstGeom prst="rect">
                <a:avLst/>
              </a:prstGeom>
              <a:solidFill>
                <a:srgbClr val="B7DDE8"/>
              </a:solidFill>
              <a:ln>
                <a:solidFill>
                  <a:schemeClr val="tx1"/>
                </a:solidFill>
              </a:ln>
              <a:scene3d>
                <a:camera prst="isometricOffAxis1Top"/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7" name="矩形 526">
                <a:extLst>
                  <a:ext uri="{FF2B5EF4-FFF2-40B4-BE49-F238E27FC236}">
                    <a16:creationId xmlns:a16="http://schemas.microsoft.com/office/drawing/2014/main" id="{036FF000-D8E6-A38F-7821-05E46C037FAC}"/>
                  </a:ext>
                </a:extLst>
              </p:cNvPr>
              <p:cNvSpPr/>
              <p:nvPr/>
            </p:nvSpPr>
            <p:spPr>
              <a:xfrm>
                <a:off x="3956511" y="1975230"/>
                <a:ext cx="765994" cy="743980"/>
              </a:xfrm>
              <a:prstGeom prst="rect">
                <a:avLst/>
              </a:prstGeom>
              <a:solidFill>
                <a:srgbClr val="FBD7BB"/>
              </a:solidFill>
              <a:ln>
                <a:solidFill>
                  <a:schemeClr val="tx1"/>
                </a:solidFill>
              </a:ln>
              <a:scene3d>
                <a:camera prst="isometricOffAxis1Top"/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pic>
          <p:nvPicPr>
            <p:cNvPr id="528" name="图片 527">
              <a:extLst>
                <a:ext uri="{FF2B5EF4-FFF2-40B4-BE49-F238E27FC236}">
                  <a16:creationId xmlns:a16="http://schemas.microsoft.com/office/drawing/2014/main" id="{19F601FB-E725-54EB-4DF6-DD93488CB4B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5400000">
              <a:off x="4005962" y="4397485"/>
              <a:ext cx="196453" cy="1166439"/>
            </a:xfrm>
            <a:prstGeom prst="rect">
              <a:avLst/>
            </a:prstGeom>
          </p:spPr>
        </p:pic>
        <p:grpSp>
          <p:nvGrpSpPr>
            <p:cNvPr id="542" name="组合 541">
              <a:extLst>
                <a:ext uri="{FF2B5EF4-FFF2-40B4-BE49-F238E27FC236}">
                  <a16:creationId xmlns:a16="http://schemas.microsoft.com/office/drawing/2014/main" id="{6F6A57E8-0793-5B1B-FC6E-08E7E512F281}"/>
                </a:ext>
              </a:extLst>
            </p:cNvPr>
            <p:cNvGrpSpPr/>
            <p:nvPr/>
          </p:nvGrpSpPr>
          <p:grpSpPr>
            <a:xfrm>
              <a:off x="2357027" y="4375756"/>
              <a:ext cx="1023509" cy="594838"/>
              <a:chOff x="2892885" y="4781789"/>
              <a:chExt cx="1023509" cy="594838"/>
            </a:xfrm>
          </p:grpSpPr>
          <p:cxnSp>
            <p:nvCxnSpPr>
              <p:cNvPr id="529" name="直接连接符 528">
                <a:extLst>
                  <a:ext uri="{FF2B5EF4-FFF2-40B4-BE49-F238E27FC236}">
                    <a16:creationId xmlns:a16="http://schemas.microsoft.com/office/drawing/2014/main" id="{E7370D46-3C8C-3F1F-3C9E-1F6B86FC6C1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92885" y="5079208"/>
                <a:ext cx="669846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3" name="直接连接符 532">
                <a:extLst>
                  <a:ext uri="{FF2B5EF4-FFF2-40B4-BE49-F238E27FC236}">
                    <a16:creationId xmlns:a16="http://schemas.microsoft.com/office/drawing/2014/main" id="{FF27B66E-7ACF-F5CB-33C4-7F5D8B9FADD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566273" y="4781789"/>
                <a:ext cx="0" cy="59483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0" name="直接箭头连接符 539">
                <a:extLst>
                  <a:ext uri="{FF2B5EF4-FFF2-40B4-BE49-F238E27FC236}">
                    <a16:creationId xmlns:a16="http://schemas.microsoft.com/office/drawing/2014/main" id="{A700B070-0F51-EDB0-5315-616E981391C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62731" y="4787282"/>
                <a:ext cx="349853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1" name="直接箭头连接符 540">
                <a:extLst>
                  <a:ext uri="{FF2B5EF4-FFF2-40B4-BE49-F238E27FC236}">
                    <a16:creationId xmlns:a16="http://schemas.microsoft.com/office/drawing/2014/main" id="{9FB4285E-E1B2-C7EF-C96A-695F553681B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66541" y="5370212"/>
                <a:ext cx="349853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43" name="组合 542">
              <a:extLst>
                <a:ext uri="{FF2B5EF4-FFF2-40B4-BE49-F238E27FC236}">
                  <a16:creationId xmlns:a16="http://schemas.microsoft.com/office/drawing/2014/main" id="{FFBF3E33-E865-3FA9-A7B7-1196D4DE5801}"/>
                </a:ext>
              </a:extLst>
            </p:cNvPr>
            <p:cNvGrpSpPr/>
            <p:nvPr/>
          </p:nvGrpSpPr>
          <p:grpSpPr>
            <a:xfrm>
              <a:off x="4854670" y="4587947"/>
              <a:ext cx="146706" cy="145254"/>
              <a:chOff x="3044767" y="2832724"/>
              <a:chExt cx="146706" cy="145254"/>
            </a:xfrm>
          </p:grpSpPr>
          <p:sp>
            <p:nvSpPr>
              <p:cNvPr id="544" name="椭圆 543">
                <a:extLst>
                  <a:ext uri="{FF2B5EF4-FFF2-40B4-BE49-F238E27FC236}">
                    <a16:creationId xmlns:a16="http://schemas.microsoft.com/office/drawing/2014/main" id="{53EAA451-CF9D-030B-F2DD-6E69E8C18334}"/>
                  </a:ext>
                </a:extLst>
              </p:cNvPr>
              <p:cNvSpPr/>
              <p:nvPr/>
            </p:nvSpPr>
            <p:spPr>
              <a:xfrm>
                <a:off x="3044767" y="2832724"/>
                <a:ext cx="146706" cy="145254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cxnSp>
            <p:nvCxnSpPr>
              <p:cNvPr id="545" name="直接连接符 544">
                <a:extLst>
                  <a:ext uri="{FF2B5EF4-FFF2-40B4-BE49-F238E27FC236}">
                    <a16:creationId xmlns:a16="http://schemas.microsoft.com/office/drawing/2014/main" id="{7A109874-DA2A-B1B1-5379-1F75BFDFD09B}"/>
                  </a:ext>
                </a:extLst>
              </p:cNvPr>
              <p:cNvCxnSpPr>
                <a:stCxn id="544" idx="0"/>
                <a:endCxn id="544" idx="4"/>
              </p:cNvCxnSpPr>
              <p:nvPr/>
            </p:nvCxnSpPr>
            <p:spPr>
              <a:xfrm>
                <a:off x="3118120" y="2832724"/>
                <a:ext cx="0" cy="14525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6" name="直接连接符 545">
                <a:extLst>
                  <a:ext uri="{FF2B5EF4-FFF2-40B4-BE49-F238E27FC236}">
                    <a16:creationId xmlns:a16="http://schemas.microsoft.com/office/drawing/2014/main" id="{313D6909-D455-DCA8-C526-430EB94C87F4}"/>
                  </a:ext>
                </a:extLst>
              </p:cNvPr>
              <p:cNvCxnSpPr>
                <a:stCxn id="544" idx="2"/>
                <a:endCxn id="544" idx="6"/>
              </p:cNvCxnSpPr>
              <p:nvPr/>
            </p:nvCxnSpPr>
            <p:spPr>
              <a:xfrm>
                <a:off x="3044767" y="2905351"/>
                <a:ext cx="146706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47" name="直接连接符 546">
              <a:extLst>
                <a:ext uri="{FF2B5EF4-FFF2-40B4-BE49-F238E27FC236}">
                  <a16:creationId xmlns:a16="http://schemas.microsoft.com/office/drawing/2014/main" id="{C1C92142-9E35-D403-1E89-FD712D2192E4}"/>
                </a:ext>
              </a:extLst>
            </p:cNvPr>
            <p:cNvCxnSpPr>
              <a:cxnSpLocks/>
            </p:cNvCxnSpPr>
            <p:nvPr/>
          </p:nvCxnSpPr>
          <p:spPr>
            <a:xfrm>
              <a:off x="4926971" y="4352657"/>
              <a:ext cx="0" cy="2564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2" name="直接连接符 551">
              <a:extLst>
                <a:ext uri="{FF2B5EF4-FFF2-40B4-BE49-F238E27FC236}">
                  <a16:creationId xmlns:a16="http://schemas.microsoft.com/office/drawing/2014/main" id="{758C3A43-E298-571B-6B60-D5E5E92C657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31142" y="4354562"/>
              <a:ext cx="302184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6" name="直接连接符 555">
              <a:extLst>
                <a:ext uri="{FF2B5EF4-FFF2-40B4-BE49-F238E27FC236}">
                  <a16:creationId xmlns:a16="http://schemas.microsoft.com/office/drawing/2014/main" id="{C3397697-A618-9CF6-D558-7CA891E8786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96235" y="4980704"/>
              <a:ext cx="228831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9" name="直接连接符 568">
              <a:extLst>
                <a:ext uri="{FF2B5EF4-FFF2-40B4-BE49-F238E27FC236}">
                  <a16:creationId xmlns:a16="http://schemas.microsoft.com/office/drawing/2014/main" id="{23DF9775-B501-D6A0-0F0F-0E4E10CA743C}"/>
                </a:ext>
              </a:extLst>
            </p:cNvPr>
            <p:cNvCxnSpPr>
              <a:cxnSpLocks/>
            </p:cNvCxnSpPr>
            <p:nvPr/>
          </p:nvCxnSpPr>
          <p:spPr>
            <a:xfrm>
              <a:off x="4926971" y="4731752"/>
              <a:ext cx="0" cy="2564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1" name="直接箭头连接符 570">
              <a:extLst>
                <a:ext uri="{FF2B5EF4-FFF2-40B4-BE49-F238E27FC236}">
                  <a16:creationId xmlns:a16="http://schemas.microsoft.com/office/drawing/2014/main" id="{52AF1EF1-AF00-4DFF-BE5F-44B1876752DD}"/>
                </a:ext>
              </a:extLst>
            </p:cNvPr>
            <p:cNvCxnSpPr>
              <a:cxnSpLocks/>
            </p:cNvCxnSpPr>
            <p:nvPr/>
          </p:nvCxnSpPr>
          <p:spPr>
            <a:xfrm>
              <a:off x="2356485" y="5947782"/>
              <a:ext cx="473527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4" name="直接箭头连接符 573">
              <a:extLst>
                <a:ext uri="{FF2B5EF4-FFF2-40B4-BE49-F238E27FC236}">
                  <a16:creationId xmlns:a16="http://schemas.microsoft.com/office/drawing/2014/main" id="{1EC3218F-8B56-B22B-60C3-F00B2A147919}"/>
                </a:ext>
              </a:extLst>
            </p:cNvPr>
            <p:cNvCxnSpPr>
              <a:cxnSpLocks/>
            </p:cNvCxnSpPr>
            <p:nvPr/>
          </p:nvCxnSpPr>
          <p:spPr>
            <a:xfrm>
              <a:off x="6387143" y="4725624"/>
              <a:ext cx="704619" cy="3064"/>
            </a:xfrm>
            <a:prstGeom prst="straightConnector1">
              <a:avLst/>
            </a:prstGeom>
            <a:ln w="12700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6" name="矩形 575">
              <a:extLst>
                <a:ext uri="{FF2B5EF4-FFF2-40B4-BE49-F238E27FC236}">
                  <a16:creationId xmlns:a16="http://schemas.microsoft.com/office/drawing/2014/main" id="{9B479D7F-22DF-00AD-5CF8-DA4EFEF22A2C}"/>
                </a:ext>
              </a:extLst>
            </p:cNvPr>
            <p:cNvSpPr/>
            <p:nvPr/>
          </p:nvSpPr>
          <p:spPr>
            <a:xfrm>
              <a:off x="7108733" y="4407600"/>
              <a:ext cx="730660" cy="636047"/>
            </a:xfrm>
            <a:prstGeom prst="rect">
              <a:avLst/>
            </a:prstGeom>
            <a:solidFill>
              <a:srgbClr val="EAC7C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RPN</a:t>
              </a:r>
              <a:endPara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585" name="组合 584">
              <a:extLst>
                <a:ext uri="{FF2B5EF4-FFF2-40B4-BE49-F238E27FC236}">
                  <a16:creationId xmlns:a16="http://schemas.microsoft.com/office/drawing/2014/main" id="{38E226BD-8C45-3CCF-CE84-A0CDBD6E10BF}"/>
                </a:ext>
              </a:extLst>
            </p:cNvPr>
            <p:cNvGrpSpPr/>
            <p:nvPr/>
          </p:nvGrpSpPr>
          <p:grpSpPr>
            <a:xfrm rot="16200000">
              <a:off x="7785082" y="4932260"/>
              <a:ext cx="592281" cy="1978921"/>
              <a:chOff x="3683381" y="4823232"/>
              <a:chExt cx="592281" cy="1399310"/>
            </a:xfrm>
          </p:grpSpPr>
          <p:sp>
            <p:nvSpPr>
              <p:cNvPr id="586" name="矩形: 圆角 585">
                <a:extLst>
                  <a:ext uri="{FF2B5EF4-FFF2-40B4-BE49-F238E27FC236}">
                    <a16:creationId xmlns:a16="http://schemas.microsoft.com/office/drawing/2014/main" id="{F7DC6BFF-70EB-BE97-488B-5E4DEB942027}"/>
                  </a:ext>
                </a:extLst>
              </p:cNvPr>
              <p:cNvSpPr/>
              <p:nvPr/>
            </p:nvSpPr>
            <p:spPr>
              <a:xfrm>
                <a:off x="3683381" y="4823232"/>
                <a:ext cx="592281" cy="1399310"/>
              </a:xfrm>
              <a:prstGeom prst="roundRect">
                <a:avLst/>
              </a:prstGeom>
              <a:solidFill>
                <a:srgbClr val="FFF2CC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88" name="文本框 587">
                <a:extLst>
                  <a:ext uri="{FF2B5EF4-FFF2-40B4-BE49-F238E27FC236}">
                    <a16:creationId xmlns:a16="http://schemas.microsoft.com/office/drawing/2014/main" id="{CAC4BD40-5F5D-2171-8B9D-40A62593E9E2}"/>
                  </a:ext>
                </a:extLst>
              </p:cNvPr>
              <p:cNvSpPr txBox="1"/>
              <p:nvPr/>
            </p:nvSpPr>
            <p:spPr>
              <a:xfrm>
                <a:off x="3800375" y="5080375"/>
                <a:ext cx="430887" cy="976922"/>
              </a:xfrm>
              <a:prstGeom prst="rect">
                <a:avLst/>
              </a:prstGeom>
              <a:noFill/>
            </p:spPr>
            <p:txBody>
              <a:bodyPr vert="eaVert" wrap="square" rtlCol="0">
                <a:spAutoFit/>
              </a:bodyPr>
              <a:lstStyle/>
              <a:p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ROI Align</a:t>
                </a:r>
                <a:endParaRPr lang="zh-CN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592" name="直接连接符 591">
              <a:extLst>
                <a:ext uri="{FF2B5EF4-FFF2-40B4-BE49-F238E27FC236}">
                  <a16:creationId xmlns:a16="http://schemas.microsoft.com/office/drawing/2014/main" id="{94A23A6A-85B1-56A6-FA6F-9273D3F867F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33501" y="4725624"/>
              <a:ext cx="60666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4" name="直接箭头连接符 593">
              <a:extLst>
                <a:ext uri="{FF2B5EF4-FFF2-40B4-BE49-F238E27FC236}">
                  <a16:creationId xmlns:a16="http://schemas.microsoft.com/office/drawing/2014/main" id="{E4BB0F55-E1FD-4666-2444-961F584D9306}"/>
                </a:ext>
              </a:extLst>
            </p:cNvPr>
            <p:cNvCxnSpPr>
              <a:cxnSpLocks/>
            </p:cNvCxnSpPr>
            <p:nvPr/>
          </p:nvCxnSpPr>
          <p:spPr>
            <a:xfrm>
              <a:off x="8432062" y="4725624"/>
              <a:ext cx="0" cy="883063"/>
            </a:xfrm>
            <a:prstGeom prst="straightConnector1">
              <a:avLst/>
            </a:prstGeom>
            <a:ln w="12700"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1" name="文本框 600">
              <a:extLst>
                <a:ext uri="{FF2B5EF4-FFF2-40B4-BE49-F238E27FC236}">
                  <a16:creationId xmlns:a16="http://schemas.microsoft.com/office/drawing/2014/main" id="{6FA4E065-7471-2B6A-E657-CA522BFA83CF}"/>
                </a:ext>
              </a:extLst>
            </p:cNvPr>
            <p:cNvSpPr txBox="1"/>
            <p:nvPr/>
          </p:nvSpPr>
          <p:spPr>
            <a:xfrm>
              <a:off x="8408542" y="4994639"/>
              <a:ext cx="1403092" cy="4199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提示框</a:t>
              </a:r>
            </a:p>
          </p:txBody>
        </p:sp>
        <p:sp>
          <p:nvSpPr>
            <p:cNvPr id="602" name="箭头: 右 601">
              <a:extLst>
                <a:ext uri="{FF2B5EF4-FFF2-40B4-BE49-F238E27FC236}">
                  <a16:creationId xmlns:a16="http://schemas.microsoft.com/office/drawing/2014/main" id="{B3ADA326-B4E6-5FAC-4BB9-8B9EA60764F1}"/>
                </a:ext>
              </a:extLst>
            </p:cNvPr>
            <p:cNvSpPr/>
            <p:nvPr/>
          </p:nvSpPr>
          <p:spPr>
            <a:xfrm>
              <a:off x="9221362" y="5819659"/>
              <a:ext cx="368154" cy="256246"/>
            </a:xfrm>
            <a:prstGeom prst="rightArrow">
              <a:avLst/>
            </a:prstGeom>
            <a:solidFill>
              <a:srgbClr val="FBD7B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3" name="矩形 602">
              <a:extLst>
                <a:ext uri="{FF2B5EF4-FFF2-40B4-BE49-F238E27FC236}">
                  <a16:creationId xmlns:a16="http://schemas.microsoft.com/office/drawing/2014/main" id="{DA51B731-8ED1-505A-E3FB-8026F084324C}"/>
                </a:ext>
              </a:extLst>
            </p:cNvPr>
            <p:cNvSpPr/>
            <p:nvPr/>
          </p:nvSpPr>
          <p:spPr>
            <a:xfrm>
              <a:off x="9679289" y="5484314"/>
              <a:ext cx="741950" cy="24281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class</a:t>
              </a:r>
              <a:endPara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4" name="矩形 603">
              <a:extLst>
                <a:ext uri="{FF2B5EF4-FFF2-40B4-BE49-F238E27FC236}">
                  <a16:creationId xmlns:a16="http://schemas.microsoft.com/office/drawing/2014/main" id="{7AA612B1-FC81-8C08-F81F-FCED1864F8F4}"/>
                </a:ext>
              </a:extLst>
            </p:cNvPr>
            <p:cNvSpPr/>
            <p:nvPr/>
          </p:nvSpPr>
          <p:spPr>
            <a:xfrm>
              <a:off x="9678866" y="5810365"/>
              <a:ext cx="742452" cy="24281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box</a:t>
              </a:r>
              <a:endPara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5" name="矩形 604">
              <a:extLst>
                <a:ext uri="{FF2B5EF4-FFF2-40B4-BE49-F238E27FC236}">
                  <a16:creationId xmlns:a16="http://schemas.microsoft.com/office/drawing/2014/main" id="{5EC759B5-C0FF-0AFF-613B-701B104B8B2F}"/>
                </a:ext>
              </a:extLst>
            </p:cNvPr>
            <p:cNvSpPr/>
            <p:nvPr/>
          </p:nvSpPr>
          <p:spPr>
            <a:xfrm>
              <a:off x="9675580" y="6139019"/>
              <a:ext cx="746329" cy="24281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mask</a:t>
              </a:r>
              <a:endPara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06" name="直接连接符 605">
              <a:extLst>
                <a:ext uri="{FF2B5EF4-FFF2-40B4-BE49-F238E27FC236}">
                  <a16:creationId xmlns:a16="http://schemas.microsoft.com/office/drawing/2014/main" id="{6FF1FF09-5695-5EC2-4498-602A54D398BF}"/>
                </a:ext>
              </a:extLst>
            </p:cNvPr>
            <p:cNvCxnSpPr>
              <a:cxnSpLocks/>
            </p:cNvCxnSpPr>
            <p:nvPr/>
          </p:nvCxnSpPr>
          <p:spPr>
            <a:xfrm>
              <a:off x="2362275" y="4674236"/>
              <a:ext cx="0" cy="127354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2" name="直接连接符 611">
              <a:extLst>
                <a:ext uri="{FF2B5EF4-FFF2-40B4-BE49-F238E27FC236}">
                  <a16:creationId xmlns:a16="http://schemas.microsoft.com/office/drawing/2014/main" id="{AA92AA81-A064-EED1-470F-637E51547474}"/>
                </a:ext>
              </a:extLst>
            </p:cNvPr>
            <p:cNvCxnSpPr>
              <a:cxnSpLocks/>
            </p:cNvCxnSpPr>
            <p:nvPr/>
          </p:nvCxnSpPr>
          <p:spPr>
            <a:xfrm>
              <a:off x="1945640" y="5311140"/>
              <a:ext cx="410845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5" name="矩形 224">
            <a:extLst>
              <a:ext uri="{FF2B5EF4-FFF2-40B4-BE49-F238E27FC236}">
                <a16:creationId xmlns:a16="http://schemas.microsoft.com/office/drawing/2014/main" id="{57E3975E-8993-30BA-82C7-62F7E754AA8F}"/>
              </a:ext>
            </a:extLst>
          </p:cNvPr>
          <p:cNvSpPr/>
          <p:nvPr/>
        </p:nvSpPr>
        <p:spPr>
          <a:xfrm>
            <a:off x="4994770" y="2656786"/>
            <a:ext cx="1086315" cy="289143"/>
          </a:xfrm>
          <a:prstGeom prst="rect">
            <a:avLst/>
          </a:prstGeom>
          <a:solidFill>
            <a:srgbClr val="EAC7C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适配器</a:t>
            </a:r>
          </a:p>
        </p:txBody>
      </p:sp>
      <p:sp>
        <p:nvSpPr>
          <p:cNvPr id="232" name="矩形 231">
            <a:extLst>
              <a:ext uri="{FF2B5EF4-FFF2-40B4-BE49-F238E27FC236}">
                <a16:creationId xmlns:a16="http://schemas.microsoft.com/office/drawing/2014/main" id="{3066BC84-C074-05C7-199A-E617562F7B40}"/>
              </a:ext>
            </a:extLst>
          </p:cNvPr>
          <p:cNvSpPr/>
          <p:nvPr/>
        </p:nvSpPr>
        <p:spPr>
          <a:xfrm>
            <a:off x="6609668" y="2659960"/>
            <a:ext cx="1086315" cy="289143"/>
          </a:xfrm>
          <a:prstGeom prst="rect">
            <a:avLst/>
          </a:prstGeom>
          <a:solidFill>
            <a:srgbClr val="EAC7C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适配器</a:t>
            </a:r>
          </a:p>
        </p:txBody>
      </p:sp>
      <p:sp>
        <p:nvSpPr>
          <p:cNvPr id="211" name="矩形 210">
            <a:extLst>
              <a:ext uri="{FF2B5EF4-FFF2-40B4-BE49-F238E27FC236}">
                <a16:creationId xmlns:a16="http://schemas.microsoft.com/office/drawing/2014/main" id="{B1967DA1-BDC5-6360-1CCF-04CC51B113D9}"/>
              </a:ext>
            </a:extLst>
          </p:cNvPr>
          <p:cNvSpPr/>
          <p:nvPr/>
        </p:nvSpPr>
        <p:spPr>
          <a:xfrm>
            <a:off x="2824255" y="3644287"/>
            <a:ext cx="6227502" cy="2752519"/>
          </a:xfrm>
          <a:prstGeom prst="rect">
            <a:avLst/>
          </a:prstGeom>
          <a:noFill/>
          <a:ln w="6350"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2" name="文本框 211">
            <a:extLst>
              <a:ext uri="{FF2B5EF4-FFF2-40B4-BE49-F238E27FC236}">
                <a16:creationId xmlns:a16="http://schemas.microsoft.com/office/drawing/2014/main" id="{7BB908B8-762E-BA50-6A5A-B90AB7534041}"/>
              </a:ext>
            </a:extLst>
          </p:cNvPr>
          <p:cNvSpPr txBox="1"/>
          <p:nvPr/>
        </p:nvSpPr>
        <p:spPr>
          <a:xfrm>
            <a:off x="2824254" y="3714929"/>
            <a:ext cx="1125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解码器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3" name="文本框 212">
                <a:extLst>
                  <a:ext uri="{FF2B5EF4-FFF2-40B4-BE49-F238E27FC236}">
                    <a16:creationId xmlns:a16="http://schemas.microsoft.com/office/drawing/2014/main" id="{08F2FC62-2271-8257-1E13-1AD88EEE9311}"/>
                  </a:ext>
                </a:extLst>
              </p:cNvPr>
              <p:cNvSpPr txBox="1"/>
              <p:nvPr/>
            </p:nvSpPr>
            <p:spPr>
              <a:xfrm>
                <a:off x="9612849" y="5336461"/>
                <a:ext cx="65808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𝑐𝑙𝑠</m:t>
                          </m:r>
                        </m:sub>
                      </m:sSub>
                    </m:oMath>
                  </m:oMathPara>
                </a14:m>
                <a:endParaRPr lang="zh-CN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3" name="文本框 212">
                <a:extLst>
                  <a:ext uri="{FF2B5EF4-FFF2-40B4-BE49-F238E27FC236}">
                    <a16:creationId xmlns:a16="http://schemas.microsoft.com/office/drawing/2014/main" id="{167C9FEE-920C-B433-6DBD-B0F7E67B1A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12849" y="5336461"/>
                <a:ext cx="658083" cy="3385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4" name="文本框 213">
                <a:extLst>
                  <a:ext uri="{FF2B5EF4-FFF2-40B4-BE49-F238E27FC236}">
                    <a16:creationId xmlns:a16="http://schemas.microsoft.com/office/drawing/2014/main" id="{386D1C92-0559-822E-6E5D-CB905A6F1B92}"/>
                  </a:ext>
                </a:extLst>
              </p:cNvPr>
              <p:cNvSpPr txBox="1"/>
              <p:nvPr/>
            </p:nvSpPr>
            <p:spPr>
              <a:xfrm>
                <a:off x="9675018" y="5616551"/>
                <a:ext cx="65808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𝑏𝑏𝑜𝑥</m:t>
                          </m:r>
                        </m:sub>
                      </m:sSub>
                    </m:oMath>
                  </m:oMathPara>
                </a14:m>
                <a:endParaRPr lang="zh-CN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4" name="文本框 213">
                <a:extLst>
                  <a:ext uri="{FF2B5EF4-FFF2-40B4-BE49-F238E27FC236}">
                    <a16:creationId xmlns:a16="http://schemas.microsoft.com/office/drawing/2014/main" id="{B70BF305-C1AB-0EE4-DEAD-8AAE0E3EAF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75018" y="5616551"/>
                <a:ext cx="658083" cy="338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5" name="文本框 214">
                <a:extLst>
                  <a:ext uri="{FF2B5EF4-FFF2-40B4-BE49-F238E27FC236}">
                    <a16:creationId xmlns:a16="http://schemas.microsoft.com/office/drawing/2014/main" id="{2250886B-0094-6BE5-C5B8-88EA94D975E7}"/>
                  </a:ext>
                </a:extLst>
              </p:cNvPr>
              <p:cNvSpPr txBox="1"/>
              <p:nvPr/>
            </p:nvSpPr>
            <p:spPr>
              <a:xfrm>
                <a:off x="9669937" y="5876320"/>
                <a:ext cx="65808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𝑚𝑎𝑠𝑘</m:t>
                          </m:r>
                        </m:sub>
                      </m:sSub>
                    </m:oMath>
                  </m:oMathPara>
                </a14:m>
                <a:endParaRPr lang="zh-CN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5" name="文本框 214">
                <a:extLst>
                  <a:ext uri="{FF2B5EF4-FFF2-40B4-BE49-F238E27FC236}">
                    <a16:creationId xmlns:a16="http://schemas.microsoft.com/office/drawing/2014/main" id="{49E98A93-7F88-F4E1-47F9-91BB94BA25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9937" y="5876320"/>
                <a:ext cx="658083" cy="33855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26608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27813-FA9F-C3A4-3BD4-50947F5FE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2" name="直接箭头连接符 121">
            <a:extLst>
              <a:ext uri="{FF2B5EF4-FFF2-40B4-BE49-F238E27FC236}">
                <a16:creationId xmlns:a16="http://schemas.microsoft.com/office/drawing/2014/main" id="{FB765524-4EE7-99A0-A8FE-63D7B9B9EF13}"/>
              </a:ext>
            </a:extLst>
          </p:cNvPr>
          <p:cNvCxnSpPr/>
          <p:nvPr/>
        </p:nvCxnSpPr>
        <p:spPr>
          <a:xfrm>
            <a:off x="3659203" y="2217055"/>
            <a:ext cx="65956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3" name="文本框 122">
            <a:extLst>
              <a:ext uri="{FF2B5EF4-FFF2-40B4-BE49-F238E27FC236}">
                <a16:creationId xmlns:a16="http://schemas.microsoft.com/office/drawing/2014/main" id="{68EA379E-0968-172C-C8C8-894DAB1A6795}"/>
              </a:ext>
            </a:extLst>
          </p:cNvPr>
          <p:cNvSpPr txBox="1"/>
          <p:nvPr/>
        </p:nvSpPr>
        <p:spPr>
          <a:xfrm>
            <a:off x="3588179" y="1922170"/>
            <a:ext cx="734681" cy="3470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concat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24" name="组合 123">
            <a:extLst>
              <a:ext uri="{FF2B5EF4-FFF2-40B4-BE49-F238E27FC236}">
                <a16:creationId xmlns:a16="http://schemas.microsoft.com/office/drawing/2014/main" id="{8C130699-8500-6A51-9FE4-48A13569C179}"/>
              </a:ext>
            </a:extLst>
          </p:cNvPr>
          <p:cNvGrpSpPr/>
          <p:nvPr/>
        </p:nvGrpSpPr>
        <p:grpSpPr>
          <a:xfrm>
            <a:off x="4526902" y="1717036"/>
            <a:ext cx="769862" cy="979250"/>
            <a:chOff x="3909222" y="1975230"/>
            <a:chExt cx="813283" cy="1034480"/>
          </a:xfrm>
        </p:grpSpPr>
        <p:sp>
          <p:nvSpPr>
            <p:cNvPr id="187" name="矩形 186">
              <a:extLst>
                <a:ext uri="{FF2B5EF4-FFF2-40B4-BE49-F238E27FC236}">
                  <a16:creationId xmlns:a16="http://schemas.microsoft.com/office/drawing/2014/main" id="{ECF86B21-E459-FA85-F28F-9861D3EA3A11}"/>
                </a:ext>
              </a:extLst>
            </p:cNvPr>
            <p:cNvSpPr/>
            <p:nvPr/>
          </p:nvSpPr>
          <p:spPr>
            <a:xfrm>
              <a:off x="3914278" y="2265730"/>
              <a:ext cx="765994" cy="743980"/>
            </a:xfrm>
            <a:prstGeom prst="rect">
              <a:avLst/>
            </a:prstGeom>
            <a:solidFill>
              <a:srgbClr val="BFBFBF"/>
            </a:solidFill>
            <a:ln>
              <a:solidFill>
                <a:schemeClr val="tx1"/>
              </a:solidFill>
            </a:ln>
            <a:scene3d>
              <a:camera prst="isometricOffAxis1Top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8" name="矩形 187">
              <a:extLst>
                <a:ext uri="{FF2B5EF4-FFF2-40B4-BE49-F238E27FC236}">
                  <a16:creationId xmlns:a16="http://schemas.microsoft.com/office/drawing/2014/main" id="{E49B98EE-70E6-5BD5-8825-3DC95C58127D}"/>
                </a:ext>
              </a:extLst>
            </p:cNvPr>
            <p:cNvSpPr/>
            <p:nvPr/>
          </p:nvSpPr>
          <p:spPr>
            <a:xfrm>
              <a:off x="3909222" y="2168072"/>
              <a:ext cx="765994" cy="743980"/>
            </a:xfrm>
            <a:prstGeom prst="rect">
              <a:avLst/>
            </a:prstGeom>
            <a:solidFill>
              <a:srgbClr val="E5B9B5"/>
            </a:solidFill>
            <a:ln>
              <a:solidFill>
                <a:schemeClr val="tx1"/>
              </a:solidFill>
            </a:ln>
            <a:scene3d>
              <a:camera prst="isometricOffAxis1Top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9" name="矩形 188">
              <a:extLst>
                <a:ext uri="{FF2B5EF4-FFF2-40B4-BE49-F238E27FC236}">
                  <a16:creationId xmlns:a16="http://schemas.microsoft.com/office/drawing/2014/main" id="{0DA6A525-FDF9-790B-C495-D9AFB5C46B5B}"/>
                </a:ext>
              </a:extLst>
            </p:cNvPr>
            <p:cNvSpPr/>
            <p:nvPr/>
          </p:nvSpPr>
          <p:spPr>
            <a:xfrm>
              <a:off x="3921922" y="2072888"/>
              <a:ext cx="765994" cy="743980"/>
            </a:xfrm>
            <a:prstGeom prst="rect">
              <a:avLst/>
            </a:prstGeom>
            <a:solidFill>
              <a:srgbClr val="B7DDE8"/>
            </a:solidFill>
            <a:ln>
              <a:solidFill>
                <a:schemeClr val="tx1"/>
              </a:solidFill>
            </a:ln>
            <a:scene3d>
              <a:camera prst="isometricOffAxis1Top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0" name="矩形 189">
              <a:extLst>
                <a:ext uri="{FF2B5EF4-FFF2-40B4-BE49-F238E27FC236}">
                  <a16:creationId xmlns:a16="http://schemas.microsoft.com/office/drawing/2014/main" id="{A3AC8F27-746B-E6B9-027E-A202A9A79375}"/>
                </a:ext>
              </a:extLst>
            </p:cNvPr>
            <p:cNvSpPr/>
            <p:nvPr/>
          </p:nvSpPr>
          <p:spPr>
            <a:xfrm>
              <a:off x="3956511" y="1975230"/>
              <a:ext cx="765994" cy="743980"/>
            </a:xfrm>
            <a:prstGeom prst="rect">
              <a:avLst/>
            </a:prstGeom>
            <a:solidFill>
              <a:srgbClr val="FBD7BB"/>
            </a:solidFill>
            <a:ln>
              <a:solidFill>
                <a:schemeClr val="tx1"/>
              </a:solidFill>
            </a:ln>
            <a:scene3d>
              <a:camera prst="isometricOffAxis1Top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29" name="图片 128">
            <a:extLst>
              <a:ext uri="{FF2B5EF4-FFF2-40B4-BE49-F238E27FC236}">
                <a16:creationId xmlns:a16="http://schemas.microsoft.com/office/drawing/2014/main" id="{954D2041-4ECE-14A1-B283-CB71573B3A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4329" y="1687079"/>
            <a:ext cx="345005" cy="1078140"/>
          </a:xfrm>
          <a:prstGeom prst="rect">
            <a:avLst/>
          </a:prstGeom>
        </p:spPr>
      </p:pic>
      <p:cxnSp>
        <p:nvCxnSpPr>
          <p:cNvPr id="130" name="直接箭头连接符 129">
            <a:extLst>
              <a:ext uri="{FF2B5EF4-FFF2-40B4-BE49-F238E27FC236}">
                <a16:creationId xmlns:a16="http://schemas.microsoft.com/office/drawing/2014/main" id="{75FBBC78-FC86-FD3E-4C95-965DAEFC328E}"/>
              </a:ext>
            </a:extLst>
          </p:cNvPr>
          <p:cNvCxnSpPr>
            <a:cxnSpLocks/>
          </p:cNvCxnSpPr>
          <p:nvPr/>
        </p:nvCxnSpPr>
        <p:spPr>
          <a:xfrm>
            <a:off x="5477613" y="2199958"/>
            <a:ext cx="65150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1" name="直接箭头连接符 130">
            <a:extLst>
              <a:ext uri="{FF2B5EF4-FFF2-40B4-BE49-F238E27FC236}">
                <a16:creationId xmlns:a16="http://schemas.microsoft.com/office/drawing/2014/main" id="{2736AC15-F88B-242B-8232-244E4A519943}"/>
              </a:ext>
            </a:extLst>
          </p:cNvPr>
          <p:cNvCxnSpPr>
            <a:cxnSpLocks/>
          </p:cNvCxnSpPr>
          <p:nvPr/>
        </p:nvCxnSpPr>
        <p:spPr>
          <a:xfrm>
            <a:off x="7249568" y="2223015"/>
            <a:ext cx="71969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33" name="对象 132">
            <a:extLst>
              <a:ext uri="{FF2B5EF4-FFF2-40B4-BE49-F238E27FC236}">
                <a16:creationId xmlns:a16="http://schemas.microsoft.com/office/drawing/2014/main" id="{210E625A-DF41-353C-0B2E-6DD8AF9590A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9399708"/>
              </p:ext>
            </p:extLst>
          </p:nvPr>
        </p:nvGraphicFramePr>
        <p:xfrm>
          <a:off x="8724734" y="2038568"/>
          <a:ext cx="367426" cy="3956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64880" imgH="177480" progId="Equation.DSMT4">
                  <p:embed/>
                </p:oleObj>
              </mc:Choice>
              <mc:Fallback>
                <p:oleObj name="Equation" r:id="rId3" imgW="164880" imgH="177480" progId="Equation.DSMT4">
                  <p:embed/>
                  <p:pic>
                    <p:nvPicPr>
                      <p:cNvPr id="133" name="对象 132">
                        <a:extLst>
                          <a:ext uri="{FF2B5EF4-FFF2-40B4-BE49-F238E27FC236}">
                            <a16:creationId xmlns:a16="http://schemas.microsoft.com/office/drawing/2014/main" id="{0E278530-D71A-2CAB-9A29-66B0C1AF263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724734" y="2038568"/>
                        <a:ext cx="367426" cy="3956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35" name="直接箭头连接符 134">
            <a:extLst>
              <a:ext uri="{FF2B5EF4-FFF2-40B4-BE49-F238E27FC236}">
                <a16:creationId xmlns:a16="http://schemas.microsoft.com/office/drawing/2014/main" id="{0B98D135-AEEE-80C5-3FDC-1697A4BC537A}"/>
              </a:ext>
            </a:extLst>
          </p:cNvPr>
          <p:cNvCxnSpPr>
            <a:cxnSpLocks/>
            <a:stCxn id="166" idx="3"/>
            <a:endCxn id="165" idx="1"/>
          </p:cNvCxnSpPr>
          <p:nvPr/>
        </p:nvCxnSpPr>
        <p:spPr>
          <a:xfrm>
            <a:off x="3855135" y="4302027"/>
            <a:ext cx="499031" cy="20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6" name="直接箭头连接符 135">
            <a:extLst>
              <a:ext uri="{FF2B5EF4-FFF2-40B4-BE49-F238E27FC236}">
                <a16:creationId xmlns:a16="http://schemas.microsoft.com/office/drawing/2014/main" id="{E61A1DC9-105C-3BC9-5D49-4E8934F9CA74}"/>
              </a:ext>
            </a:extLst>
          </p:cNvPr>
          <p:cNvCxnSpPr>
            <a:cxnSpLocks/>
          </p:cNvCxnSpPr>
          <p:nvPr/>
        </p:nvCxnSpPr>
        <p:spPr>
          <a:xfrm>
            <a:off x="4708783" y="4301181"/>
            <a:ext cx="84221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对象 138">
                <a:extLst>
                  <a:ext uri="{FF2B5EF4-FFF2-40B4-BE49-F238E27FC236}">
                    <a16:creationId xmlns:a16="http://schemas.microsoft.com/office/drawing/2014/main" id="{32AE044A-D3A2-85D2-0F30-966C57B05113}"/>
                  </a:ext>
                </a:extLst>
              </p:cNvPr>
              <p:cNvSpPr txBox="1"/>
              <p:nvPr/>
            </p:nvSpPr>
            <p:spPr>
              <a:xfrm>
                <a:off x="3777631" y="3962495"/>
                <a:ext cx="729365" cy="243868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16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zh-CN" altLang="en-US" sz="16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×3</m:t>
                      </m:r>
                    </m:oMath>
                  </m:oMathPara>
                </a14:m>
                <a:endParaRPr lang="zh-CN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9" name="对象 138">
                <a:extLst>
                  <a:ext uri="{FF2B5EF4-FFF2-40B4-BE49-F238E27FC236}">
                    <a16:creationId xmlns:a16="http://schemas.microsoft.com/office/drawing/2014/main" id="{32AE044A-D3A2-85D2-0F30-966C57B051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7631" y="3962495"/>
                <a:ext cx="729365" cy="243868"/>
              </a:xfrm>
              <a:prstGeom prst="rect">
                <a:avLst/>
              </a:prstGeom>
              <a:blipFill>
                <a:blip r:embed="rId5"/>
                <a:stretch>
                  <a:fillRect b="-27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对象 139">
                <a:extLst>
                  <a:ext uri="{FF2B5EF4-FFF2-40B4-BE49-F238E27FC236}">
                    <a16:creationId xmlns:a16="http://schemas.microsoft.com/office/drawing/2014/main" id="{35AEAC98-595E-DA1B-D4BF-EF9AE0B6BE88}"/>
                  </a:ext>
                </a:extLst>
              </p:cNvPr>
              <p:cNvSpPr txBox="1"/>
              <p:nvPr/>
            </p:nvSpPr>
            <p:spPr>
              <a:xfrm>
                <a:off x="8291182" y="1913334"/>
                <a:ext cx="322263" cy="250825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140" name="对象 139">
                <a:extLst>
                  <a:ext uri="{FF2B5EF4-FFF2-40B4-BE49-F238E27FC236}">
                    <a16:creationId xmlns:a16="http://schemas.microsoft.com/office/drawing/2014/main" id="{35AEAC98-595E-DA1B-D4BF-EF9AE0B6BE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1182" y="1913334"/>
                <a:ext cx="322263" cy="250825"/>
              </a:xfrm>
              <a:prstGeom prst="rect">
                <a:avLst/>
              </a:prstGeom>
              <a:blipFill>
                <a:blip r:embed="rId6"/>
                <a:stretch>
                  <a:fillRect b="-146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2" name="组合 141">
            <a:extLst>
              <a:ext uri="{FF2B5EF4-FFF2-40B4-BE49-F238E27FC236}">
                <a16:creationId xmlns:a16="http://schemas.microsoft.com/office/drawing/2014/main" id="{29E18814-93A3-31FA-4FDA-8D0433FD12B0}"/>
              </a:ext>
            </a:extLst>
          </p:cNvPr>
          <p:cNvGrpSpPr/>
          <p:nvPr/>
        </p:nvGrpSpPr>
        <p:grpSpPr>
          <a:xfrm>
            <a:off x="1718805" y="1423531"/>
            <a:ext cx="1941715" cy="1599857"/>
            <a:chOff x="1781891" y="1903366"/>
            <a:chExt cx="1377754" cy="1135187"/>
          </a:xfrm>
        </p:grpSpPr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171" name="对象 170">
                  <a:extLst>
                    <a:ext uri="{FF2B5EF4-FFF2-40B4-BE49-F238E27FC236}">
                      <a16:creationId xmlns:a16="http://schemas.microsoft.com/office/drawing/2014/main" id="{317A8D9B-5896-7EA1-9423-5A5FAA239322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2865795" y="2423916"/>
                <a:ext cx="260710" cy="161392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Equation" r:id="rId7" imgW="266400" imgH="164880" progId="Equation.DSMT4">
                        <p:embed/>
                      </p:oleObj>
                    </mc:Choice>
                    <mc:Fallback>
                      <p:oleObj name="Equation" r:id="rId7" imgW="266400" imgH="164880" progId="Equation.DSMT4">
                        <p:embed/>
                        <p:pic>
                          <p:nvPicPr>
                            <p:cNvPr id="171" name="对象 170">
                              <a:extLst>
                                <a:ext uri="{FF2B5EF4-FFF2-40B4-BE49-F238E27FC236}">
                                  <a16:creationId xmlns:a16="http://schemas.microsoft.com/office/drawing/2014/main" id="{EBAD844A-3313-6F6A-22E0-74E7A3F082CA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8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65795" y="2423916"/>
                              <a:ext cx="260710" cy="161392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171" name="对象 170">
                  <a:extLst>
                    <a:ext uri="{FF2B5EF4-FFF2-40B4-BE49-F238E27FC236}">
                      <a16:creationId xmlns:a16="http://schemas.microsoft.com/office/drawing/2014/main" id="{317A8D9B-5896-7EA1-9423-5A5FAA239322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2865795" y="2423916"/>
                <a:ext cx="260710" cy="161392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Equation" r:id="rId10" imgW="266400" imgH="164880" progId="Equation.DSMT4">
                        <p:embed/>
                      </p:oleObj>
                    </mc:Choice>
                    <mc:Fallback>
                      <p:oleObj name="Equation" r:id="rId10" imgW="266400" imgH="164880" progId="Equation.DSMT4">
                        <p:embed/>
                        <p:pic>
                          <p:nvPicPr>
                            <p:cNvPr id="171" name="对象 170">
                              <a:extLst>
                                <a:ext uri="{FF2B5EF4-FFF2-40B4-BE49-F238E27FC236}">
                                  <a16:creationId xmlns:a16="http://schemas.microsoft.com/office/drawing/2014/main" id="{EBAD844A-3313-6F6A-22E0-74E7A3F082CA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11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65795" y="2423916"/>
                              <a:ext cx="260710" cy="161392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172" name="对象 171">
                  <a:extLst>
                    <a:ext uri="{FF2B5EF4-FFF2-40B4-BE49-F238E27FC236}">
                      <a16:creationId xmlns:a16="http://schemas.microsoft.com/office/drawing/2014/main" id="{D5C3704E-D3D2-0285-81E1-AA7A59F77C53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2860281" y="2696641"/>
                <a:ext cx="260710" cy="161392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Equation" r:id="rId10" imgW="266400" imgH="164880" progId="Equation.DSMT4">
                        <p:embed/>
                      </p:oleObj>
                    </mc:Choice>
                    <mc:Fallback>
                      <p:oleObj name="Equation" r:id="rId10" imgW="266400" imgH="164880" progId="Equation.DSMT4">
                        <p:embed/>
                        <p:pic>
                          <p:nvPicPr>
                            <p:cNvPr id="172" name="对象 171">
                              <a:extLst>
                                <a:ext uri="{FF2B5EF4-FFF2-40B4-BE49-F238E27FC236}">
                                  <a16:creationId xmlns:a16="http://schemas.microsoft.com/office/drawing/2014/main" id="{DDEFE586-ECBD-3A0C-0291-B927B706DC6E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8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60281" y="2696641"/>
                              <a:ext cx="260710" cy="161392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172" name="对象 171">
                  <a:extLst>
                    <a:ext uri="{FF2B5EF4-FFF2-40B4-BE49-F238E27FC236}">
                      <a16:creationId xmlns:a16="http://schemas.microsoft.com/office/drawing/2014/main" id="{D5C3704E-D3D2-0285-81E1-AA7A59F77C53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2860281" y="2696641"/>
                <a:ext cx="260710" cy="161392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Equation" r:id="rId10" imgW="266400" imgH="164880" progId="Equation.DSMT4">
                        <p:embed/>
                      </p:oleObj>
                    </mc:Choice>
                    <mc:Fallback>
                      <p:oleObj name="Equation" r:id="rId10" imgW="266400" imgH="164880" progId="Equation.DSMT4">
                        <p:embed/>
                        <p:pic>
                          <p:nvPicPr>
                            <p:cNvPr id="172" name="对象 171">
                              <a:extLst>
                                <a:ext uri="{FF2B5EF4-FFF2-40B4-BE49-F238E27FC236}">
                                  <a16:creationId xmlns:a16="http://schemas.microsoft.com/office/drawing/2014/main" id="{DDEFE586-ECBD-3A0C-0291-B927B706DC6E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11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60281" y="2696641"/>
                              <a:ext cx="260710" cy="161392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173" name="对象 172">
                  <a:extLst>
                    <a:ext uri="{FF2B5EF4-FFF2-40B4-BE49-F238E27FC236}">
                      <a16:creationId xmlns:a16="http://schemas.microsoft.com/office/drawing/2014/main" id="{3546F8BD-2577-6064-7064-C933F98D65B4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2865780" y="2166861"/>
                <a:ext cx="260710" cy="161392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Equation" r:id="rId7" imgW="266400" imgH="164880" progId="Equation.DSMT4">
                        <p:embed/>
                      </p:oleObj>
                    </mc:Choice>
                    <mc:Fallback>
                      <p:oleObj name="Equation" r:id="rId7" imgW="266400" imgH="164880" progId="Equation.DSMT4">
                        <p:embed/>
                        <p:pic>
                          <p:nvPicPr>
                            <p:cNvPr id="173" name="对象 172">
                              <a:extLst>
                                <a:ext uri="{FF2B5EF4-FFF2-40B4-BE49-F238E27FC236}">
                                  <a16:creationId xmlns:a16="http://schemas.microsoft.com/office/drawing/2014/main" id="{57F5E31E-8D70-E388-C0FA-BD1900E6FF06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11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65780" y="2166861"/>
                              <a:ext cx="260710" cy="161392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173" name="对象 172">
                  <a:extLst>
                    <a:ext uri="{FF2B5EF4-FFF2-40B4-BE49-F238E27FC236}">
                      <a16:creationId xmlns:a16="http://schemas.microsoft.com/office/drawing/2014/main" id="{3546F8BD-2577-6064-7064-C933F98D65B4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2865780" y="2166861"/>
                <a:ext cx="260710" cy="161392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Equation" r:id="rId10" imgW="266400" imgH="164880" progId="Equation.DSMT4">
                        <p:embed/>
                      </p:oleObj>
                    </mc:Choice>
                    <mc:Fallback>
                      <p:oleObj name="Equation" r:id="rId10" imgW="266400" imgH="164880" progId="Equation.DSMT4">
                        <p:embed/>
                        <p:pic>
                          <p:nvPicPr>
                            <p:cNvPr id="173" name="对象 172">
                              <a:extLst>
                                <a:ext uri="{FF2B5EF4-FFF2-40B4-BE49-F238E27FC236}">
                                  <a16:creationId xmlns:a16="http://schemas.microsoft.com/office/drawing/2014/main" id="{57F5E31E-8D70-E388-C0FA-BD1900E6FF06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11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65780" y="2166861"/>
                              <a:ext cx="260710" cy="161392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p:sp>
          <p:nvSpPr>
            <p:cNvPr id="174" name="立方体 173">
              <a:extLst>
                <a:ext uri="{FF2B5EF4-FFF2-40B4-BE49-F238E27FC236}">
                  <a16:creationId xmlns:a16="http://schemas.microsoft.com/office/drawing/2014/main" id="{42996CF8-9971-D8D1-1EB7-8EE989A758D4}"/>
                </a:ext>
              </a:extLst>
            </p:cNvPr>
            <p:cNvSpPr/>
            <p:nvPr/>
          </p:nvSpPr>
          <p:spPr>
            <a:xfrm>
              <a:off x="1783422" y="2685132"/>
              <a:ext cx="1051085" cy="353421"/>
            </a:xfrm>
            <a:prstGeom prst="cube">
              <a:avLst>
                <a:gd name="adj" fmla="val 77174"/>
              </a:avLst>
            </a:prstGeom>
            <a:solidFill>
              <a:srgbClr val="BFBFBF"/>
            </a:solidFill>
            <a:ln w="25400">
              <a:solidFill>
                <a:srgbClr val="A5A5A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5" name="立方体 174">
              <a:extLst>
                <a:ext uri="{FF2B5EF4-FFF2-40B4-BE49-F238E27FC236}">
                  <a16:creationId xmlns:a16="http://schemas.microsoft.com/office/drawing/2014/main" id="{F5159EC0-2849-35CB-B103-242A17CE43B3}"/>
                </a:ext>
              </a:extLst>
            </p:cNvPr>
            <p:cNvSpPr/>
            <p:nvPr/>
          </p:nvSpPr>
          <p:spPr>
            <a:xfrm>
              <a:off x="1783126" y="2423916"/>
              <a:ext cx="1051085" cy="353421"/>
            </a:xfrm>
            <a:prstGeom prst="cube">
              <a:avLst>
                <a:gd name="adj" fmla="val 77174"/>
              </a:avLst>
            </a:prstGeom>
            <a:solidFill>
              <a:srgbClr val="E5B9B5"/>
            </a:solidFill>
            <a:ln w="25400">
              <a:solidFill>
                <a:srgbClr val="D9958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6" name="立方体 175">
              <a:extLst>
                <a:ext uri="{FF2B5EF4-FFF2-40B4-BE49-F238E27FC236}">
                  <a16:creationId xmlns:a16="http://schemas.microsoft.com/office/drawing/2014/main" id="{08198011-0EBF-BB29-EA26-B15DF48CA9A2}"/>
                </a:ext>
              </a:extLst>
            </p:cNvPr>
            <p:cNvSpPr/>
            <p:nvPr/>
          </p:nvSpPr>
          <p:spPr>
            <a:xfrm>
              <a:off x="1784152" y="2163425"/>
              <a:ext cx="1051085" cy="353421"/>
            </a:xfrm>
            <a:prstGeom prst="cube">
              <a:avLst>
                <a:gd name="adj" fmla="val 77174"/>
              </a:avLst>
            </a:prstGeom>
            <a:solidFill>
              <a:srgbClr val="B7DDE8"/>
            </a:solidFill>
            <a:ln w="25400">
              <a:solidFill>
                <a:srgbClr val="92CDD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7" name="立方体 176">
              <a:extLst>
                <a:ext uri="{FF2B5EF4-FFF2-40B4-BE49-F238E27FC236}">
                  <a16:creationId xmlns:a16="http://schemas.microsoft.com/office/drawing/2014/main" id="{9CCA7B80-E3B2-F9A8-B273-2363EE2F4443}"/>
                </a:ext>
              </a:extLst>
            </p:cNvPr>
            <p:cNvSpPr/>
            <p:nvPr/>
          </p:nvSpPr>
          <p:spPr>
            <a:xfrm>
              <a:off x="1781891" y="1903366"/>
              <a:ext cx="1051085" cy="353421"/>
            </a:xfrm>
            <a:prstGeom prst="cube">
              <a:avLst>
                <a:gd name="adj" fmla="val 77174"/>
              </a:avLst>
            </a:prstGeom>
            <a:solidFill>
              <a:srgbClr val="FBD7BB"/>
            </a:solidFill>
            <a:ln w="25400">
              <a:solidFill>
                <a:srgbClr val="F9C4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8" name="对象 177">
                  <a:extLst>
                    <a:ext uri="{FF2B5EF4-FFF2-40B4-BE49-F238E27FC236}">
                      <a16:creationId xmlns:a16="http://schemas.microsoft.com/office/drawing/2014/main" id="{51703989-76DF-1202-3680-4A3347C415BF}"/>
                    </a:ext>
                  </a:extLst>
                </p:cNvPr>
                <p:cNvSpPr txBox="1"/>
                <p:nvPr/>
              </p:nvSpPr>
              <p:spPr>
                <a:xfrm>
                  <a:off x="2123135" y="1933891"/>
                  <a:ext cx="190364" cy="242180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sz="14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1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CN" sz="1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  <m:sup>
                            <m:r>
                              <a:rPr lang="en-US" altLang="zh-CN" sz="1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178" name="对象 177">
                  <a:extLst>
                    <a:ext uri="{FF2B5EF4-FFF2-40B4-BE49-F238E27FC236}">
                      <a16:creationId xmlns:a16="http://schemas.microsoft.com/office/drawing/2014/main" id="{51703989-76DF-1202-3680-4A3347C415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23135" y="1933891"/>
                  <a:ext cx="190364" cy="242180"/>
                </a:xfrm>
                <a:prstGeom prst="rect">
                  <a:avLst/>
                </a:prstGeom>
                <a:blipFill>
                  <a:blip r:embed="rId12"/>
                  <a:stretch>
                    <a:fillRect r="-1818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2" name="直接连接符 181">
              <a:extLst>
                <a:ext uri="{FF2B5EF4-FFF2-40B4-BE49-F238E27FC236}">
                  <a16:creationId xmlns:a16="http://schemas.microsoft.com/office/drawing/2014/main" id="{4910E266-A2F0-4801-09F2-65B76C87CB27}"/>
                </a:ext>
              </a:extLst>
            </p:cNvPr>
            <p:cNvCxnSpPr/>
            <p:nvPr/>
          </p:nvCxnSpPr>
          <p:spPr>
            <a:xfrm>
              <a:off x="2724538" y="2071017"/>
              <a:ext cx="4320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183" name="对象 182">
                  <a:extLst>
                    <a:ext uri="{FF2B5EF4-FFF2-40B4-BE49-F238E27FC236}">
                      <a16:creationId xmlns:a16="http://schemas.microsoft.com/office/drawing/2014/main" id="{EE81B6F6-C2AE-2560-E0AD-488926C8D237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2864507" y="1911633"/>
                <a:ext cx="260710" cy="161392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Equation" r:id="rId10" imgW="266400" imgH="164880" progId="Equation.DSMT4">
                        <p:embed/>
                      </p:oleObj>
                    </mc:Choice>
                    <mc:Fallback>
                      <p:oleObj name="Equation" r:id="rId10" imgW="266400" imgH="164880" progId="Equation.DSMT4">
                        <p:embed/>
                        <p:pic>
                          <p:nvPicPr>
                            <p:cNvPr id="183" name="对象 182">
                              <a:extLst>
                                <a:ext uri="{FF2B5EF4-FFF2-40B4-BE49-F238E27FC236}">
                                  <a16:creationId xmlns:a16="http://schemas.microsoft.com/office/drawing/2014/main" id="{4A4FA24F-8CBE-7FE0-CFA7-B98B8617FE55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8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64507" y="1911633"/>
                              <a:ext cx="260710" cy="161392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183" name="对象 182">
                  <a:extLst>
                    <a:ext uri="{FF2B5EF4-FFF2-40B4-BE49-F238E27FC236}">
                      <a16:creationId xmlns:a16="http://schemas.microsoft.com/office/drawing/2014/main" id="{EE81B6F6-C2AE-2560-E0AD-488926C8D237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2864507" y="1911633"/>
                <a:ext cx="260710" cy="161392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Equation" r:id="rId10" imgW="266400" imgH="164880" progId="Equation.DSMT4">
                        <p:embed/>
                      </p:oleObj>
                    </mc:Choice>
                    <mc:Fallback>
                      <p:oleObj name="Equation" r:id="rId10" imgW="266400" imgH="164880" progId="Equation.DSMT4">
                        <p:embed/>
                        <p:pic>
                          <p:nvPicPr>
                            <p:cNvPr id="183" name="对象 182">
                              <a:extLst>
                                <a:ext uri="{FF2B5EF4-FFF2-40B4-BE49-F238E27FC236}">
                                  <a16:creationId xmlns:a16="http://schemas.microsoft.com/office/drawing/2014/main" id="{4A4FA24F-8CBE-7FE0-CFA7-B98B8617FE55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11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864507" y="1911633"/>
                              <a:ext cx="260710" cy="161392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p:cxnSp>
          <p:nvCxnSpPr>
            <p:cNvPr id="184" name="直接连接符 183">
              <a:extLst>
                <a:ext uri="{FF2B5EF4-FFF2-40B4-BE49-F238E27FC236}">
                  <a16:creationId xmlns:a16="http://schemas.microsoft.com/office/drawing/2014/main" id="{16DF43D5-2A83-15A9-B5A6-BF3A55DC39AD}"/>
                </a:ext>
              </a:extLst>
            </p:cNvPr>
            <p:cNvCxnSpPr/>
            <p:nvPr/>
          </p:nvCxnSpPr>
          <p:spPr>
            <a:xfrm>
              <a:off x="2727645" y="2335385"/>
              <a:ext cx="4320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5" name="直接连接符 184">
              <a:extLst>
                <a:ext uri="{FF2B5EF4-FFF2-40B4-BE49-F238E27FC236}">
                  <a16:creationId xmlns:a16="http://schemas.microsoft.com/office/drawing/2014/main" id="{E9BB976D-035F-9B64-AE95-5787B6AD32CC}"/>
                </a:ext>
              </a:extLst>
            </p:cNvPr>
            <p:cNvCxnSpPr/>
            <p:nvPr/>
          </p:nvCxnSpPr>
          <p:spPr>
            <a:xfrm>
              <a:off x="2724538" y="2587578"/>
              <a:ext cx="4320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6" name="直接连接符 185">
              <a:extLst>
                <a:ext uri="{FF2B5EF4-FFF2-40B4-BE49-F238E27FC236}">
                  <a16:creationId xmlns:a16="http://schemas.microsoft.com/office/drawing/2014/main" id="{B8366AEE-25F9-19CF-3674-599F63D6C28E}"/>
                </a:ext>
              </a:extLst>
            </p:cNvPr>
            <p:cNvCxnSpPr/>
            <p:nvPr/>
          </p:nvCxnSpPr>
          <p:spPr>
            <a:xfrm>
              <a:off x="2719205" y="2861842"/>
              <a:ext cx="432000" cy="0"/>
            </a:xfrm>
            <a:prstGeom prst="line">
              <a:avLst/>
            </a:prstGeom>
            <a:ln w="63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43" name="直接箭头连接符 142">
            <a:extLst>
              <a:ext uri="{FF2B5EF4-FFF2-40B4-BE49-F238E27FC236}">
                <a16:creationId xmlns:a16="http://schemas.microsoft.com/office/drawing/2014/main" id="{6A119D5C-9ADC-945F-3B13-32026C00682E}"/>
              </a:ext>
            </a:extLst>
          </p:cNvPr>
          <p:cNvCxnSpPr>
            <a:cxnSpLocks/>
          </p:cNvCxnSpPr>
          <p:nvPr/>
        </p:nvCxnSpPr>
        <p:spPr>
          <a:xfrm flipV="1">
            <a:off x="8259882" y="2230205"/>
            <a:ext cx="5073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4" name="直接箭头连接符 143">
            <a:extLst>
              <a:ext uri="{FF2B5EF4-FFF2-40B4-BE49-F238E27FC236}">
                <a16:creationId xmlns:a16="http://schemas.microsoft.com/office/drawing/2014/main" id="{4407E3F0-A694-1012-6691-DCEBB33C1563}"/>
              </a:ext>
            </a:extLst>
          </p:cNvPr>
          <p:cNvCxnSpPr>
            <a:cxnSpLocks/>
          </p:cNvCxnSpPr>
          <p:nvPr/>
        </p:nvCxnSpPr>
        <p:spPr>
          <a:xfrm>
            <a:off x="6013853" y="4336068"/>
            <a:ext cx="7808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graphicFrame>
        <p:nvGraphicFramePr>
          <p:cNvPr id="145" name="对象 144">
            <a:extLst>
              <a:ext uri="{FF2B5EF4-FFF2-40B4-BE49-F238E27FC236}">
                <a16:creationId xmlns:a16="http://schemas.microsoft.com/office/drawing/2014/main" id="{D51B9992-C674-57D5-1B05-7EE62D12AF7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811981"/>
              </p:ext>
            </p:extLst>
          </p:nvPr>
        </p:nvGraphicFramePr>
        <p:xfrm>
          <a:off x="6762057" y="4148194"/>
          <a:ext cx="367426" cy="3956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64880" imgH="177480" progId="Equation.DSMT4">
                  <p:embed/>
                </p:oleObj>
              </mc:Choice>
              <mc:Fallback>
                <p:oleObj name="Equation" r:id="rId3" imgW="164880" imgH="177480" progId="Equation.DSMT4">
                  <p:embed/>
                  <p:pic>
                    <p:nvPicPr>
                      <p:cNvPr id="145" name="对象 144">
                        <a:extLst>
                          <a:ext uri="{FF2B5EF4-FFF2-40B4-BE49-F238E27FC236}">
                            <a16:creationId xmlns:a16="http://schemas.microsoft.com/office/drawing/2014/main" id="{966FAC64-314F-A8BA-0993-A5CAED2739B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762057" y="4148194"/>
                        <a:ext cx="367426" cy="3956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46" name="直接连接符 145">
            <a:extLst>
              <a:ext uri="{FF2B5EF4-FFF2-40B4-BE49-F238E27FC236}">
                <a16:creationId xmlns:a16="http://schemas.microsoft.com/office/drawing/2014/main" id="{342026BD-D587-32E2-D746-31E6D2B8DB39}"/>
              </a:ext>
            </a:extLst>
          </p:cNvPr>
          <p:cNvCxnSpPr/>
          <p:nvPr/>
        </p:nvCxnSpPr>
        <p:spPr>
          <a:xfrm>
            <a:off x="3648625" y="1659424"/>
            <a:ext cx="0" cy="111619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47" name="组合 146">
            <a:extLst>
              <a:ext uri="{FF2B5EF4-FFF2-40B4-BE49-F238E27FC236}">
                <a16:creationId xmlns:a16="http://schemas.microsoft.com/office/drawing/2014/main" id="{D728EF13-D9BA-848C-CFAD-432BC644E968}"/>
              </a:ext>
            </a:extLst>
          </p:cNvPr>
          <p:cNvGrpSpPr/>
          <p:nvPr/>
        </p:nvGrpSpPr>
        <p:grpSpPr>
          <a:xfrm>
            <a:off x="10250350" y="1643156"/>
            <a:ext cx="1482581" cy="1215101"/>
            <a:chOff x="7189000" y="2057363"/>
            <a:chExt cx="1051973" cy="862181"/>
          </a:xfrm>
        </p:grpSpPr>
        <p:sp>
          <p:nvSpPr>
            <p:cNvPr id="167" name="立方体 166">
              <a:extLst>
                <a:ext uri="{FF2B5EF4-FFF2-40B4-BE49-F238E27FC236}">
                  <a16:creationId xmlns:a16="http://schemas.microsoft.com/office/drawing/2014/main" id="{347081D6-6AD1-1828-FAF0-85F33593CF39}"/>
                </a:ext>
              </a:extLst>
            </p:cNvPr>
            <p:cNvSpPr/>
            <p:nvPr/>
          </p:nvSpPr>
          <p:spPr>
            <a:xfrm>
              <a:off x="7189888" y="2566123"/>
              <a:ext cx="1051085" cy="353421"/>
            </a:xfrm>
            <a:prstGeom prst="cube">
              <a:avLst>
                <a:gd name="adj" fmla="val 77174"/>
              </a:avLst>
            </a:prstGeom>
            <a:solidFill>
              <a:srgbClr val="BFBFBF"/>
            </a:solidFill>
            <a:ln w="25400">
              <a:solidFill>
                <a:srgbClr val="A5A5A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8" name="立方体 167">
              <a:extLst>
                <a:ext uri="{FF2B5EF4-FFF2-40B4-BE49-F238E27FC236}">
                  <a16:creationId xmlns:a16="http://schemas.microsoft.com/office/drawing/2014/main" id="{7E2A24F2-5D7E-F2FC-F6C9-49B7A9962960}"/>
                </a:ext>
              </a:extLst>
            </p:cNvPr>
            <p:cNvSpPr/>
            <p:nvPr/>
          </p:nvSpPr>
          <p:spPr>
            <a:xfrm>
              <a:off x="7189592" y="2398217"/>
              <a:ext cx="1051085" cy="353421"/>
            </a:xfrm>
            <a:prstGeom prst="cube">
              <a:avLst>
                <a:gd name="adj" fmla="val 77174"/>
              </a:avLst>
            </a:prstGeom>
            <a:solidFill>
              <a:srgbClr val="E5B9B5"/>
            </a:solidFill>
            <a:ln w="25400">
              <a:solidFill>
                <a:srgbClr val="D9958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9" name="立方体 168">
              <a:extLst>
                <a:ext uri="{FF2B5EF4-FFF2-40B4-BE49-F238E27FC236}">
                  <a16:creationId xmlns:a16="http://schemas.microsoft.com/office/drawing/2014/main" id="{A46B4F22-BB1F-AD35-EE39-6AE99339E07C}"/>
                </a:ext>
              </a:extLst>
            </p:cNvPr>
            <p:cNvSpPr/>
            <p:nvPr/>
          </p:nvSpPr>
          <p:spPr>
            <a:xfrm>
              <a:off x="7189296" y="2228532"/>
              <a:ext cx="1051085" cy="353421"/>
            </a:xfrm>
            <a:prstGeom prst="cube">
              <a:avLst>
                <a:gd name="adj" fmla="val 77174"/>
              </a:avLst>
            </a:prstGeom>
            <a:solidFill>
              <a:srgbClr val="B7DDE8"/>
            </a:solidFill>
            <a:ln w="25400">
              <a:solidFill>
                <a:srgbClr val="92CDD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0" name="立方体 169">
              <a:extLst>
                <a:ext uri="{FF2B5EF4-FFF2-40B4-BE49-F238E27FC236}">
                  <a16:creationId xmlns:a16="http://schemas.microsoft.com/office/drawing/2014/main" id="{0858989F-0ECD-28EC-AB6E-4E64AA1F93B7}"/>
                </a:ext>
              </a:extLst>
            </p:cNvPr>
            <p:cNvSpPr/>
            <p:nvPr/>
          </p:nvSpPr>
          <p:spPr>
            <a:xfrm>
              <a:off x="7189000" y="2057363"/>
              <a:ext cx="1051085" cy="353421"/>
            </a:xfrm>
            <a:prstGeom prst="cube">
              <a:avLst>
                <a:gd name="adj" fmla="val 77174"/>
              </a:avLst>
            </a:prstGeom>
            <a:solidFill>
              <a:srgbClr val="FBD7BB"/>
            </a:solidFill>
            <a:ln w="25400">
              <a:solidFill>
                <a:srgbClr val="F9C49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148" name="直接连接符 147">
            <a:extLst>
              <a:ext uri="{FF2B5EF4-FFF2-40B4-BE49-F238E27FC236}">
                <a16:creationId xmlns:a16="http://schemas.microsoft.com/office/drawing/2014/main" id="{1B49C7CE-E216-AD09-C29E-D6F5BA6CBFB0}"/>
              </a:ext>
            </a:extLst>
          </p:cNvPr>
          <p:cNvCxnSpPr>
            <a:cxnSpLocks/>
          </p:cNvCxnSpPr>
          <p:nvPr/>
        </p:nvCxnSpPr>
        <p:spPr>
          <a:xfrm flipV="1">
            <a:off x="2677968" y="1278994"/>
            <a:ext cx="0" cy="15220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9" name="直接连接符 148">
            <a:extLst>
              <a:ext uri="{FF2B5EF4-FFF2-40B4-BE49-F238E27FC236}">
                <a16:creationId xmlns:a16="http://schemas.microsoft.com/office/drawing/2014/main" id="{97CED7C3-EBF6-8D54-EBE0-B831CDA0A6F7}"/>
              </a:ext>
            </a:extLst>
          </p:cNvPr>
          <p:cNvCxnSpPr/>
          <p:nvPr/>
        </p:nvCxnSpPr>
        <p:spPr>
          <a:xfrm>
            <a:off x="2677968" y="1278994"/>
            <a:ext cx="624052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0" name="直接箭头连接符 149">
            <a:extLst>
              <a:ext uri="{FF2B5EF4-FFF2-40B4-BE49-F238E27FC236}">
                <a16:creationId xmlns:a16="http://schemas.microsoft.com/office/drawing/2014/main" id="{EBDAD808-BC53-6EDA-22C6-FC77C3BF98FF}"/>
              </a:ext>
            </a:extLst>
          </p:cNvPr>
          <p:cNvCxnSpPr/>
          <p:nvPr/>
        </p:nvCxnSpPr>
        <p:spPr>
          <a:xfrm flipV="1">
            <a:off x="9040333" y="2223848"/>
            <a:ext cx="2536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1" name="对象 150">
            <a:extLst>
              <a:ext uri="{FF2B5EF4-FFF2-40B4-BE49-F238E27FC236}">
                <a16:creationId xmlns:a16="http://schemas.microsoft.com/office/drawing/2014/main" id="{E141962E-9610-B14B-A6C2-F2A59FF4DD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1050634"/>
              </p:ext>
            </p:extLst>
          </p:nvPr>
        </p:nvGraphicFramePr>
        <p:xfrm>
          <a:off x="9255118" y="2042949"/>
          <a:ext cx="367426" cy="3956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64880" imgH="177480" progId="Equation.DSMT4">
                  <p:embed/>
                </p:oleObj>
              </mc:Choice>
              <mc:Fallback>
                <p:oleObj name="Equation" r:id="rId13" imgW="164880" imgH="177480" progId="Equation.DSMT4">
                  <p:embed/>
                  <p:pic>
                    <p:nvPicPr>
                      <p:cNvPr id="151" name="对象 150">
                        <a:extLst>
                          <a:ext uri="{FF2B5EF4-FFF2-40B4-BE49-F238E27FC236}">
                            <a16:creationId xmlns:a16="http://schemas.microsoft.com/office/drawing/2014/main" id="{1A6696AA-F416-EEA2-42F1-2A72F9CB314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9255118" y="2042949"/>
                        <a:ext cx="367426" cy="3956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52" name="直接箭头连接符 151">
            <a:extLst>
              <a:ext uri="{FF2B5EF4-FFF2-40B4-BE49-F238E27FC236}">
                <a16:creationId xmlns:a16="http://schemas.microsoft.com/office/drawing/2014/main" id="{E13BC0B3-C805-23C2-1598-5098E64DD031}"/>
              </a:ext>
            </a:extLst>
          </p:cNvPr>
          <p:cNvCxnSpPr/>
          <p:nvPr/>
        </p:nvCxnSpPr>
        <p:spPr>
          <a:xfrm flipV="1">
            <a:off x="9557564" y="2236998"/>
            <a:ext cx="65956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3" name="直接连接符 152">
            <a:extLst>
              <a:ext uri="{FF2B5EF4-FFF2-40B4-BE49-F238E27FC236}">
                <a16:creationId xmlns:a16="http://schemas.microsoft.com/office/drawing/2014/main" id="{9D1C190B-0407-EC72-F3F4-A6CD546855EA}"/>
              </a:ext>
            </a:extLst>
          </p:cNvPr>
          <p:cNvCxnSpPr>
            <a:cxnSpLocks/>
          </p:cNvCxnSpPr>
          <p:nvPr/>
        </p:nvCxnSpPr>
        <p:spPr>
          <a:xfrm>
            <a:off x="2269430" y="3023387"/>
            <a:ext cx="0" cy="129376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4" name="直接箭头连接符 153">
            <a:extLst>
              <a:ext uri="{FF2B5EF4-FFF2-40B4-BE49-F238E27FC236}">
                <a16:creationId xmlns:a16="http://schemas.microsoft.com/office/drawing/2014/main" id="{307C8BB8-5850-0C6E-6500-439595CC56AE}"/>
              </a:ext>
            </a:extLst>
          </p:cNvPr>
          <p:cNvCxnSpPr>
            <a:cxnSpLocks/>
          </p:cNvCxnSpPr>
          <p:nvPr/>
        </p:nvCxnSpPr>
        <p:spPr>
          <a:xfrm>
            <a:off x="2276815" y="4316460"/>
            <a:ext cx="126059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6" name="直接连接符 155">
            <a:extLst>
              <a:ext uri="{FF2B5EF4-FFF2-40B4-BE49-F238E27FC236}">
                <a16:creationId xmlns:a16="http://schemas.microsoft.com/office/drawing/2014/main" id="{689A963D-F67C-5100-4BAB-82E0929682A1}"/>
              </a:ext>
            </a:extLst>
          </p:cNvPr>
          <p:cNvCxnSpPr>
            <a:cxnSpLocks/>
          </p:cNvCxnSpPr>
          <p:nvPr/>
        </p:nvCxnSpPr>
        <p:spPr>
          <a:xfrm>
            <a:off x="2673242" y="3032294"/>
            <a:ext cx="0" cy="152208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57" name="直接连接符 156">
            <a:extLst>
              <a:ext uri="{FF2B5EF4-FFF2-40B4-BE49-F238E27FC236}">
                <a16:creationId xmlns:a16="http://schemas.microsoft.com/office/drawing/2014/main" id="{5A484527-4289-24FE-6234-A6DFA7E751CA}"/>
              </a:ext>
            </a:extLst>
          </p:cNvPr>
          <p:cNvCxnSpPr/>
          <p:nvPr/>
        </p:nvCxnSpPr>
        <p:spPr>
          <a:xfrm>
            <a:off x="2673242" y="3171351"/>
            <a:ext cx="4261824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58" name="直接连接符 157">
            <a:extLst>
              <a:ext uri="{FF2B5EF4-FFF2-40B4-BE49-F238E27FC236}">
                <a16:creationId xmlns:a16="http://schemas.microsoft.com/office/drawing/2014/main" id="{F85ABFF3-B43B-1CFE-A93D-8FFD7290584A}"/>
              </a:ext>
            </a:extLst>
          </p:cNvPr>
          <p:cNvCxnSpPr/>
          <p:nvPr/>
        </p:nvCxnSpPr>
        <p:spPr>
          <a:xfrm flipV="1">
            <a:off x="7079915" y="4336832"/>
            <a:ext cx="235922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文本框 158">
            <a:extLst>
              <a:ext uri="{FF2B5EF4-FFF2-40B4-BE49-F238E27FC236}">
                <a16:creationId xmlns:a16="http://schemas.microsoft.com/office/drawing/2014/main" id="{20F5B302-04F5-FA2B-403C-958F5C73EE70}"/>
              </a:ext>
            </a:extLst>
          </p:cNvPr>
          <p:cNvSpPr txBox="1"/>
          <p:nvPr/>
        </p:nvSpPr>
        <p:spPr>
          <a:xfrm>
            <a:off x="9476071" y="1934392"/>
            <a:ext cx="728315" cy="347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concat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0" name="直接箭头连接符 159">
            <a:extLst>
              <a:ext uri="{FF2B5EF4-FFF2-40B4-BE49-F238E27FC236}">
                <a16:creationId xmlns:a16="http://schemas.microsoft.com/office/drawing/2014/main" id="{763D4A0B-25EC-57C8-5854-8B4D8E47ED22}"/>
              </a:ext>
            </a:extLst>
          </p:cNvPr>
          <p:cNvCxnSpPr/>
          <p:nvPr/>
        </p:nvCxnSpPr>
        <p:spPr>
          <a:xfrm>
            <a:off x="6941558" y="3171351"/>
            <a:ext cx="0" cy="10147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61" name="直接箭头连接符 160">
            <a:extLst>
              <a:ext uri="{FF2B5EF4-FFF2-40B4-BE49-F238E27FC236}">
                <a16:creationId xmlns:a16="http://schemas.microsoft.com/office/drawing/2014/main" id="{2357CF94-9F8C-9E72-EFF7-B5B3ABC639C6}"/>
              </a:ext>
            </a:extLst>
          </p:cNvPr>
          <p:cNvCxnSpPr/>
          <p:nvPr/>
        </p:nvCxnSpPr>
        <p:spPr>
          <a:xfrm>
            <a:off x="8908446" y="1278994"/>
            <a:ext cx="0" cy="8117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2" name="直接箭头连接符 161">
            <a:extLst>
              <a:ext uri="{FF2B5EF4-FFF2-40B4-BE49-F238E27FC236}">
                <a16:creationId xmlns:a16="http://schemas.microsoft.com/office/drawing/2014/main" id="{6982C5E4-5EA0-E420-491F-D511A52C1C43}"/>
              </a:ext>
            </a:extLst>
          </p:cNvPr>
          <p:cNvCxnSpPr/>
          <p:nvPr/>
        </p:nvCxnSpPr>
        <p:spPr>
          <a:xfrm flipV="1">
            <a:off x="9438831" y="2383590"/>
            <a:ext cx="0" cy="19533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3" name="对象 162">
            <a:extLst>
              <a:ext uri="{FF2B5EF4-FFF2-40B4-BE49-F238E27FC236}">
                <a16:creationId xmlns:a16="http://schemas.microsoft.com/office/drawing/2014/main" id="{37DD2B96-A963-D537-0AFF-07C1B505F87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0424288"/>
              </p:ext>
            </p:extLst>
          </p:nvPr>
        </p:nvGraphicFramePr>
        <p:xfrm>
          <a:off x="10838877" y="1676976"/>
          <a:ext cx="304275" cy="2505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15640" imgH="177480" progId="Equation.DSMT4">
                  <p:embed/>
                </p:oleObj>
              </mc:Choice>
              <mc:Fallback>
                <p:oleObj name="Equation" r:id="rId15" imgW="215640" imgH="177480" progId="Equation.DSMT4">
                  <p:embed/>
                  <p:pic>
                    <p:nvPicPr>
                      <p:cNvPr id="163" name="对象 162">
                        <a:extLst>
                          <a:ext uri="{FF2B5EF4-FFF2-40B4-BE49-F238E27FC236}">
                            <a16:creationId xmlns:a16="http://schemas.microsoft.com/office/drawing/2014/main" id="{70E022DA-4D64-3089-FED0-0C7F66FC4B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0838877" y="1676976"/>
                        <a:ext cx="304275" cy="25057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4" name="图片 163">
            <a:extLst>
              <a:ext uri="{FF2B5EF4-FFF2-40B4-BE49-F238E27FC236}">
                <a16:creationId xmlns:a16="http://schemas.microsoft.com/office/drawing/2014/main" id="{0C5482D5-EEA6-5F03-F591-0C92A6CC77A4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582359" y="3302852"/>
            <a:ext cx="345005" cy="2048466"/>
          </a:xfrm>
          <a:prstGeom prst="rect">
            <a:avLst/>
          </a:prstGeom>
        </p:spPr>
      </p:pic>
      <p:pic>
        <p:nvPicPr>
          <p:cNvPr id="165" name="图片 164">
            <a:extLst>
              <a:ext uri="{FF2B5EF4-FFF2-40B4-BE49-F238E27FC236}">
                <a16:creationId xmlns:a16="http://schemas.microsoft.com/office/drawing/2014/main" id="{3FA2462B-21DD-350A-813C-793924ACEA7F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354166" y="3279825"/>
            <a:ext cx="345005" cy="2048466"/>
          </a:xfrm>
          <a:prstGeom prst="rect">
            <a:avLst/>
          </a:prstGeom>
        </p:spPr>
      </p:pic>
      <p:pic>
        <p:nvPicPr>
          <p:cNvPr id="166" name="图片 165">
            <a:extLst>
              <a:ext uri="{FF2B5EF4-FFF2-40B4-BE49-F238E27FC236}">
                <a16:creationId xmlns:a16="http://schemas.microsoft.com/office/drawing/2014/main" id="{4BF4391A-C104-A70C-B478-5E594D0D4BB4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510130" y="3277794"/>
            <a:ext cx="345005" cy="204846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10" name="对象 209">
                <a:extLst>
                  <a:ext uri="{FF2B5EF4-FFF2-40B4-BE49-F238E27FC236}">
                    <a16:creationId xmlns:a16="http://schemas.microsoft.com/office/drawing/2014/main" id="{AF14C803-D9F6-85D2-5974-5BBB164563A3}"/>
                  </a:ext>
                </a:extLst>
              </p:cNvPr>
              <p:cNvSpPr txBox="1"/>
              <p:nvPr/>
            </p:nvSpPr>
            <p:spPr>
              <a:xfrm>
                <a:off x="5456042" y="1855201"/>
                <a:ext cx="771427" cy="228206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zh-CN" altLang="en-US" sz="1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altLang="zh-CN" sz="1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zh-CN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0" name="对象 209">
                <a:extLst>
                  <a:ext uri="{FF2B5EF4-FFF2-40B4-BE49-F238E27FC236}">
                    <a16:creationId xmlns:a16="http://schemas.microsoft.com/office/drawing/2014/main" id="{AF14C803-D9F6-85D2-5974-5BBB164563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6042" y="1855201"/>
                <a:ext cx="771427" cy="228206"/>
              </a:xfrm>
              <a:prstGeom prst="rect">
                <a:avLst/>
              </a:prstGeom>
              <a:blipFill>
                <a:blip r:embed="rId19"/>
                <a:stretch>
                  <a:fillRect b="-342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6" name="组合 215">
            <a:extLst>
              <a:ext uri="{FF2B5EF4-FFF2-40B4-BE49-F238E27FC236}">
                <a16:creationId xmlns:a16="http://schemas.microsoft.com/office/drawing/2014/main" id="{6FF0EF12-AC91-D24E-4461-43DF6830ACBD}"/>
              </a:ext>
            </a:extLst>
          </p:cNvPr>
          <p:cNvGrpSpPr/>
          <p:nvPr/>
        </p:nvGrpSpPr>
        <p:grpSpPr>
          <a:xfrm>
            <a:off x="6316755" y="1717036"/>
            <a:ext cx="769862" cy="979250"/>
            <a:chOff x="3909222" y="1975230"/>
            <a:chExt cx="813283" cy="1034480"/>
          </a:xfrm>
        </p:grpSpPr>
        <p:sp>
          <p:nvSpPr>
            <p:cNvPr id="217" name="矩形 216">
              <a:extLst>
                <a:ext uri="{FF2B5EF4-FFF2-40B4-BE49-F238E27FC236}">
                  <a16:creationId xmlns:a16="http://schemas.microsoft.com/office/drawing/2014/main" id="{32403FD1-ADBC-F975-B365-DB2F8E0A2A2C}"/>
                </a:ext>
              </a:extLst>
            </p:cNvPr>
            <p:cNvSpPr/>
            <p:nvPr/>
          </p:nvSpPr>
          <p:spPr>
            <a:xfrm>
              <a:off x="3914278" y="2265730"/>
              <a:ext cx="765994" cy="743980"/>
            </a:xfrm>
            <a:prstGeom prst="rect">
              <a:avLst/>
            </a:prstGeom>
            <a:solidFill>
              <a:srgbClr val="BFBFBF"/>
            </a:solidFill>
            <a:ln>
              <a:solidFill>
                <a:schemeClr val="tx1"/>
              </a:solidFill>
            </a:ln>
            <a:scene3d>
              <a:camera prst="isometricOffAxis1Top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8" name="矩形 217">
              <a:extLst>
                <a:ext uri="{FF2B5EF4-FFF2-40B4-BE49-F238E27FC236}">
                  <a16:creationId xmlns:a16="http://schemas.microsoft.com/office/drawing/2014/main" id="{C5BF9C7E-D6A5-4A01-ED72-F84474ED981C}"/>
                </a:ext>
              </a:extLst>
            </p:cNvPr>
            <p:cNvSpPr/>
            <p:nvPr/>
          </p:nvSpPr>
          <p:spPr>
            <a:xfrm>
              <a:off x="3909222" y="2168072"/>
              <a:ext cx="765994" cy="743980"/>
            </a:xfrm>
            <a:prstGeom prst="rect">
              <a:avLst/>
            </a:prstGeom>
            <a:solidFill>
              <a:srgbClr val="E5B9B5"/>
            </a:solidFill>
            <a:ln>
              <a:solidFill>
                <a:schemeClr val="tx1"/>
              </a:solidFill>
            </a:ln>
            <a:scene3d>
              <a:camera prst="isometricOffAxis1Top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9" name="矩形 218">
              <a:extLst>
                <a:ext uri="{FF2B5EF4-FFF2-40B4-BE49-F238E27FC236}">
                  <a16:creationId xmlns:a16="http://schemas.microsoft.com/office/drawing/2014/main" id="{679B3E26-56E6-C81A-38AF-55A3DE31240B}"/>
                </a:ext>
              </a:extLst>
            </p:cNvPr>
            <p:cNvSpPr/>
            <p:nvPr/>
          </p:nvSpPr>
          <p:spPr>
            <a:xfrm>
              <a:off x="3921922" y="2072888"/>
              <a:ext cx="765994" cy="743980"/>
            </a:xfrm>
            <a:prstGeom prst="rect">
              <a:avLst/>
            </a:prstGeom>
            <a:solidFill>
              <a:srgbClr val="B7DDE8"/>
            </a:solidFill>
            <a:ln>
              <a:solidFill>
                <a:schemeClr val="tx1"/>
              </a:solidFill>
            </a:ln>
            <a:scene3d>
              <a:camera prst="isometricOffAxis1Top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0" name="矩形 219">
              <a:extLst>
                <a:ext uri="{FF2B5EF4-FFF2-40B4-BE49-F238E27FC236}">
                  <a16:creationId xmlns:a16="http://schemas.microsoft.com/office/drawing/2014/main" id="{DA0138F3-24DF-97F7-7E3C-762B19CE45F0}"/>
                </a:ext>
              </a:extLst>
            </p:cNvPr>
            <p:cNvSpPr/>
            <p:nvPr/>
          </p:nvSpPr>
          <p:spPr>
            <a:xfrm>
              <a:off x="3956511" y="1975230"/>
              <a:ext cx="765994" cy="743980"/>
            </a:xfrm>
            <a:prstGeom prst="rect">
              <a:avLst/>
            </a:prstGeom>
            <a:solidFill>
              <a:srgbClr val="FBD7BB"/>
            </a:solidFill>
            <a:ln>
              <a:solidFill>
                <a:schemeClr val="tx1"/>
              </a:solidFill>
            </a:ln>
            <a:scene3d>
              <a:camera prst="isometricOffAxis1Top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2" name="文本框 221">
            <a:extLst>
              <a:ext uri="{FF2B5EF4-FFF2-40B4-BE49-F238E27FC236}">
                <a16:creationId xmlns:a16="http://schemas.microsoft.com/office/drawing/2014/main" id="{A338AE95-58F5-AD8D-9B18-CA89825D3AA6}"/>
              </a:ext>
            </a:extLst>
          </p:cNvPr>
          <p:cNvSpPr txBox="1"/>
          <p:nvPr/>
        </p:nvSpPr>
        <p:spPr>
          <a:xfrm>
            <a:off x="7102800" y="1794828"/>
            <a:ext cx="987999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8" name="文本框 237">
            <a:extLst>
              <a:ext uri="{FF2B5EF4-FFF2-40B4-BE49-F238E27FC236}">
                <a16:creationId xmlns:a16="http://schemas.microsoft.com/office/drawing/2014/main" id="{65473A1A-5494-21E3-27C5-7C34F5ECA784}"/>
              </a:ext>
            </a:extLst>
          </p:cNvPr>
          <p:cNvSpPr txBox="1"/>
          <p:nvPr/>
        </p:nvSpPr>
        <p:spPr>
          <a:xfrm>
            <a:off x="4663409" y="3848685"/>
            <a:ext cx="987999" cy="369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sigmoid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对象 177">
                <a:extLst>
                  <a:ext uri="{FF2B5EF4-FFF2-40B4-BE49-F238E27FC236}">
                    <a16:creationId xmlns:a16="http://schemas.microsoft.com/office/drawing/2014/main" id="{CB466585-F08D-2393-92C5-48EE0D7E66C6}"/>
                  </a:ext>
                </a:extLst>
              </p:cNvPr>
              <p:cNvSpPr txBox="1"/>
              <p:nvPr/>
            </p:nvSpPr>
            <p:spPr>
              <a:xfrm>
                <a:off x="2181358" y="1899582"/>
                <a:ext cx="268286" cy="341312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  <m:sup>
                          <m:r>
                            <a:rPr lang="en-US" altLang="zh-CN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21" name="对象 177">
                <a:extLst>
                  <a:ext uri="{FF2B5EF4-FFF2-40B4-BE49-F238E27FC236}">
                    <a16:creationId xmlns:a16="http://schemas.microsoft.com/office/drawing/2014/main" id="{CB466585-F08D-2393-92C5-48EE0D7E66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1358" y="1899582"/>
                <a:ext cx="268286" cy="341312"/>
              </a:xfrm>
              <a:prstGeom prst="rect">
                <a:avLst/>
              </a:prstGeom>
              <a:blipFill>
                <a:blip r:embed="rId20"/>
                <a:stretch>
                  <a:fillRect r="-204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对象 177">
                <a:extLst>
                  <a:ext uri="{FF2B5EF4-FFF2-40B4-BE49-F238E27FC236}">
                    <a16:creationId xmlns:a16="http://schemas.microsoft.com/office/drawing/2014/main" id="{38E6F97C-1B3C-A040-C4EC-9243675B28B8}"/>
                  </a:ext>
                </a:extLst>
              </p:cNvPr>
              <p:cNvSpPr txBox="1"/>
              <p:nvPr/>
            </p:nvSpPr>
            <p:spPr>
              <a:xfrm>
                <a:off x="2161132" y="2269177"/>
                <a:ext cx="268286" cy="341312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  <m:sup>
                          <m:r>
                            <a:rPr lang="en-US" altLang="zh-CN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39" name="对象 177">
                <a:extLst>
                  <a:ext uri="{FF2B5EF4-FFF2-40B4-BE49-F238E27FC236}">
                    <a16:creationId xmlns:a16="http://schemas.microsoft.com/office/drawing/2014/main" id="{38E6F97C-1B3C-A040-C4EC-9243675B28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1132" y="2269177"/>
                <a:ext cx="268286" cy="341312"/>
              </a:xfrm>
              <a:prstGeom prst="rect">
                <a:avLst/>
              </a:prstGeom>
              <a:blipFill>
                <a:blip r:embed="rId21"/>
                <a:stretch>
                  <a:fillRect r="-204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对象 177">
                <a:extLst>
                  <a:ext uri="{FF2B5EF4-FFF2-40B4-BE49-F238E27FC236}">
                    <a16:creationId xmlns:a16="http://schemas.microsoft.com/office/drawing/2014/main" id="{6D8D3833-120A-24A1-52BC-945874F9541A}"/>
                  </a:ext>
                </a:extLst>
              </p:cNvPr>
              <p:cNvSpPr txBox="1"/>
              <p:nvPr/>
            </p:nvSpPr>
            <p:spPr>
              <a:xfrm>
                <a:off x="2151267" y="2654639"/>
                <a:ext cx="268286" cy="341312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sz="1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  <m:sup>
                          <m:r>
                            <a:rPr lang="en-US" altLang="zh-CN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bSup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121" name="对象 177">
                <a:extLst>
                  <a:ext uri="{FF2B5EF4-FFF2-40B4-BE49-F238E27FC236}">
                    <a16:creationId xmlns:a16="http://schemas.microsoft.com/office/drawing/2014/main" id="{6D8D3833-120A-24A1-52BC-945874F954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1267" y="2654639"/>
                <a:ext cx="268286" cy="341312"/>
              </a:xfrm>
              <a:prstGeom prst="rect">
                <a:avLst/>
              </a:prstGeom>
              <a:blipFill>
                <a:blip r:embed="rId22"/>
                <a:stretch>
                  <a:fillRect r="-204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对象 177">
                <a:extLst>
                  <a:ext uri="{FF2B5EF4-FFF2-40B4-BE49-F238E27FC236}">
                    <a16:creationId xmlns:a16="http://schemas.microsoft.com/office/drawing/2014/main" id="{64FB64AF-2ED9-37D8-EB6C-1A6F8E3FA75E}"/>
                  </a:ext>
                </a:extLst>
              </p:cNvPr>
              <p:cNvSpPr txBox="1"/>
              <p:nvPr/>
            </p:nvSpPr>
            <p:spPr>
              <a:xfrm>
                <a:off x="2613313" y="3869108"/>
                <a:ext cx="268286" cy="341312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16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sz="16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𝑔𝑝</m:t>
                          </m:r>
                        </m:sub>
                      </m:sSub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25" name="对象 177">
                <a:extLst>
                  <a:ext uri="{FF2B5EF4-FFF2-40B4-BE49-F238E27FC236}">
                    <a16:creationId xmlns:a16="http://schemas.microsoft.com/office/drawing/2014/main" id="{64FB64AF-2ED9-37D8-EB6C-1A6F8E3FA7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3313" y="3869108"/>
                <a:ext cx="268286" cy="341312"/>
              </a:xfrm>
              <a:prstGeom prst="rect">
                <a:avLst/>
              </a:prstGeom>
              <a:blipFill>
                <a:blip r:embed="rId23"/>
                <a:stretch>
                  <a:fillRect r="-54545" b="-7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对象 139">
                <a:extLst>
                  <a:ext uri="{FF2B5EF4-FFF2-40B4-BE49-F238E27FC236}">
                    <a16:creationId xmlns:a16="http://schemas.microsoft.com/office/drawing/2014/main" id="{E40E336D-AF07-4FDA-D02F-D51FDDF0D893}"/>
                  </a:ext>
                </a:extLst>
              </p:cNvPr>
              <p:cNvSpPr txBox="1"/>
              <p:nvPr/>
            </p:nvSpPr>
            <p:spPr>
              <a:xfrm>
                <a:off x="6163838" y="4017331"/>
                <a:ext cx="322263" cy="250825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7" name="对象 139">
                <a:extLst>
                  <a:ext uri="{FF2B5EF4-FFF2-40B4-BE49-F238E27FC236}">
                    <a16:creationId xmlns:a16="http://schemas.microsoft.com/office/drawing/2014/main" id="{E40E336D-AF07-4FDA-D02F-D51FDDF0D8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3838" y="4017331"/>
                <a:ext cx="322263" cy="250825"/>
              </a:xfrm>
              <a:prstGeom prst="rect">
                <a:avLst/>
              </a:prstGeom>
              <a:blipFill>
                <a:blip r:embed="rId24"/>
                <a:stretch>
                  <a:fillRect r="-1887" b="-170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91595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706026-153D-2172-D704-B41B81DC6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矩形 245">
            <a:extLst>
              <a:ext uri="{FF2B5EF4-FFF2-40B4-BE49-F238E27FC236}">
                <a16:creationId xmlns:a16="http://schemas.microsoft.com/office/drawing/2014/main" id="{B5142647-8B31-80A2-9468-14F6CA70AC32}"/>
              </a:ext>
            </a:extLst>
          </p:cNvPr>
          <p:cNvSpPr/>
          <p:nvPr/>
        </p:nvSpPr>
        <p:spPr>
          <a:xfrm>
            <a:off x="6192068" y="1676342"/>
            <a:ext cx="1419994" cy="3516630"/>
          </a:xfrm>
          <a:prstGeom prst="rect">
            <a:avLst/>
          </a:prstGeom>
          <a:solidFill>
            <a:srgbClr val="FFF2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49" name="矩形: 圆角 248">
            <a:extLst>
              <a:ext uri="{FF2B5EF4-FFF2-40B4-BE49-F238E27FC236}">
                <a16:creationId xmlns:a16="http://schemas.microsoft.com/office/drawing/2014/main" id="{F6D85828-3229-8612-CC1E-156E34856F71}"/>
              </a:ext>
            </a:extLst>
          </p:cNvPr>
          <p:cNvSpPr/>
          <p:nvPr/>
        </p:nvSpPr>
        <p:spPr>
          <a:xfrm>
            <a:off x="6529813" y="1947503"/>
            <a:ext cx="708780" cy="275328"/>
          </a:xfrm>
          <a:prstGeom prst="roundRect">
            <a:avLst/>
          </a:prstGeom>
          <a:solidFill>
            <a:srgbClr val="BBF9F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Norm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4" name="矩形: 圆角 253">
            <a:extLst>
              <a:ext uri="{FF2B5EF4-FFF2-40B4-BE49-F238E27FC236}">
                <a16:creationId xmlns:a16="http://schemas.microsoft.com/office/drawing/2014/main" id="{E38830A2-4920-4486-5F90-E2D07A57FF34}"/>
              </a:ext>
            </a:extLst>
          </p:cNvPr>
          <p:cNvSpPr/>
          <p:nvPr/>
        </p:nvSpPr>
        <p:spPr>
          <a:xfrm>
            <a:off x="6362398" y="2498159"/>
            <a:ext cx="1043610" cy="454832"/>
          </a:xfrm>
          <a:prstGeom prst="roundRect">
            <a:avLst/>
          </a:prstGeom>
          <a:solidFill>
            <a:srgbClr val="BBF9F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Multi-head</a:t>
            </a:r>
          </a:p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attention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73" name="直接箭头连接符 272">
            <a:extLst>
              <a:ext uri="{FF2B5EF4-FFF2-40B4-BE49-F238E27FC236}">
                <a16:creationId xmlns:a16="http://schemas.microsoft.com/office/drawing/2014/main" id="{93134034-08AE-D5CD-1C22-31426DDB7D94}"/>
              </a:ext>
            </a:extLst>
          </p:cNvPr>
          <p:cNvCxnSpPr>
            <a:cxnSpLocks/>
          </p:cNvCxnSpPr>
          <p:nvPr/>
        </p:nvCxnSpPr>
        <p:spPr>
          <a:xfrm>
            <a:off x="6884203" y="2222831"/>
            <a:ext cx="0" cy="27532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直接箭头连接符 273">
            <a:extLst>
              <a:ext uri="{FF2B5EF4-FFF2-40B4-BE49-F238E27FC236}">
                <a16:creationId xmlns:a16="http://schemas.microsoft.com/office/drawing/2014/main" id="{08A59BB3-93F7-D8B6-AA3F-EE68BAA097D7}"/>
              </a:ext>
            </a:extLst>
          </p:cNvPr>
          <p:cNvCxnSpPr>
            <a:cxnSpLocks/>
            <a:endCxn id="249" idx="0"/>
          </p:cNvCxnSpPr>
          <p:nvPr/>
        </p:nvCxnSpPr>
        <p:spPr>
          <a:xfrm>
            <a:off x="6884203" y="1535372"/>
            <a:ext cx="0" cy="41213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直接连接符 285">
            <a:extLst>
              <a:ext uri="{FF2B5EF4-FFF2-40B4-BE49-F238E27FC236}">
                <a16:creationId xmlns:a16="http://schemas.microsoft.com/office/drawing/2014/main" id="{CCB22710-C5F5-E081-897F-90352ADF1519}"/>
              </a:ext>
            </a:extLst>
          </p:cNvPr>
          <p:cNvCxnSpPr>
            <a:cxnSpLocks/>
            <a:stCxn id="254" idx="2"/>
            <a:endCxn id="289" idx="0"/>
          </p:cNvCxnSpPr>
          <p:nvPr/>
        </p:nvCxnSpPr>
        <p:spPr>
          <a:xfrm>
            <a:off x="6884203" y="2952991"/>
            <a:ext cx="0" cy="13494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9" name="椭圆 288">
            <a:extLst>
              <a:ext uri="{FF2B5EF4-FFF2-40B4-BE49-F238E27FC236}">
                <a16:creationId xmlns:a16="http://schemas.microsoft.com/office/drawing/2014/main" id="{A268FB31-42F6-EF1F-A4E4-132766BD254F}"/>
              </a:ext>
            </a:extLst>
          </p:cNvPr>
          <p:cNvSpPr/>
          <p:nvPr/>
        </p:nvSpPr>
        <p:spPr>
          <a:xfrm>
            <a:off x="6810850" y="3087936"/>
            <a:ext cx="146706" cy="145254"/>
          </a:xfrm>
          <a:prstGeom prst="ellipse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298" name="直接连接符 297">
            <a:extLst>
              <a:ext uri="{FF2B5EF4-FFF2-40B4-BE49-F238E27FC236}">
                <a16:creationId xmlns:a16="http://schemas.microsoft.com/office/drawing/2014/main" id="{9FFA1C31-1D99-C7CB-E7B9-22594A5E894E}"/>
              </a:ext>
            </a:extLst>
          </p:cNvPr>
          <p:cNvCxnSpPr>
            <a:stCxn id="289" idx="0"/>
            <a:endCxn id="289" idx="4"/>
          </p:cNvCxnSpPr>
          <p:nvPr/>
        </p:nvCxnSpPr>
        <p:spPr>
          <a:xfrm>
            <a:off x="6884203" y="3087936"/>
            <a:ext cx="0" cy="14525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3" name="直接连接符 302">
            <a:extLst>
              <a:ext uri="{FF2B5EF4-FFF2-40B4-BE49-F238E27FC236}">
                <a16:creationId xmlns:a16="http://schemas.microsoft.com/office/drawing/2014/main" id="{3811142D-C249-B2E9-8B6F-C314BD23CDC5}"/>
              </a:ext>
            </a:extLst>
          </p:cNvPr>
          <p:cNvCxnSpPr>
            <a:stCxn id="289" idx="2"/>
            <a:endCxn id="289" idx="6"/>
          </p:cNvCxnSpPr>
          <p:nvPr/>
        </p:nvCxnSpPr>
        <p:spPr>
          <a:xfrm>
            <a:off x="6810850" y="3160563"/>
            <a:ext cx="14670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9" name="直接连接符 348">
            <a:extLst>
              <a:ext uri="{FF2B5EF4-FFF2-40B4-BE49-F238E27FC236}">
                <a16:creationId xmlns:a16="http://schemas.microsoft.com/office/drawing/2014/main" id="{4761372D-3525-8D53-3E87-E85A0082EA40}"/>
              </a:ext>
            </a:extLst>
          </p:cNvPr>
          <p:cNvCxnSpPr>
            <a:cxnSpLocks/>
            <a:stCxn id="289" idx="4"/>
          </p:cNvCxnSpPr>
          <p:nvPr/>
        </p:nvCxnSpPr>
        <p:spPr>
          <a:xfrm>
            <a:off x="6884203" y="3233190"/>
            <a:ext cx="0" cy="23705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2" name="矩形: 圆角 351">
            <a:extLst>
              <a:ext uri="{FF2B5EF4-FFF2-40B4-BE49-F238E27FC236}">
                <a16:creationId xmlns:a16="http://schemas.microsoft.com/office/drawing/2014/main" id="{3ED8251F-58F2-D5AD-5D1F-6A81765B5BB4}"/>
              </a:ext>
            </a:extLst>
          </p:cNvPr>
          <p:cNvSpPr/>
          <p:nvPr/>
        </p:nvSpPr>
        <p:spPr>
          <a:xfrm>
            <a:off x="6529813" y="3474284"/>
            <a:ext cx="708780" cy="275328"/>
          </a:xfrm>
          <a:prstGeom prst="roundRect">
            <a:avLst/>
          </a:prstGeom>
          <a:solidFill>
            <a:srgbClr val="BBF9F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Norm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3" name="矩形: 圆角 352">
            <a:extLst>
              <a:ext uri="{FF2B5EF4-FFF2-40B4-BE49-F238E27FC236}">
                <a16:creationId xmlns:a16="http://schemas.microsoft.com/office/drawing/2014/main" id="{AB5B7B09-35ED-DD9D-21F6-C0469E7C6634}"/>
              </a:ext>
            </a:extLst>
          </p:cNvPr>
          <p:cNvSpPr/>
          <p:nvPr/>
        </p:nvSpPr>
        <p:spPr>
          <a:xfrm>
            <a:off x="6529813" y="3915158"/>
            <a:ext cx="708780" cy="275328"/>
          </a:xfrm>
          <a:prstGeom prst="roundRect">
            <a:avLst/>
          </a:prstGeom>
          <a:solidFill>
            <a:srgbClr val="BBF9F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MLP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5" name="矩形: 圆角 354">
            <a:extLst>
              <a:ext uri="{FF2B5EF4-FFF2-40B4-BE49-F238E27FC236}">
                <a16:creationId xmlns:a16="http://schemas.microsoft.com/office/drawing/2014/main" id="{4E7CE599-767F-C186-AAD7-32BD82697A9B}"/>
              </a:ext>
            </a:extLst>
          </p:cNvPr>
          <p:cNvSpPr/>
          <p:nvPr/>
        </p:nvSpPr>
        <p:spPr>
          <a:xfrm>
            <a:off x="6483981" y="4659011"/>
            <a:ext cx="800444" cy="420186"/>
          </a:xfrm>
          <a:prstGeom prst="roundRect">
            <a:avLst/>
          </a:prstGeom>
          <a:solidFill>
            <a:srgbClr val="EAC7C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MiMi</a:t>
            </a:r>
          </a:p>
          <a:p>
            <a:pPr algn="ctr"/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Adapter</a:t>
            </a:r>
            <a:endParaRPr lang="zh-CN" altLang="en-US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56" name="直接箭头连接符 355">
            <a:extLst>
              <a:ext uri="{FF2B5EF4-FFF2-40B4-BE49-F238E27FC236}">
                <a16:creationId xmlns:a16="http://schemas.microsoft.com/office/drawing/2014/main" id="{11C1DA8F-EA47-85B1-56B2-B18E3A2E8BDE}"/>
              </a:ext>
            </a:extLst>
          </p:cNvPr>
          <p:cNvCxnSpPr>
            <a:cxnSpLocks/>
            <a:stCxn id="352" idx="2"/>
            <a:endCxn id="353" idx="0"/>
          </p:cNvCxnSpPr>
          <p:nvPr/>
        </p:nvCxnSpPr>
        <p:spPr>
          <a:xfrm>
            <a:off x="6884203" y="3749612"/>
            <a:ext cx="0" cy="16554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9" name="直接连接符 358">
            <a:extLst>
              <a:ext uri="{FF2B5EF4-FFF2-40B4-BE49-F238E27FC236}">
                <a16:creationId xmlns:a16="http://schemas.microsoft.com/office/drawing/2014/main" id="{80233042-50EA-B5F1-D2DB-5556820328B3}"/>
              </a:ext>
            </a:extLst>
          </p:cNvPr>
          <p:cNvCxnSpPr>
            <a:cxnSpLocks/>
            <a:stCxn id="353" idx="2"/>
          </p:cNvCxnSpPr>
          <p:nvPr/>
        </p:nvCxnSpPr>
        <p:spPr>
          <a:xfrm>
            <a:off x="6884203" y="4190486"/>
            <a:ext cx="0" cy="17444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6" name="组合 365">
            <a:extLst>
              <a:ext uri="{FF2B5EF4-FFF2-40B4-BE49-F238E27FC236}">
                <a16:creationId xmlns:a16="http://schemas.microsoft.com/office/drawing/2014/main" id="{C4647C19-D2F0-6E8E-C200-F532E48C5D57}"/>
              </a:ext>
            </a:extLst>
          </p:cNvPr>
          <p:cNvGrpSpPr/>
          <p:nvPr/>
        </p:nvGrpSpPr>
        <p:grpSpPr>
          <a:xfrm>
            <a:off x="6810850" y="4356032"/>
            <a:ext cx="146706" cy="145254"/>
            <a:chOff x="3044767" y="2832724"/>
            <a:chExt cx="146706" cy="145254"/>
          </a:xfrm>
        </p:grpSpPr>
        <p:sp>
          <p:nvSpPr>
            <p:cNvPr id="363" name="椭圆 362">
              <a:extLst>
                <a:ext uri="{FF2B5EF4-FFF2-40B4-BE49-F238E27FC236}">
                  <a16:creationId xmlns:a16="http://schemas.microsoft.com/office/drawing/2014/main" id="{7960DC4A-24EC-27E1-532F-615FD98C782D}"/>
                </a:ext>
              </a:extLst>
            </p:cNvPr>
            <p:cNvSpPr/>
            <p:nvPr/>
          </p:nvSpPr>
          <p:spPr>
            <a:xfrm>
              <a:off x="3044767" y="2832724"/>
              <a:ext cx="146706" cy="14525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64" name="直接连接符 363">
              <a:extLst>
                <a:ext uri="{FF2B5EF4-FFF2-40B4-BE49-F238E27FC236}">
                  <a16:creationId xmlns:a16="http://schemas.microsoft.com/office/drawing/2014/main" id="{74CF8AF7-DF44-4EE0-0ED9-FC219E69F9A8}"/>
                </a:ext>
              </a:extLst>
            </p:cNvPr>
            <p:cNvCxnSpPr>
              <a:stCxn id="363" idx="0"/>
              <a:endCxn id="363" idx="4"/>
            </p:cNvCxnSpPr>
            <p:nvPr/>
          </p:nvCxnSpPr>
          <p:spPr>
            <a:xfrm>
              <a:off x="3118120" y="2832724"/>
              <a:ext cx="0" cy="14525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" name="直接连接符 364">
              <a:extLst>
                <a:ext uri="{FF2B5EF4-FFF2-40B4-BE49-F238E27FC236}">
                  <a16:creationId xmlns:a16="http://schemas.microsoft.com/office/drawing/2014/main" id="{87F42802-E254-C0D5-768C-5ACFE79F8D83}"/>
                </a:ext>
              </a:extLst>
            </p:cNvPr>
            <p:cNvCxnSpPr>
              <a:stCxn id="363" idx="2"/>
              <a:endCxn id="363" idx="6"/>
            </p:cNvCxnSpPr>
            <p:nvPr/>
          </p:nvCxnSpPr>
          <p:spPr>
            <a:xfrm>
              <a:off x="3044767" y="2905351"/>
              <a:ext cx="14670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7" name="组合 366">
            <a:extLst>
              <a:ext uri="{FF2B5EF4-FFF2-40B4-BE49-F238E27FC236}">
                <a16:creationId xmlns:a16="http://schemas.microsoft.com/office/drawing/2014/main" id="{F082778B-72BA-29A8-C8CC-1D36BAAB6AF0}"/>
              </a:ext>
            </a:extLst>
          </p:cNvPr>
          <p:cNvGrpSpPr/>
          <p:nvPr/>
        </p:nvGrpSpPr>
        <p:grpSpPr>
          <a:xfrm>
            <a:off x="6274740" y="3315760"/>
            <a:ext cx="601615" cy="1112899"/>
            <a:chOff x="2364105" y="1409700"/>
            <a:chExt cx="601615" cy="1112899"/>
          </a:xfrm>
        </p:grpSpPr>
        <p:cxnSp>
          <p:nvCxnSpPr>
            <p:cNvPr id="368" name="直接连接符 367">
              <a:extLst>
                <a:ext uri="{FF2B5EF4-FFF2-40B4-BE49-F238E27FC236}">
                  <a16:creationId xmlns:a16="http://schemas.microsoft.com/office/drawing/2014/main" id="{5ED1D4E2-6C61-6A84-5BE6-E0D362F360D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64105" y="1413510"/>
              <a:ext cx="601615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" name="直接连接符 368">
              <a:extLst>
                <a:ext uri="{FF2B5EF4-FFF2-40B4-BE49-F238E27FC236}">
                  <a16:creationId xmlns:a16="http://schemas.microsoft.com/office/drawing/2014/main" id="{E8D26336-6F99-24E5-E801-E68BF7AAF63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66010" y="1409700"/>
              <a:ext cx="3810" cy="111289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" name="直接箭头连接符 369">
              <a:extLst>
                <a:ext uri="{FF2B5EF4-FFF2-40B4-BE49-F238E27FC236}">
                  <a16:creationId xmlns:a16="http://schemas.microsoft.com/office/drawing/2014/main" id="{39E01B72-41BE-F8C8-4C64-1CC432FEE682}"/>
                </a:ext>
              </a:extLst>
            </p:cNvPr>
            <p:cNvCxnSpPr>
              <a:cxnSpLocks/>
            </p:cNvCxnSpPr>
            <p:nvPr/>
          </p:nvCxnSpPr>
          <p:spPr>
            <a:xfrm>
              <a:off x="2364105" y="2522599"/>
              <a:ext cx="536110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79" name="直接箭头连接符 378">
            <a:extLst>
              <a:ext uri="{FF2B5EF4-FFF2-40B4-BE49-F238E27FC236}">
                <a16:creationId xmlns:a16="http://schemas.microsoft.com/office/drawing/2014/main" id="{E1CFA2E2-D935-72DD-5941-C43799F9D475}"/>
              </a:ext>
            </a:extLst>
          </p:cNvPr>
          <p:cNvCxnSpPr>
            <a:cxnSpLocks/>
            <a:endCxn id="355" idx="0"/>
          </p:cNvCxnSpPr>
          <p:nvPr/>
        </p:nvCxnSpPr>
        <p:spPr>
          <a:xfrm>
            <a:off x="6884203" y="4501286"/>
            <a:ext cx="0" cy="15772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2" name="直接箭头连接符 381">
            <a:extLst>
              <a:ext uri="{FF2B5EF4-FFF2-40B4-BE49-F238E27FC236}">
                <a16:creationId xmlns:a16="http://schemas.microsoft.com/office/drawing/2014/main" id="{64E182DF-26E8-73A8-DF01-869563E7F623}"/>
              </a:ext>
            </a:extLst>
          </p:cNvPr>
          <p:cNvCxnSpPr>
            <a:cxnSpLocks/>
            <a:stCxn id="355" idx="2"/>
          </p:cNvCxnSpPr>
          <p:nvPr/>
        </p:nvCxnSpPr>
        <p:spPr>
          <a:xfrm flipH="1">
            <a:off x="6877567" y="5079197"/>
            <a:ext cx="6636" cy="38493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0" name="直接连接符 389">
            <a:extLst>
              <a:ext uri="{FF2B5EF4-FFF2-40B4-BE49-F238E27FC236}">
                <a16:creationId xmlns:a16="http://schemas.microsoft.com/office/drawing/2014/main" id="{AA73E238-9691-2132-ECBA-CC988670C2C7}"/>
              </a:ext>
            </a:extLst>
          </p:cNvPr>
          <p:cNvCxnSpPr>
            <a:cxnSpLocks/>
          </p:cNvCxnSpPr>
          <p:nvPr/>
        </p:nvCxnSpPr>
        <p:spPr>
          <a:xfrm>
            <a:off x="5460138" y="1665028"/>
            <a:ext cx="1018489" cy="2993983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1" name="直接连接符 390">
            <a:extLst>
              <a:ext uri="{FF2B5EF4-FFF2-40B4-BE49-F238E27FC236}">
                <a16:creationId xmlns:a16="http://schemas.microsoft.com/office/drawing/2014/main" id="{A164B28B-28C9-7432-453C-0ECA0A28730B}"/>
              </a:ext>
            </a:extLst>
          </p:cNvPr>
          <p:cNvCxnSpPr>
            <a:cxnSpLocks/>
          </p:cNvCxnSpPr>
          <p:nvPr/>
        </p:nvCxnSpPr>
        <p:spPr>
          <a:xfrm flipV="1">
            <a:off x="5497625" y="5043979"/>
            <a:ext cx="981002" cy="134354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C556B366-70D0-8439-1F37-EB85FE1F7EA1}"/>
              </a:ext>
            </a:extLst>
          </p:cNvPr>
          <p:cNvSpPr/>
          <p:nvPr/>
        </p:nvSpPr>
        <p:spPr>
          <a:xfrm>
            <a:off x="3755136" y="1670685"/>
            <a:ext cx="1697154" cy="3516630"/>
          </a:xfrm>
          <a:prstGeom prst="rect">
            <a:avLst/>
          </a:prstGeom>
          <a:solidFill>
            <a:srgbClr val="FBE5D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2EBCCDCC-9AD6-BB6E-4A5E-75C2807C0A3F}"/>
              </a:ext>
            </a:extLst>
          </p:cNvPr>
          <p:cNvGrpSpPr/>
          <p:nvPr/>
        </p:nvGrpSpPr>
        <p:grpSpPr>
          <a:xfrm>
            <a:off x="3985319" y="3637849"/>
            <a:ext cx="1188720" cy="198120"/>
            <a:chOff x="1074420" y="4724400"/>
            <a:chExt cx="1188720" cy="198120"/>
          </a:xfrm>
          <a:solidFill>
            <a:schemeClr val="bg1"/>
          </a:solidFill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F24B3D4C-C364-95AB-B5FF-F0532E29E216}"/>
                </a:ext>
              </a:extLst>
            </p:cNvPr>
            <p:cNvSpPr/>
            <p:nvPr/>
          </p:nvSpPr>
          <p:spPr>
            <a:xfrm>
              <a:off x="1074420" y="4724400"/>
              <a:ext cx="198120" cy="19812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8504403F-D141-6ED9-811E-17B0209A24BA}"/>
                </a:ext>
              </a:extLst>
            </p:cNvPr>
            <p:cNvSpPr/>
            <p:nvPr/>
          </p:nvSpPr>
          <p:spPr>
            <a:xfrm>
              <a:off x="1272540" y="4724400"/>
              <a:ext cx="198120" cy="19812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F0541844-3724-907E-C3DC-6F917E9878CD}"/>
                </a:ext>
              </a:extLst>
            </p:cNvPr>
            <p:cNvSpPr/>
            <p:nvPr/>
          </p:nvSpPr>
          <p:spPr>
            <a:xfrm>
              <a:off x="1470660" y="4724400"/>
              <a:ext cx="198120" cy="19812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733DBFEC-5523-84EF-CD55-8E828497913C}"/>
                </a:ext>
              </a:extLst>
            </p:cNvPr>
            <p:cNvSpPr/>
            <p:nvPr/>
          </p:nvSpPr>
          <p:spPr>
            <a:xfrm>
              <a:off x="1668780" y="4724400"/>
              <a:ext cx="198120" cy="19812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C1CD1426-0421-ABF1-DAEE-2F4402F81C47}"/>
                </a:ext>
              </a:extLst>
            </p:cNvPr>
            <p:cNvSpPr/>
            <p:nvPr/>
          </p:nvSpPr>
          <p:spPr>
            <a:xfrm>
              <a:off x="1866900" y="4724400"/>
              <a:ext cx="198120" cy="19812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DCB87CBC-E79C-B9C6-9F74-CFC782275419}"/>
                </a:ext>
              </a:extLst>
            </p:cNvPr>
            <p:cNvSpPr/>
            <p:nvPr/>
          </p:nvSpPr>
          <p:spPr>
            <a:xfrm>
              <a:off x="2065020" y="4724400"/>
              <a:ext cx="198120" cy="19812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A08A3DCF-8257-252F-F839-11DE7A423F1D}"/>
              </a:ext>
            </a:extLst>
          </p:cNvPr>
          <p:cNvGrpSpPr/>
          <p:nvPr/>
        </p:nvGrpSpPr>
        <p:grpSpPr>
          <a:xfrm>
            <a:off x="3985319" y="2121221"/>
            <a:ext cx="1188720" cy="198120"/>
            <a:chOff x="1074420" y="4724400"/>
            <a:chExt cx="1188720" cy="198120"/>
          </a:xfrm>
          <a:solidFill>
            <a:schemeClr val="bg1"/>
          </a:solidFill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EBF4B124-C681-5224-9815-5963DF53FBF1}"/>
                </a:ext>
              </a:extLst>
            </p:cNvPr>
            <p:cNvSpPr/>
            <p:nvPr/>
          </p:nvSpPr>
          <p:spPr>
            <a:xfrm>
              <a:off x="1074420" y="4724400"/>
              <a:ext cx="198120" cy="19812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81B776F9-B634-1375-4C3C-58A6DB393D35}"/>
                </a:ext>
              </a:extLst>
            </p:cNvPr>
            <p:cNvSpPr/>
            <p:nvPr/>
          </p:nvSpPr>
          <p:spPr>
            <a:xfrm>
              <a:off x="1272540" y="4724400"/>
              <a:ext cx="198120" cy="19812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10E599F2-F786-2009-B216-9243CDACC18F}"/>
                </a:ext>
              </a:extLst>
            </p:cNvPr>
            <p:cNvSpPr/>
            <p:nvPr/>
          </p:nvSpPr>
          <p:spPr>
            <a:xfrm>
              <a:off x="1470660" y="4724400"/>
              <a:ext cx="198120" cy="19812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99961FD4-4655-9198-37AC-31AB2BDB5D9D}"/>
                </a:ext>
              </a:extLst>
            </p:cNvPr>
            <p:cNvSpPr/>
            <p:nvPr/>
          </p:nvSpPr>
          <p:spPr>
            <a:xfrm>
              <a:off x="1668780" y="4724400"/>
              <a:ext cx="198120" cy="19812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5BE61C52-AA0A-1CD9-6EF0-73A019D16689}"/>
                </a:ext>
              </a:extLst>
            </p:cNvPr>
            <p:cNvSpPr/>
            <p:nvPr/>
          </p:nvSpPr>
          <p:spPr>
            <a:xfrm>
              <a:off x="1866900" y="4724400"/>
              <a:ext cx="198120" cy="19812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EF1563CA-D4D5-D485-9AFF-5F5A835C1088}"/>
                </a:ext>
              </a:extLst>
            </p:cNvPr>
            <p:cNvSpPr/>
            <p:nvPr/>
          </p:nvSpPr>
          <p:spPr>
            <a:xfrm>
              <a:off x="2065020" y="4724400"/>
              <a:ext cx="198120" cy="19812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0A8DB73-D4B4-0EA6-229E-3E3990E727A4}"/>
              </a:ext>
            </a:extLst>
          </p:cNvPr>
          <p:cNvGrpSpPr/>
          <p:nvPr/>
        </p:nvGrpSpPr>
        <p:grpSpPr>
          <a:xfrm>
            <a:off x="3982756" y="4665037"/>
            <a:ext cx="1188720" cy="198120"/>
            <a:chOff x="1074420" y="4724400"/>
            <a:chExt cx="1188720" cy="198120"/>
          </a:xfrm>
          <a:solidFill>
            <a:schemeClr val="bg1"/>
          </a:solidFill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DA1DD7B0-CFA1-474F-4FE4-32E99723B1E3}"/>
                </a:ext>
              </a:extLst>
            </p:cNvPr>
            <p:cNvSpPr/>
            <p:nvPr/>
          </p:nvSpPr>
          <p:spPr>
            <a:xfrm>
              <a:off x="1074420" y="4724400"/>
              <a:ext cx="198120" cy="19812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091A1DA6-6B32-EC63-D499-6717E8C60C8C}"/>
                </a:ext>
              </a:extLst>
            </p:cNvPr>
            <p:cNvSpPr/>
            <p:nvPr/>
          </p:nvSpPr>
          <p:spPr>
            <a:xfrm>
              <a:off x="1272540" y="4724400"/>
              <a:ext cx="198120" cy="19812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6C5ADD44-64BD-4779-9188-6FAC3F03EFDA}"/>
                </a:ext>
              </a:extLst>
            </p:cNvPr>
            <p:cNvSpPr/>
            <p:nvPr/>
          </p:nvSpPr>
          <p:spPr>
            <a:xfrm>
              <a:off x="1470660" y="4724400"/>
              <a:ext cx="198120" cy="19812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6732A0BF-5B40-1E98-D9A8-369FD47A2877}"/>
                </a:ext>
              </a:extLst>
            </p:cNvPr>
            <p:cNvSpPr/>
            <p:nvPr/>
          </p:nvSpPr>
          <p:spPr>
            <a:xfrm>
              <a:off x="1668780" y="4724400"/>
              <a:ext cx="198120" cy="19812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87C9060F-F3E4-049A-6DFA-F24072400140}"/>
                </a:ext>
              </a:extLst>
            </p:cNvPr>
            <p:cNvSpPr/>
            <p:nvPr/>
          </p:nvSpPr>
          <p:spPr>
            <a:xfrm>
              <a:off x="1866900" y="4724400"/>
              <a:ext cx="198120" cy="19812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FBC811B3-4531-B8DC-C224-FDDC19A0A701}"/>
                </a:ext>
              </a:extLst>
            </p:cNvPr>
            <p:cNvSpPr/>
            <p:nvPr/>
          </p:nvSpPr>
          <p:spPr>
            <a:xfrm>
              <a:off x="2065020" y="4724400"/>
              <a:ext cx="198120" cy="19812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1" name="矩形 40">
            <a:extLst>
              <a:ext uri="{FF2B5EF4-FFF2-40B4-BE49-F238E27FC236}">
                <a16:creationId xmlns:a16="http://schemas.microsoft.com/office/drawing/2014/main" id="{FAD21257-F44C-6B7A-6A8D-404D1E316A53}"/>
              </a:ext>
            </a:extLst>
          </p:cNvPr>
          <p:cNvSpPr/>
          <p:nvPr/>
        </p:nvSpPr>
        <p:spPr>
          <a:xfrm>
            <a:off x="4183439" y="2879535"/>
            <a:ext cx="198120" cy="1981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6D634EA5-7B7B-CF35-00DE-001809750F06}"/>
              </a:ext>
            </a:extLst>
          </p:cNvPr>
          <p:cNvSpPr/>
          <p:nvPr/>
        </p:nvSpPr>
        <p:spPr>
          <a:xfrm>
            <a:off x="4381559" y="2879535"/>
            <a:ext cx="198120" cy="198120"/>
          </a:xfrm>
          <a:prstGeom prst="rect">
            <a:avLst/>
          </a:prstGeom>
          <a:solidFill>
            <a:srgbClr val="FBD7B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733408F8-5E5D-B78A-C6FE-613704EF25C2}"/>
              </a:ext>
            </a:extLst>
          </p:cNvPr>
          <p:cNvSpPr/>
          <p:nvPr/>
        </p:nvSpPr>
        <p:spPr>
          <a:xfrm>
            <a:off x="4579679" y="2879535"/>
            <a:ext cx="198120" cy="198120"/>
          </a:xfrm>
          <a:prstGeom prst="rect">
            <a:avLst/>
          </a:prstGeom>
          <a:solidFill>
            <a:srgbClr val="FFF2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D593459E-37BA-A3A9-EB98-83F9DB9F78ED}"/>
              </a:ext>
            </a:extLst>
          </p:cNvPr>
          <p:cNvSpPr/>
          <p:nvPr/>
        </p:nvSpPr>
        <p:spPr>
          <a:xfrm>
            <a:off x="4777799" y="2879535"/>
            <a:ext cx="198120" cy="198120"/>
          </a:xfrm>
          <a:prstGeom prst="rect">
            <a:avLst/>
          </a:prstGeom>
          <a:solidFill>
            <a:srgbClr val="FCEAD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EE714C09-F30B-3553-9560-57D965731ED2}"/>
              </a:ext>
            </a:extLst>
          </p:cNvPr>
          <p:cNvCxnSpPr>
            <a:cxnSpLocks/>
          </p:cNvCxnSpPr>
          <p:nvPr/>
        </p:nvCxnSpPr>
        <p:spPr>
          <a:xfrm>
            <a:off x="4579679" y="1535372"/>
            <a:ext cx="0" cy="58584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661E1804-095A-C387-D1FA-B08CE3C96DDA}"/>
              </a:ext>
            </a:extLst>
          </p:cNvPr>
          <p:cNvGrpSpPr/>
          <p:nvPr/>
        </p:nvGrpSpPr>
        <p:grpSpPr>
          <a:xfrm>
            <a:off x="4502222" y="4236039"/>
            <a:ext cx="146706" cy="145254"/>
            <a:chOff x="3044767" y="2832724"/>
            <a:chExt cx="146706" cy="145254"/>
          </a:xfrm>
        </p:grpSpPr>
        <p:sp>
          <p:nvSpPr>
            <p:cNvPr id="53" name="椭圆 52">
              <a:extLst>
                <a:ext uri="{FF2B5EF4-FFF2-40B4-BE49-F238E27FC236}">
                  <a16:creationId xmlns:a16="http://schemas.microsoft.com/office/drawing/2014/main" id="{74E3FA4A-099F-3CCE-2E66-C841518CAC36}"/>
                </a:ext>
              </a:extLst>
            </p:cNvPr>
            <p:cNvSpPr/>
            <p:nvPr/>
          </p:nvSpPr>
          <p:spPr>
            <a:xfrm>
              <a:off x="3044767" y="2832724"/>
              <a:ext cx="146706" cy="14525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A474755F-0483-DC9C-389C-FEAD9833E616}"/>
                </a:ext>
              </a:extLst>
            </p:cNvPr>
            <p:cNvCxnSpPr>
              <a:stCxn id="53" idx="0"/>
              <a:endCxn id="53" idx="4"/>
            </p:cNvCxnSpPr>
            <p:nvPr/>
          </p:nvCxnSpPr>
          <p:spPr>
            <a:xfrm>
              <a:off x="3118120" y="2832724"/>
              <a:ext cx="0" cy="14525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C77BCCF5-BB2E-B9A7-FC08-D398C169F0C7}"/>
                </a:ext>
              </a:extLst>
            </p:cNvPr>
            <p:cNvCxnSpPr>
              <a:stCxn id="53" idx="2"/>
              <a:endCxn id="53" idx="6"/>
            </p:cNvCxnSpPr>
            <p:nvPr/>
          </p:nvCxnSpPr>
          <p:spPr>
            <a:xfrm>
              <a:off x="3044767" y="2905351"/>
              <a:ext cx="146706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726B9890-A820-A5AB-828D-1A755FCF9FD4}"/>
              </a:ext>
            </a:extLst>
          </p:cNvPr>
          <p:cNvGrpSpPr/>
          <p:nvPr/>
        </p:nvGrpSpPr>
        <p:grpSpPr>
          <a:xfrm>
            <a:off x="3855630" y="1843455"/>
            <a:ext cx="724049" cy="2470407"/>
            <a:chOff x="2364105" y="1409700"/>
            <a:chExt cx="621349" cy="1112899"/>
          </a:xfrm>
        </p:grpSpPr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A19C572F-B2E1-AD45-0D34-140F27FAB63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64105" y="1413510"/>
              <a:ext cx="621349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3DD742C3-9C84-BA6B-EE69-A0685C54619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66010" y="1409700"/>
              <a:ext cx="3810" cy="111289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箭头连接符 58">
              <a:extLst>
                <a:ext uri="{FF2B5EF4-FFF2-40B4-BE49-F238E27FC236}">
                  <a16:creationId xmlns:a16="http://schemas.microsoft.com/office/drawing/2014/main" id="{1D18821A-0DD2-FC2A-AB4F-67795282F873}"/>
                </a:ext>
              </a:extLst>
            </p:cNvPr>
            <p:cNvCxnSpPr>
              <a:cxnSpLocks/>
            </p:cNvCxnSpPr>
            <p:nvPr/>
          </p:nvCxnSpPr>
          <p:spPr>
            <a:xfrm>
              <a:off x="2364105" y="2522599"/>
              <a:ext cx="559419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49" name="直接箭头连接符 448">
            <a:extLst>
              <a:ext uri="{FF2B5EF4-FFF2-40B4-BE49-F238E27FC236}">
                <a16:creationId xmlns:a16="http://schemas.microsoft.com/office/drawing/2014/main" id="{D9A38022-0FE3-F591-CFC3-A313406B9EC3}"/>
              </a:ext>
            </a:extLst>
          </p:cNvPr>
          <p:cNvCxnSpPr>
            <a:cxnSpLocks/>
          </p:cNvCxnSpPr>
          <p:nvPr/>
        </p:nvCxnSpPr>
        <p:spPr>
          <a:xfrm>
            <a:off x="4579679" y="2319341"/>
            <a:ext cx="0" cy="56019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1" name="直接箭头连接符 460">
            <a:extLst>
              <a:ext uri="{FF2B5EF4-FFF2-40B4-BE49-F238E27FC236}">
                <a16:creationId xmlns:a16="http://schemas.microsoft.com/office/drawing/2014/main" id="{89B21369-A47A-29A1-C23C-36B41A9E9DE3}"/>
              </a:ext>
            </a:extLst>
          </p:cNvPr>
          <p:cNvCxnSpPr>
            <a:cxnSpLocks/>
          </p:cNvCxnSpPr>
          <p:nvPr/>
        </p:nvCxnSpPr>
        <p:spPr>
          <a:xfrm>
            <a:off x="4579679" y="3077655"/>
            <a:ext cx="0" cy="56019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2" name="矩形 461">
            <a:extLst>
              <a:ext uri="{FF2B5EF4-FFF2-40B4-BE49-F238E27FC236}">
                <a16:creationId xmlns:a16="http://schemas.microsoft.com/office/drawing/2014/main" id="{8B84D538-3C59-0D3C-2EBD-AF78A4EC959A}"/>
              </a:ext>
            </a:extLst>
          </p:cNvPr>
          <p:cNvSpPr/>
          <p:nvPr/>
        </p:nvSpPr>
        <p:spPr>
          <a:xfrm>
            <a:off x="2931895" y="2651658"/>
            <a:ext cx="2632256" cy="633143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5" name="文本框 464">
            <a:extLst>
              <a:ext uri="{FF2B5EF4-FFF2-40B4-BE49-F238E27FC236}">
                <a16:creationId xmlns:a16="http://schemas.microsoft.com/office/drawing/2014/main" id="{7C65477C-BB05-1232-31A1-BB20D9F1168C}"/>
              </a:ext>
            </a:extLst>
          </p:cNvPr>
          <p:cNvSpPr txBox="1"/>
          <p:nvPr/>
        </p:nvSpPr>
        <p:spPr>
          <a:xfrm>
            <a:off x="2910146" y="2716985"/>
            <a:ext cx="8945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0" i="0" dirty="0">
                <a:solidFill>
                  <a:srgbClr val="24292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Iterative </a:t>
            </a:r>
          </a:p>
          <a:p>
            <a:pPr algn="ctr"/>
            <a:r>
              <a:rPr lang="en-US" altLang="zh-CN" sz="1400" b="0" i="0" dirty="0">
                <a:solidFill>
                  <a:srgbClr val="24292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Pruning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6" name="文本框 465">
                <a:extLst>
                  <a:ext uri="{FF2B5EF4-FFF2-40B4-BE49-F238E27FC236}">
                    <a16:creationId xmlns:a16="http://schemas.microsoft.com/office/drawing/2014/main" id="{FB9867C3-D337-71AA-63D5-7A21756A50C2}"/>
                  </a:ext>
                </a:extLst>
              </p:cNvPr>
              <p:cNvSpPr txBox="1"/>
              <p:nvPr/>
            </p:nvSpPr>
            <p:spPr>
              <a:xfrm>
                <a:off x="6407481" y="5409741"/>
                <a:ext cx="937747" cy="3465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600" b="1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𝐅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zh-CN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66" name="文本框 465">
                <a:extLst>
                  <a:ext uri="{FF2B5EF4-FFF2-40B4-BE49-F238E27FC236}">
                    <a16:creationId xmlns:a16="http://schemas.microsoft.com/office/drawing/2014/main" id="{FB9867C3-D337-71AA-63D5-7A21756A50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7481" y="5409741"/>
                <a:ext cx="937747" cy="346505"/>
              </a:xfrm>
              <a:prstGeom prst="rect">
                <a:avLst/>
              </a:prstGeom>
              <a:blipFill>
                <a:blip r:embed="rId2"/>
                <a:stretch>
                  <a:fillRect b="-17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8" name="文本框 467">
            <a:extLst>
              <a:ext uri="{FF2B5EF4-FFF2-40B4-BE49-F238E27FC236}">
                <a16:creationId xmlns:a16="http://schemas.microsoft.com/office/drawing/2014/main" id="{D6147549-1442-7D73-8EF3-7DDFF1FDE407}"/>
              </a:ext>
            </a:extLst>
          </p:cNvPr>
          <p:cNvSpPr txBox="1"/>
          <p:nvPr/>
        </p:nvSpPr>
        <p:spPr>
          <a:xfrm>
            <a:off x="6553872" y="1191835"/>
            <a:ext cx="696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0" name="文本框 469">
                <a:extLst>
                  <a:ext uri="{FF2B5EF4-FFF2-40B4-BE49-F238E27FC236}">
                    <a16:creationId xmlns:a16="http://schemas.microsoft.com/office/drawing/2014/main" id="{CAC9315A-B8E6-01CF-E790-ED55094C3623}"/>
                  </a:ext>
                </a:extLst>
              </p:cNvPr>
              <p:cNvSpPr txBox="1"/>
              <p:nvPr/>
            </p:nvSpPr>
            <p:spPr>
              <a:xfrm>
                <a:off x="4129671" y="1218620"/>
                <a:ext cx="93774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𝐅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CN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70" name="文本框 469">
                <a:extLst>
                  <a:ext uri="{FF2B5EF4-FFF2-40B4-BE49-F238E27FC236}">
                    <a16:creationId xmlns:a16="http://schemas.microsoft.com/office/drawing/2014/main" id="{CAC9315A-B8E6-01CF-E790-ED55094C36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9671" y="1218620"/>
                <a:ext cx="937747" cy="3385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71" name="直接箭头连接符 470">
            <a:extLst>
              <a:ext uri="{FF2B5EF4-FFF2-40B4-BE49-F238E27FC236}">
                <a16:creationId xmlns:a16="http://schemas.microsoft.com/office/drawing/2014/main" id="{683FDB19-963E-D78D-6A5B-AB231BABE42A}"/>
              </a:ext>
            </a:extLst>
          </p:cNvPr>
          <p:cNvCxnSpPr>
            <a:cxnSpLocks/>
          </p:cNvCxnSpPr>
          <p:nvPr/>
        </p:nvCxnSpPr>
        <p:spPr>
          <a:xfrm>
            <a:off x="4578191" y="3841995"/>
            <a:ext cx="0" cy="39404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5" name="直接箭头连接符 474">
            <a:extLst>
              <a:ext uri="{FF2B5EF4-FFF2-40B4-BE49-F238E27FC236}">
                <a16:creationId xmlns:a16="http://schemas.microsoft.com/office/drawing/2014/main" id="{9C78CC84-385E-D8FB-29CD-05BB2750ED1F}"/>
              </a:ext>
            </a:extLst>
          </p:cNvPr>
          <p:cNvCxnSpPr>
            <a:cxnSpLocks/>
          </p:cNvCxnSpPr>
          <p:nvPr/>
        </p:nvCxnSpPr>
        <p:spPr>
          <a:xfrm>
            <a:off x="4575575" y="4367650"/>
            <a:ext cx="0" cy="29136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7" name="直接箭头连接符 496">
            <a:extLst>
              <a:ext uri="{FF2B5EF4-FFF2-40B4-BE49-F238E27FC236}">
                <a16:creationId xmlns:a16="http://schemas.microsoft.com/office/drawing/2014/main" id="{F98F1AF3-6EF7-A4B8-86DD-8E03AB1A1136}"/>
              </a:ext>
            </a:extLst>
          </p:cNvPr>
          <p:cNvCxnSpPr>
            <a:cxnSpLocks/>
          </p:cNvCxnSpPr>
          <p:nvPr/>
        </p:nvCxnSpPr>
        <p:spPr>
          <a:xfrm>
            <a:off x="4578214" y="4868530"/>
            <a:ext cx="1751" cy="59052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99" name="文本框 498">
                <a:extLst>
                  <a:ext uri="{FF2B5EF4-FFF2-40B4-BE49-F238E27FC236}">
                    <a16:creationId xmlns:a16="http://schemas.microsoft.com/office/drawing/2014/main" id="{B18A251D-AF6F-1B94-A658-3CDDD9BAB90E}"/>
                  </a:ext>
                </a:extLst>
              </p:cNvPr>
              <p:cNvSpPr txBox="1"/>
              <p:nvPr/>
            </p:nvSpPr>
            <p:spPr>
              <a:xfrm>
                <a:off x="4129376" y="5448406"/>
                <a:ext cx="937747" cy="3465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600" b="1" i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𝐅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zh-CN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99" name="文本框 498">
                <a:extLst>
                  <a:ext uri="{FF2B5EF4-FFF2-40B4-BE49-F238E27FC236}">
                    <a16:creationId xmlns:a16="http://schemas.microsoft.com/office/drawing/2014/main" id="{B18A251D-AF6F-1B94-A658-3CDDD9BAB9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9376" y="5448406"/>
                <a:ext cx="937747" cy="34650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0" name="文本框 499">
                <a:extLst>
                  <a:ext uri="{FF2B5EF4-FFF2-40B4-BE49-F238E27FC236}">
                    <a16:creationId xmlns:a16="http://schemas.microsoft.com/office/drawing/2014/main" id="{5D1B1E95-030F-6DC2-BF44-E6523447DD4A}"/>
                  </a:ext>
                </a:extLst>
              </p:cNvPr>
              <p:cNvSpPr txBox="1"/>
              <p:nvPr/>
            </p:nvSpPr>
            <p:spPr>
              <a:xfrm>
                <a:off x="4587527" y="2305130"/>
                <a:ext cx="937747" cy="3583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6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𝑾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𝑑𝑜𝑤𝑛</m:t>
                          </m:r>
                        </m:sup>
                      </m:sSubSup>
                    </m:oMath>
                  </m:oMathPara>
                </a14:m>
                <a:endParaRPr lang="zh-CN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00" name="文本框 499">
                <a:extLst>
                  <a:ext uri="{FF2B5EF4-FFF2-40B4-BE49-F238E27FC236}">
                    <a16:creationId xmlns:a16="http://schemas.microsoft.com/office/drawing/2014/main" id="{5D1B1E95-030F-6DC2-BF44-E6523447DD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7527" y="2305130"/>
                <a:ext cx="937747" cy="358303"/>
              </a:xfrm>
              <a:prstGeom prst="rect">
                <a:avLst/>
              </a:prstGeom>
              <a:blipFill>
                <a:blip r:embed="rId5"/>
                <a:stretch>
                  <a:fillRect b="-33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1" name="文本框 500">
                <a:extLst>
                  <a:ext uri="{FF2B5EF4-FFF2-40B4-BE49-F238E27FC236}">
                    <a16:creationId xmlns:a16="http://schemas.microsoft.com/office/drawing/2014/main" id="{29728904-E6EC-A11A-B8EB-3B8A6F4A3144}"/>
                  </a:ext>
                </a:extLst>
              </p:cNvPr>
              <p:cNvSpPr txBox="1"/>
              <p:nvPr/>
            </p:nvSpPr>
            <p:spPr>
              <a:xfrm>
                <a:off x="4521460" y="3282174"/>
                <a:ext cx="937747" cy="367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600" b="1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𝑾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𝑢𝑝</m:t>
                          </m:r>
                        </m:sup>
                      </m:sSubSup>
                    </m:oMath>
                  </m:oMathPara>
                </a14:m>
                <a:endParaRPr lang="zh-CN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01" name="文本框 500">
                <a:extLst>
                  <a:ext uri="{FF2B5EF4-FFF2-40B4-BE49-F238E27FC236}">
                    <a16:creationId xmlns:a16="http://schemas.microsoft.com/office/drawing/2014/main" id="{29728904-E6EC-A11A-B8EB-3B8A6F4A31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1460" y="3282174"/>
                <a:ext cx="937747" cy="367665"/>
              </a:xfrm>
              <a:prstGeom prst="rect">
                <a:avLst/>
              </a:prstGeom>
              <a:blipFill>
                <a:blip r:embed="rId6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6" name="文本框 505">
                <a:extLst>
                  <a:ext uri="{FF2B5EF4-FFF2-40B4-BE49-F238E27FC236}">
                    <a16:creationId xmlns:a16="http://schemas.microsoft.com/office/drawing/2014/main" id="{A96BE53C-D1F5-472F-550A-A8B25D961BCE}"/>
                  </a:ext>
                </a:extLst>
              </p:cNvPr>
              <p:cNvSpPr txBox="1"/>
              <p:nvPr/>
            </p:nvSpPr>
            <p:spPr>
              <a:xfrm>
                <a:off x="4426758" y="3861172"/>
                <a:ext cx="93774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CN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06" name="文本框 505">
                <a:extLst>
                  <a:ext uri="{FF2B5EF4-FFF2-40B4-BE49-F238E27FC236}">
                    <a16:creationId xmlns:a16="http://schemas.microsoft.com/office/drawing/2014/main" id="{A96BE53C-D1F5-472F-550A-A8B25D961B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6758" y="3861172"/>
                <a:ext cx="937747" cy="3385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8" name="文本框 507">
                <a:extLst>
                  <a:ext uri="{FF2B5EF4-FFF2-40B4-BE49-F238E27FC236}">
                    <a16:creationId xmlns:a16="http://schemas.microsoft.com/office/drawing/2014/main" id="{9B0F9539-D6A2-816F-579F-E04471D31A59}"/>
                  </a:ext>
                </a:extLst>
              </p:cNvPr>
              <p:cNvSpPr txBox="1"/>
              <p:nvPr/>
            </p:nvSpPr>
            <p:spPr>
              <a:xfrm>
                <a:off x="4738722" y="2769331"/>
                <a:ext cx="93774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1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𝒛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CN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08" name="文本框 507">
                <a:extLst>
                  <a:ext uri="{FF2B5EF4-FFF2-40B4-BE49-F238E27FC236}">
                    <a16:creationId xmlns:a16="http://schemas.microsoft.com/office/drawing/2014/main" id="{9B0F9539-D6A2-816F-579F-E04471D31A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8722" y="2769331"/>
                <a:ext cx="937747" cy="3385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095648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309F5-E8B3-3343-A147-7CC6373A3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54614544-1793-6C33-A6A9-20C82062B7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10"/>
          <a:stretch/>
        </p:blipFill>
        <p:spPr>
          <a:xfrm>
            <a:off x="8107671" y="3008747"/>
            <a:ext cx="1908349" cy="143999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11E0F978-5841-F306-59DE-191E4360F3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68"/>
          <a:stretch/>
        </p:blipFill>
        <p:spPr>
          <a:xfrm>
            <a:off x="4115804" y="3008745"/>
            <a:ext cx="1898537" cy="1439998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A7E765E7-514C-38FA-D3DD-FBB346B79A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10"/>
          <a:stretch/>
        </p:blipFill>
        <p:spPr>
          <a:xfrm>
            <a:off x="6096000" y="3013193"/>
            <a:ext cx="1908352" cy="1439999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887FF1FC-AE1F-4E68-8F10-04262DFA3FA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10"/>
          <a:stretch/>
        </p:blipFill>
        <p:spPr>
          <a:xfrm>
            <a:off x="2107601" y="3008749"/>
            <a:ext cx="1908352" cy="1440000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AE7233E2-E060-BA25-F3B8-9DFA90F332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810"/>
          <a:stretch/>
        </p:blipFill>
        <p:spPr>
          <a:xfrm>
            <a:off x="104305" y="3008749"/>
            <a:ext cx="1908353" cy="1440000"/>
          </a:xfrm>
          <a:prstGeom prst="rect">
            <a:avLst/>
          </a:prstGeom>
        </p:spPr>
      </p:pic>
      <p:pic>
        <p:nvPicPr>
          <p:cNvPr id="43" name="图片 42">
            <a:extLst>
              <a:ext uri="{FF2B5EF4-FFF2-40B4-BE49-F238E27FC236}">
                <a16:creationId xmlns:a16="http://schemas.microsoft.com/office/drawing/2014/main" id="{6F3D27A0-2230-2997-9E89-4B151652F34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10"/>
          <a:stretch/>
        </p:blipFill>
        <p:spPr>
          <a:xfrm>
            <a:off x="10110963" y="3008747"/>
            <a:ext cx="1908348" cy="1439996"/>
          </a:xfrm>
          <a:prstGeom prst="rect">
            <a:avLst/>
          </a:prstGeom>
        </p:spPr>
      </p:pic>
      <p:sp>
        <p:nvSpPr>
          <p:cNvPr id="46" name="文本框 45">
            <a:extLst>
              <a:ext uri="{FF2B5EF4-FFF2-40B4-BE49-F238E27FC236}">
                <a16:creationId xmlns:a16="http://schemas.microsoft.com/office/drawing/2014/main" id="{AD3F9719-F778-7BE2-438B-A3BEDDDD7F77}"/>
              </a:ext>
            </a:extLst>
          </p:cNvPr>
          <p:cNvSpPr txBox="1"/>
          <p:nvPr/>
        </p:nvSpPr>
        <p:spPr>
          <a:xfrm>
            <a:off x="783144" y="4422107"/>
            <a:ext cx="550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GT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E5876D56-52DF-7CC1-0C63-28CFF1E20071}"/>
              </a:ext>
            </a:extLst>
          </p:cNvPr>
          <p:cNvSpPr txBox="1"/>
          <p:nvPr/>
        </p:nvSpPr>
        <p:spPr>
          <a:xfrm>
            <a:off x="2325735" y="4422107"/>
            <a:ext cx="14720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SAM-base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76971580-3EE6-F581-8EC1-67F807C72A62}"/>
              </a:ext>
            </a:extLst>
          </p:cNvPr>
          <p:cNvSpPr txBox="1"/>
          <p:nvPr/>
        </p:nvSpPr>
        <p:spPr>
          <a:xfrm>
            <a:off x="4389608" y="4422107"/>
            <a:ext cx="1350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MaskRCNN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774561B8-F53D-2905-17ED-4EA1739F395B}"/>
              </a:ext>
            </a:extLst>
          </p:cNvPr>
          <p:cNvSpPr txBox="1"/>
          <p:nvPr/>
        </p:nvSpPr>
        <p:spPr>
          <a:xfrm>
            <a:off x="6374712" y="4428203"/>
            <a:ext cx="1350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Rsprompter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F187A013-7C05-3AD8-63B2-598037391265}"/>
              </a:ext>
            </a:extLst>
          </p:cNvPr>
          <p:cNvSpPr txBox="1"/>
          <p:nvPr/>
        </p:nvSpPr>
        <p:spPr>
          <a:xfrm>
            <a:off x="8501103" y="4428203"/>
            <a:ext cx="11214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MC-SAM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9B9D38D0-6129-EE89-B804-46DF3C3872C4}"/>
              </a:ext>
            </a:extLst>
          </p:cNvPr>
          <p:cNvSpPr txBox="1"/>
          <p:nvPr/>
        </p:nvSpPr>
        <p:spPr>
          <a:xfrm>
            <a:off x="10734897" y="4422107"/>
            <a:ext cx="660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Ours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6051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F9558-0271-0856-CE50-D10F20E7D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28">
            <a:extLst>
              <a:ext uri="{FF2B5EF4-FFF2-40B4-BE49-F238E27FC236}">
                <a16:creationId xmlns:a16="http://schemas.microsoft.com/office/drawing/2014/main" id="{D2964056-4800-1FC5-72EA-F0978CF461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6497" y="2528801"/>
            <a:ext cx="3278280" cy="1058544"/>
          </a:xfrm>
          <a:prstGeom prst="rect">
            <a:avLst/>
          </a:prstGeom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13602EB2-F8CB-9537-88E9-99CE4C6B86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2725" y="519748"/>
            <a:ext cx="2774315" cy="895816"/>
          </a:xfrm>
          <a:prstGeom prst="rect">
            <a:avLst/>
          </a:prstGeom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17B5C0CA-BE39-8484-C4D5-9B1B4EFE49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8416" y="5759127"/>
            <a:ext cx="2407089" cy="777240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E2FD6DCE-D279-CAC2-713D-B2845263528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724149"/>
            <a:ext cx="2195195" cy="708820"/>
          </a:xfrm>
          <a:prstGeom prst="rect">
            <a:avLst/>
          </a:prstGeom>
        </p:spPr>
      </p:pic>
      <p:pic>
        <p:nvPicPr>
          <p:cNvPr id="37" name="图片 36">
            <a:extLst>
              <a:ext uri="{FF2B5EF4-FFF2-40B4-BE49-F238E27FC236}">
                <a16:creationId xmlns:a16="http://schemas.microsoft.com/office/drawing/2014/main" id="{307E7C2F-BCAE-92C1-A92E-212A5F446EC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2582" y="5638454"/>
            <a:ext cx="2113915" cy="682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9683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5DCD5-44DF-863C-D146-663D7C2A0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C30CB3DE-6A3D-12CA-CA7A-A0A8027588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10"/>
          <a:stretch/>
        </p:blipFill>
        <p:spPr>
          <a:xfrm>
            <a:off x="8091205" y="95215"/>
            <a:ext cx="1908349" cy="143999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FBAB661F-2E26-9D37-4B45-8C663598EC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68"/>
          <a:stretch/>
        </p:blipFill>
        <p:spPr>
          <a:xfrm>
            <a:off x="4099338" y="95213"/>
            <a:ext cx="1898537" cy="1439998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3C59119C-22C3-8098-D89D-DAD691918A7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10"/>
          <a:stretch/>
        </p:blipFill>
        <p:spPr>
          <a:xfrm>
            <a:off x="6079534" y="99661"/>
            <a:ext cx="1908352" cy="1439999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A6A60BE1-EF9C-AF3B-BBE8-367F4F30503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10"/>
          <a:stretch/>
        </p:blipFill>
        <p:spPr>
          <a:xfrm>
            <a:off x="2091135" y="95217"/>
            <a:ext cx="1908352" cy="1440000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F80F5B39-23F6-68BB-DF6C-8446C50DF5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810"/>
          <a:stretch/>
        </p:blipFill>
        <p:spPr>
          <a:xfrm>
            <a:off x="87839" y="95217"/>
            <a:ext cx="1908353" cy="1440000"/>
          </a:xfrm>
          <a:prstGeom prst="rect">
            <a:avLst/>
          </a:prstGeom>
        </p:spPr>
      </p:pic>
      <p:pic>
        <p:nvPicPr>
          <p:cNvPr id="43" name="图片 42">
            <a:extLst>
              <a:ext uri="{FF2B5EF4-FFF2-40B4-BE49-F238E27FC236}">
                <a16:creationId xmlns:a16="http://schemas.microsoft.com/office/drawing/2014/main" id="{7A196D36-9A40-F318-43E6-104C2FEB2C9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10"/>
          <a:stretch/>
        </p:blipFill>
        <p:spPr>
          <a:xfrm>
            <a:off x="10094497" y="95215"/>
            <a:ext cx="1908348" cy="1439996"/>
          </a:xfrm>
          <a:prstGeom prst="rect">
            <a:avLst/>
          </a:prstGeom>
        </p:spPr>
      </p:pic>
      <p:sp>
        <p:nvSpPr>
          <p:cNvPr id="46" name="文本框 45">
            <a:extLst>
              <a:ext uri="{FF2B5EF4-FFF2-40B4-BE49-F238E27FC236}">
                <a16:creationId xmlns:a16="http://schemas.microsoft.com/office/drawing/2014/main" id="{3639B0D1-B3D4-7DCF-1AB4-7833352061AE}"/>
              </a:ext>
            </a:extLst>
          </p:cNvPr>
          <p:cNvSpPr txBox="1"/>
          <p:nvPr/>
        </p:nvSpPr>
        <p:spPr>
          <a:xfrm>
            <a:off x="714893" y="5714524"/>
            <a:ext cx="550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GT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23CCAA61-0390-5B71-F98E-580AB64861CC}"/>
              </a:ext>
            </a:extLst>
          </p:cNvPr>
          <p:cNvSpPr txBox="1"/>
          <p:nvPr/>
        </p:nvSpPr>
        <p:spPr>
          <a:xfrm>
            <a:off x="2310546" y="5714524"/>
            <a:ext cx="14720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SAM-base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8FD15AE6-D9A5-FC43-304E-09A654373FEF}"/>
              </a:ext>
            </a:extLst>
          </p:cNvPr>
          <p:cNvSpPr txBox="1"/>
          <p:nvPr/>
        </p:nvSpPr>
        <p:spPr>
          <a:xfrm>
            <a:off x="4321357" y="5714524"/>
            <a:ext cx="1350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MaskRCNN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24F7BAB1-63B6-9CA9-E4C2-737F50D08E89}"/>
              </a:ext>
            </a:extLst>
          </p:cNvPr>
          <p:cNvSpPr txBox="1"/>
          <p:nvPr/>
        </p:nvSpPr>
        <p:spPr>
          <a:xfrm>
            <a:off x="6306461" y="5720620"/>
            <a:ext cx="1350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Rsprompter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C75CDA4A-45B9-E72E-F28D-05B3A5645E6D}"/>
              </a:ext>
            </a:extLst>
          </p:cNvPr>
          <p:cNvSpPr txBox="1"/>
          <p:nvPr/>
        </p:nvSpPr>
        <p:spPr>
          <a:xfrm>
            <a:off x="8432852" y="5720620"/>
            <a:ext cx="11214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MC-SAM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EE6E165D-D432-31D8-6DB6-5EE4C2275336}"/>
              </a:ext>
            </a:extLst>
          </p:cNvPr>
          <p:cNvSpPr txBox="1"/>
          <p:nvPr/>
        </p:nvSpPr>
        <p:spPr>
          <a:xfrm>
            <a:off x="10666646" y="5714524"/>
            <a:ext cx="660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Ours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C52F2C3-78CB-CD83-A8AD-39467B354EB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335"/>
          <a:stretch/>
        </p:blipFill>
        <p:spPr>
          <a:xfrm>
            <a:off x="8092184" y="4377380"/>
            <a:ext cx="1918215" cy="1362984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31AB998B-21BB-439C-AEB5-F05F0BE7DC2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595"/>
          <a:stretch/>
        </p:blipFill>
        <p:spPr>
          <a:xfrm>
            <a:off x="10097785" y="4393978"/>
            <a:ext cx="1905060" cy="1360626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C126A43D-DB3A-5CEC-B637-04B8A99A528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744"/>
          <a:stretch/>
        </p:blipFill>
        <p:spPr>
          <a:xfrm>
            <a:off x="6082826" y="4360437"/>
            <a:ext cx="1905060" cy="1364653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DEFA5FE4-D092-A2EA-D973-39163C68D83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906"/>
          <a:stretch/>
        </p:blipFill>
        <p:spPr>
          <a:xfrm>
            <a:off x="2094423" y="4363836"/>
            <a:ext cx="1903903" cy="1368243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EF6AE85C-B395-57E6-1FCE-4D123B951F5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4421" y="4360437"/>
            <a:ext cx="1905059" cy="1371642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A9467A5C-2693-4594-B99F-0D52C6CCCA8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795"/>
          <a:stretch/>
        </p:blipFill>
        <p:spPr>
          <a:xfrm>
            <a:off x="4060157" y="4360437"/>
            <a:ext cx="1924430" cy="1379927"/>
          </a:xfrm>
          <a:prstGeom prst="rect">
            <a:avLst/>
          </a:prstGeom>
        </p:spPr>
      </p:pic>
      <p:pic>
        <p:nvPicPr>
          <p:cNvPr id="66" name="图片 65">
            <a:extLst>
              <a:ext uri="{FF2B5EF4-FFF2-40B4-BE49-F238E27FC236}">
                <a16:creationId xmlns:a16="http://schemas.microsoft.com/office/drawing/2014/main" id="{E1411D85-49AA-A8F2-2DCA-868CE7216E0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34"/>
          <a:stretch/>
        </p:blipFill>
        <p:spPr>
          <a:xfrm>
            <a:off x="87839" y="1631197"/>
            <a:ext cx="1905059" cy="1318781"/>
          </a:xfrm>
          <a:prstGeom prst="rect">
            <a:avLst/>
          </a:prstGeom>
        </p:spPr>
      </p:pic>
      <p:pic>
        <p:nvPicPr>
          <p:cNvPr id="67" name="图片 66">
            <a:extLst>
              <a:ext uri="{FF2B5EF4-FFF2-40B4-BE49-F238E27FC236}">
                <a16:creationId xmlns:a16="http://schemas.microsoft.com/office/drawing/2014/main" id="{8348976A-9B04-1421-9B9E-9C360255094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24"/>
          <a:stretch/>
        </p:blipFill>
        <p:spPr>
          <a:xfrm>
            <a:off x="10098942" y="1631197"/>
            <a:ext cx="1903903" cy="1317714"/>
          </a:xfrm>
          <a:prstGeom prst="rect">
            <a:avLst/>
          </a:prstGeom>
        </p:spPr>
      </p:pic>
      <p:pic>
        <p:nvPicPr>
          <p:cNvPr id="68" name="图片 67">
            <a:extLst>
              <a:ext uri="{FF2B5EF4-FFF2-40B4-BE49-F238E27FC236}">
                <a16:creationId xmlns:a16="http://schemas.microsoft.com/office/drawing/2014/main" id="{2EF9D951-3AF9-065B-AE2D-69CB747CD56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86"/>
          <a:stretch/>
        </p:blipFill>
        <p:spPr>
          <a:xfrm>
            <a:off x="8087499" y="1637346"/>
            <a:ext cx="1914419" cy="1317714"/>
          </a:xfrm>
          <a:prstGeom prst="rect">
            <a:avLst/>
          </a:prstGeom>
        </p:spPr>
      </p:pic>
      <p:pic>
        <p:nvPicPr>
          <p:cNvPr id="69" name="图片 68">
            <a:extLst>
              <a:ext uri="{FF2B5EF4-FFF2-40B4-BE49-F238E27FC236}">
                <a16:creationId xmlns:a16="http://schemas.microsoft.com/office/drawing/2014/main" id="{F1C523E0-4833-1971-B4FB-770808F49F36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749"/>
          <a:stretch/>
        </p:blipFill>
        <p:spPr>
          <a:xfrm>
            <a:off x="2091135" y="1629187"/>
            <a:ext cx="1914419" cy="1317714"/>
          </a:xfrm>
          <a:prstGeom prst="rect">
            <a:avLst/>
          </a:prstGeom>
        </p:spPr>
      </p:pic>
      <p:pic>
        <p:nvPicPr>
          <p:cNvPr id="70" name="图片 69">
            <a:extLst>
              <a:ext uri="{FF2B5EF4-FFF2-40B4-BE49-F238E27FC236}">
                <a16:creationId xmlns:a16="http://schemas.microsoft.com/office/drawing/2014/main" id="{6113908D-1D68-1898-31D6-46C35B835F48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749"/>
          <a:stretch/>
        </p:blipFill>
        <p:spPr>
          <a:xfrm>
            <a:off x="6076240" y="1637346"/>
            <a:ext cx="1914420" cy="1317714"/>
          </a:xfrm>
          <a:prstGeom prst="rect">
            <a:avLst/>
          </a:prstGeom>
        </p:spPr>
      </p:pic>
      <p:pic>
        <p:nvPicPr>
          <p:cNvPr id="71" name="图片 70">
            <a:extLst>
              <a:ext uri="{FF2B5EF4-FFF2-40B4-BE49-F238E27FC236}">
                <a16:creationId xmlns:a16="http://schemas.microsoft.com/office/drawing/2014/main" id="{FB6999AF-C157-B00D-2DB8-33E95238E516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155"/>
          <a:stretch/>
        </p:blipFill>
        <p:spPr>
          <a:xfrm rot="10800000" flipH="1" flipV="1">
            <a:off x="4094293" y="1629187"/>
            <a:ext cx="1890598" cy="1311922"/>
          </a:xfrm>
          <a:prstGeom prst="rect">
            <a:avLst/>
          </a:prstGeom>
        </p:spPr>
      </p:pic>
      <p:pic>
        <p:nvPicPr>
          <p:cNvPr id="72" name="图片 71">
            <a:extLst>
              <a:ext uri="{FF2B5EF4-FFF2-40B4-BE49-F238E27FC236}">
                <a16:creationId xmlns:a16="http://schemas.microsoft.com/office/drawing/2014/main" id="{0075AB97-05BF-8626-65DC-9E383A973032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167"/>
          <a:stretch/>
        </p:blipFill>
        <p:spPr>
          <a:xfrm>
            <a:off x="87839" y="3045958"/>
            <a:ext cx="1905059" cy="1234378"/>
          </a:xfrm>
          <a:prstGeom prst="rect">
            <a:avLst/>
          </a:prstGeom>
        </p:spPr>
      </p:pic>
      <p:pic>
        <p:nvPicPr>
          <p:cNvPr id="73" name="图片 72">
            <a:extLst>
              <a:ext uri="{FF2B5EF4-FFF2-40B4-BE49-F238E27FC236}">
                <a16:creationId xmlns:a16="http://schemas.microsoft.com/office/drawing/2014/main" id="{2A0EFA03-C9AB-8861-7C9E-21264ABC6F42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920"/>
          <a:stretch/>
        </p:blipFill>
        <p:spPr>
          <a:xfrm>
            <a:off x="10094497" y="3044897"/>
            <a:ext cx="1914481" cy="1234378"/>
          </a:xfrm>
          <a:prstGeom prst="rect">
            <a:avLst/>
          </a:prstGeom>
        </p:spPr>
      </p:pic>
      <p:pic>
        <p:nvPicPr>
          <p:cNvPr id="74" name="图片 73">
            <a:extLst>
              <a:ext uri="{FF2B5EF4-FFF2-40B4-BE49-F238E27FC236}">
                <a16:creationId xmlns:a16="http://schemas.microsoft.com/office/drawing/2014/main" id="{4081057C-6FBB-C957-67D3-1C0D8CCD6A1A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920"/>
          <a:stretch/>
        </p:blipFill>
        <p:spPr>
          <a:xfrm>
            <a:off x="2091135" y="3044898"/>
            <a:ext cx="1914482" cy="1234377"/>
          </a:xfrm>
          <a:prstGeom prst="rect">
            <a:avLst/>
          </a:prstGeom>
        </p:spPr>
      </p:pic>
      <p:pic>
        <p:nvPicPr>
          <p:cNvPr id="75" name="图片 74">
            <a:extLst>
              <a:ext uri="{FF2B5EF4-FFF2-40B4-BE49-F238E27FC236}">
                <a16:creationId xmlns:a16="http://schemas.microsoft.com/office/drawing/2014/main" id="{7C98F7AB-E656-00E5-FE98-E8F0FB5A74CB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674"/>
          <a:stretch/>
        </p:blipFill>
        <p:spPr>
          <a:xfrm>
            <a:off x="4060157" y="3044897"/>
            <a:ext cx="1923884" cy="1234377"/>
          </a:xfrm>
          <a:prstGeom prst="rect">
            <a:avLst/>
          </a:prstGeom>
        </p:spPr>
      </p:pic>
      <p:pic>
        <p:nvPicPr>
          <p:cNvPr id="76" name="图片 75">
            <a:extLst>
              <a:ext uri="{FF2B5EF4-FFF2-40B4-BE49-F238E27FC236}">
                <a16:creationId xmlns:a16="http://schemas.microsoft.com/office/drawing/2014/main" id="{E0B8E445-1155-BA05-9AE9-DEAF5E6CA776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674"/>
          <a:stretch/>
        </p:blipFill>
        <p:spPr>
          <a:xfrm>
            <a:off x="6071508" y="3052746"/>
            <a:ext cx="1923884" cy="1234377"/>
          </a:xfrm>
          <a:prstGeom prst="rect">
            <a:avLst/>
          </a:prstGeom>
        </p:spPr>
      </p:pic>
      <p:pic>
        <p:nvPicPr>
          <p:cNvPr id="77" name="图片 76">
            <a:extLst>
              <a:ext uri="{FF2B5EF4-FFF2-40B4-BE49-F238E27FC236}">
                <a16:creationId xmlns:a16="http://schemas.microsoft.com/office/drawing/2014/main" id="{25F9B5DD-3B6B-54DE-57D1-4A9C5688F06B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674"/>
          <a:stretch/>
        </p:blipFill>
        <p:spPr>
          <a:xfrm>
            <a:off x="8082859" y="3044896"/>
            <a:ext cx="1923884" cy="1234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3535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18085</TotalTime>
  <Words>387</Words>
  <Application>Microsoft Office PowerPoint</Application>
  <PresentationFormat>宽屏</PresentationFormat>
  <Paragraphs>259</Paragraphs>
  <Slides>16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5" baseType="lpstr">
      <vt:lpstr>等线</vt:lpstr>
      <vt:lpstr>等线 Light</vt:lpstr>
      <vt:lpstr>黑体</vt:lpstr>
      <vt:lpstr>宋体</vt:lpstr>
      <vt:lpstr>Arial</vt:lpstr>
      <vt:lpstr>Cambria Math</vt:lpstr>
      <vt:lpstr>Times New Roman</vt:lpstr>
      <vt:lpstr>Office 主题​​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</dc:creator>
  <cp:lastModifiedBy>之心 赵</cp:lastModifiedBy>
  <cp:revision>16</cp:revision>
  <dcterms:created xsi:type="dcterms:W3CDTF">2022-06-18T06:21:26Z</dcterms:created>
  <dcterms:modified xsi:type="dcterms:W3CDTF">2025-11-04T14:02:24Z</dcterms:modified>
</cp:coreProperties>
</file>