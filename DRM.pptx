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1" r:id="rId4"/>
    <p:sldId id="268" r:id="rId5"/>
    <p:sldId id="273" r:id="rId6"/>
    <p:sldId id="274" r:id="rId7"/>
    <p:sldId id="275" r:id="rId8"/>
    <p:sldId id="276" r:id="rId9"/>
    <p:sldId id="269" r:id="rId10"/>
    <p:sldId id="278" r:id="rId11"/>
    <p:sldId id="277" r:id="rId12"/>
    <p:sldId id="272" r:id="rId13"/>
    <p:sldId id="258" r:id="rId14"/>
    <p:sldId id="259" r:id="rId15"/>
    <p:sldId id="261" r:id="rId16"/>
    <p:sldId id="263" r:id="rId17"/>
    <p:sldId id="270" r:id="rId18"/>
    <p:sldId id="264" r:id="rId19"/>
    <p:sldId id="262" r:id="rId20"/>
    <p:sldId id="265" r:id="rId21"/>
    <p:sldId id="266" r:id="rId22"/>
    <p:sldId id="267" r:id="rId23"/>
    <p:sldId id="279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C7C4"/>
    <a:srgbClr val="F3CA87"/>
    <a:srgbClr val="FBE5D6"/>
    <a:srgbClr val="B4C7E7"/>
    <a:srgbClr val="F5B184"/>
    <a:srgbClr val="FDEFCF"/>
    <a:srgbClr val="FCEADE"/>
    <a:srgbClr val="FFF2CC"/>
    <a:srgbClr val="B904CC"/>
    <a:srgbClr val="D9D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5244" autoAdjust="0"/>
  </p:normalViewPr>
  <p:slideViewPr>
    <p:cSldViewPr snapToGrid="0">
      <p:cViewPr>
        <p:scale>
          <a:sx n="66" d="100"/>
          <a:sy n="66" d="100"/>
        </p:scale>
        <p:origin x="725" y="4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E610FF-D711-49A2-A176-34BAE6631E5F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D2618-F8AB-409A-91B6-50D8B46A35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87110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42326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3D3CC-D81B-1A46-46C7-19D45ED13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7D2307-7148-3AFB-6E4A-8E1B0FBEA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954C35C-78D4-1D49-2957-2DFAD831F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4E602D-561B-3901-6335-93255EAD9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9434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6478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7472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8789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9CAA-4E92-4B3E-AAF1-197F9FED1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5FC4F8-C7E2-1D5E-B353-41901D08B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A8210EB-2370-4B6B-8F6F-949AAF73EE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4C507C-75D2-8137-D5BB-8F1FA9DD3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05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19128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0D0C0-232B-E4B5-C5B3-EB36EACEC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DAD97C-EC71-1884-FF94-A547196C4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9BA8625-2B7F-A133-6F89-84E27A58A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79AAE-DB45-C1FA-798E-DEEA8F6C6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D2618-F8AB-409A-91B6-50D8B46A358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1301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B7DFCD-EA9C-C597-4B3C-0823F705F6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BB7FE97-41B9-671F-2DB9-778B603FFE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F6F1A0-169C-18A8-63A0-777BCCDCC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FAF7AAC-9E0C-7879-25B3-B8B591A42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027AA4-B586-CA9C-81D8-F36FB1E50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772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026C6A-D4CA-9B4C-F5E8-0526A74B0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4CA04E-D198-3149-190E-0F41F9D70B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7A310A-B186-E1B8-D501-E1C91F2E9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B0A88-F9FF-BDDB-A163-0E27D0B4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E03201-0D86-088B-348F-E9A225C79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7381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B8473C-9825-0EAE-9FFA-85D3A843E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5A2C815-A982-612F-7400-4172ED7CB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627755-6008-A2D2-2CF6-D603A7247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298AE0-9439-26C5-B5BD-DCCAFFC16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8D5BD8-1EF8-9653-B09D-E03A5CC21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396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9D87A3-F525-04E1-050B-37B6EA80A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FA1900-A88C-D7F2-04B3-1390497C26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8815C8E-4817-9F3C-9086-4CE503D62A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9852C7-24B5-9111-5063-E4EC9A81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C9DB0EE-4EFF-6154-90CC-42693F16B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938279-24BD-8BDD-A38A-B3762FF34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0079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3CE15D-4B32-F14F-E214-EF775EB23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57CC14-BEC6-D4E3-40A0-81784C5083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D3E7B7E-8E8A-D81C-072C-3709B3D502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D45FD9-5F56-753E-AB51-62EC32D837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8309590-9823-C4A8-44F2-0006AA24E6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4486F3E-64F7-84FB-A822-B1E9D307D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A21E619-6AC9-180A-9958-B955E09DF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9FDFE60-F66F-9B96-712B-F42EDC0CB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04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15EB2-360D-CF31-0739-C38666DE4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F3240A-89A0-372F-B3FC-151473238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6F1E331-3E10-B5F0-DF8C-5C7314252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3E237BD-F414-E646-2354-ADAD80476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5900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E9D7E2-25A0-D18B-31BA-C21B8FA2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9BFEBE0-38D7-A800-4938-A904534CD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94B358-B616-1619-E9A7-6C963AA98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4844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90FAB0-A08A-64B2-B31A-EC005A240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02AC4-CF57-8AA6-9291-067B6E1B1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E748A6-EF32-BA71-6CCF-7D456172E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6F37E40-3F32-EA42-F20E-040722888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4C54284-1DB8-C052-8423-7E2570F62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621FED-20A1-E076-2CE8-058FB3608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673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997F66-26E3-E4EB-9228-DB264FEC6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00E1FC5-4F3B-FB9B-D97A-91AD09141C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8438A87-13C6-A705-615D-A8BB9E96F6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6DE6D1-96AA-1B76-610C-A4BA2BBAC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79DBC1-6D7F-0C03-19F0-107BBD603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1E8E5C-2A4E-A563-ED70-0E9FA779F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9912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CE5BC-942A-AAA6-3907-3917C8678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C36C0C-3C43-169D-077E-86B937721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0AB57C-9D60-0F81-73B0-DF9AFA939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CCEB25-D9FC-5194-ED28-81078CB5A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F3E4ED-D4B7-2C8D-4A36-E4C7DCDB1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282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D49DED8-0F92-C96E-6F62-29C3918FC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E88BE7-A283-5D94-2886-FB4784DB1A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4698CF-8E62-DC9D-E3FC-AD14B97FD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091168-1793-9599-3784-5C97CE611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E51AB21-2AB0-5A6B-7223-57C7AC98F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658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E2B62B7-080A-E90E-61E3-7622A0E41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2F4FCF-19BB-12C1-4C14-CD71EF383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59062F-7E9E-E950-F164-7FDC786D1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3DB76C-04BE-4004-81C4-6AD4FA06FBAE}" type="datetimeFigureOut">
              <a:rPr lang="zh-CN" altLang="en-US" smtClean="0"/>
              <a:t>2025/11/29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F0B4BA-D680-6A0C-1C2E-037D87DF9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E73AE8-69FD-E092-63ED-BDC2DC6E16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43BFA-6CC6-4C16-80A9-4F2EA70F6E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07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.wmf"/><Relationship Id="rId18" Type="http://schemas.openxmlformats.org/officeDocument/2006/relationships/oleObject" Target="../embeddings/oleObject7.bin"/><Relationship Id="rId26" Type="http://schemas.openxmlformats.org/officeDocument/2006/relationships/oleObject" Target="../embeddings/oleObject11.bin"/><Relationship Id="rId39" Type="http://schemas.openxmlformats.org/officeDocument/2006/relationships/oleObject" Target="../embeddings/oleObject17.bin"/><Relationship Id="rId21" Type="http://schemas.openxmlformats.org/officeDocument/2006/relationships/image" Target="../media/image12.wmf"/><Relationship Id="rId34" Type="http://schemas.openxmlformats.org/officeDocument/2006/relationships/image" Target="../media/image18.wmf"/><Relationship Id="rId42" Type="http://schemas.openxmlformats.org/officeDocument/2006/relationships/image" Target="../media/image22.wmf"/><Relationship Id="rId47" Type="http://schemas.openxmlformats.org/officeDocument/2006/relationships/oleObject" Target="../embeddings/oleObject21.bin"/><Relationship Id="rId50" Type="http://schemas.openxmlformats.org/officeDocument/2006/relationships/oleObject" Target="../embeddings/oleObject22.bin"/><Relationship Id="rId55" Type="http://schemas.openxmlformats.org/officeDocument/2006/relationships/image" Target="../media/image28.wmf"/><Relationship Id="rId7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6" Type="http://schemas.openxmlformats.org/officeDocument/2006/relationships/image" Target="../media/image9.emf"/><Relationship Id="rId29" Type="http://schemas.openxmlformats.org/officeDocument/2006/relationships/oleObject" Target="../embeddings/oleObject12.bin"/><Relationship Id="rId11" Type="http://schemas.openxmlformats.org/officeDocument/2006/relationships/image" Target="../media/image6.wmf"/><Relationship Id="rId24" Type="http://schemas.openxmlformats.org/officeDocument/2006/relationships/oleObject" Target="../embeddings/oleObject10.bin"/><Relationship Id="rId32" Type="http://schemas.openxmlformats.org/officeDocument/2006/relationships/image" Target="../media/image17.wmf"/><Relationship Id="rId37" Type="http://schemas.openxmlformats.org/officeDocument/2006/relationships/oleObject" Target="../embeddings/oleObject16.bin"/><Relationship Id="rId40" Type="http://schemas.openxmlformats.org/officeDocument/2006/relationships/image" Target="../media/image21.wmf"/><Relationship Id="rId45" Type="http://schemas.openxmlformats.org/officeDocument/2006/relationships/oleObject" Target="../embeddings/oleObject20.bin"/><Relationship Id="rId53" Type="http://schemas.openxmlformats.org/officeDocument/2006/relationships/image" Target="../media/image27.wmf"/><Relationship Id="rId58" Type="http://schemas.openxmlformats.org/officeDocument/2006/relationships/image" Target="../media/image33.png"/><Relationship Id="rId5" Type="http://schemas.openxmlformats.org/officeDocument/2006/relationships/image" Target="../media/image3.emf"/><Relationship Id="rId19" Type="http://schemas.openxmlformats.org/officeDocument/2006/relationships/image" Target="../media/image11.wmf"/><Relationship Id="rId4" Type="http://schemas.openxmlformats.org/officeDocument/2006/relationships/image" Target="../media/image2.emf"/><Relationship Id="rId9" Type="http://schemas.openxmlformats.org/officeDocument/2006/relationships/image" Target="../media/image5.wmf"/><Relationship Id="rId14" Type="http://schemas.openxmlformats.org/officeDocument/2006/relationships/oleObject" Target="../embeddings/oleObject6.bin"/><Relationship Id="rId22" Type="http://schemas.openxmlformats.org/officeDocument/2006/relationships/oleObject" Target="../embeddings/oleObject9.bin"/><Relationship Id="rId27" Type="http://schemas.openxmlformats.org/officeDocument/2006/relationships/image" Target="../media/image15.wmf"/><Relationship Id="rId30" Type="http://schemas.openxmlformats.org/officeDocument/2006/relationships/image" Target="../media/image16.wmf"/><Relationship Id="rId35" Type="http://schemas.openxmlformats.org/officeDocument/2006/relationships/oleObject" Target="../embeddings/oleObject15.bin"/><Relationship Id="rId43" Type="http://schemas.openxmlformats.org/officeDocument/2006/relationships/oleObject" Target="../embeddings/oleObject19.bin"/><Relationship Id="rId48" Type="http://schemas.openxmlformats.org/officeDocument/2006/relationships/image" Target="../media/image25.wmf"/><Relationship Id="rId56" Type="http://schemas.openxmlformats.org/officeDocument/2006/relationships/image" Target="../media/image29.emf"/><Relationship Id="rId8" Type="http://schemas.openxmlformats.org/officeDocument/2006/relationships/oleObject" Target="../embeddings/oleObject3.bin"/><Relationship Id="rId51" Type="http://schemas.openxmlformats.org/officeDocument/2006/relationships/image" Target="../media/image26.wmf"/><Relationship Id="rId3" Type="http://schemas.openxmlformats.org/officeDocument/2006/relationships/image" Target="../media/image1.wmf"/><Relationship Id="rId12" Type="http://schemas.openxmlformats.org/officeDocument/2006/relationships/oleObject" Target="../embeddings/oleObject5.bin"/><Relationship Id="rId17" Type="http://schemas.openxmlformats.org/officeDocument/2006/relationships/image" Target="../media/image10.emf"/><Relationship Id="rId25" Type="http://schemas.openxmlformats.org/officeDocument/2006/relationships/image" Target="../media/image14.wmf"/><Relationship Id="rId33" Type="http://schemas.openxmlformats.org/officeDocument/2006/relationships/oleObject" Target="../embeddings/oleObject14.bin"/><Relationship Id="rId38" Type="http://schemas.openxmlformats.org/officeDocument/2006/relationships/image" Target="../media/image20.wmf"/><Relationship Id="rId46" Type="http://schemas.openxmlformats.org/officeDocument/2006/relationships/image" Target="../media/image24.wmf"/><Relationship Id="rId20" Type="http://schemas.openxmlformats.org/officeDocument/2006/relationships/oleObject" Target="../embeddings/oleObject8.bin"/><Relationship Id="rId41" Type="http://schemas.openxmlformats.org/officeDocument/2006/relationships/oleObject" Target="../embeddings/oleObject18.bin"/><Relationship Id="rId54" Type="http://schemas.openxmlformats.org/officeDocument/2006/relationships/oleObject" Target="../embeddings/oleObject2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.bin"/><Relationship Id="rId15" Type="http://schemas.openxmlformats.org/officeDocument/2006/relationships/image" Target="../media/image8.wmf"/><Relationship Id="rId23" Type="http://schemas.openxmlformats.org/officeDocument/2006/relationships/image" Target="../media/image13.wmf"/><Relationship Id="rId28" Type="http://schemas.openxmlformats.org/officeDocument/2006/relationships/image" Target="../media/image16.png"/><Relationship Id="rId36" Type="http://schemas.openxmlformats.org/officeDocument/2006/relationships/image" Target="../media/image19.wmf"/><Relationship Id="rId49" Type="http://schemas.openxmlformats.org/officeDocument/2006/relationships/image" Target="../media/image27.png"/><Relationship Id="rId57" Type="http://schemas.openxmlformats.org/officeDocument/2006/relationships/image" Target="../media/image30.emf"/><Relationship Id="rId10" Type="http://schemas.openxmlformats.org/officeDocument/2006/relationships/oleObject" Target="../embeddings/oleObject4.bin"/><Relationship Id="rId31" Type="http://schemas.openxmlformats.org/officeDocument/2006/relationships/oleObject" Target="../embeddings/oleObject13.bin"/><Relationship Id="rId44" Type="http://schemas.openxmlformats.org/officeDocument/2006/relationships/image" Target="../media/image23.wmf"/><Relationship Id="rId52" Type="http://schemas.openxmlformats.org/officeDocument/2006/relationships/oleObject" Target="../embeddings/oleObject23.bin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image" Target="../media/image32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svg"/><Relationship Id="rId14" Type="http://schemas.openxmlformats.org/officeDocument/2006/relationships/image" Target="../media/image4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" Type="http://schemas.openxmlformats.org/officeDocument/2006/relationships/image" Target="../media/image49.png"/><Relationship Id="rId21" Type="http://schemas.openxmlformats.org/officeDocument/2006/relationships/image" Target="../media/image67.pn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2" Type="http://schemas.openxmlformats.org/officeDocument/2006/relationships/image" Target="../media/image48.pn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24" Type="http://schemas.openxmlformats.org/officeDocument/2006/relationships/image" Target="../media/image70.png"/><Relationship Id="rId5" Type="http://schemas.openxmlformats.org/officeDocument/2006/relationships/image" Target="../media/image51.sv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10" Type="http://schemas.openxmlformats.org/officeDocument/2006/relationships/image" Target="../media/image56.png"/><Relationship Id="rId19" Type="http://schemas.openxmlformats.org/officeDocument/2006/relationships/image" Target="../media/image65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10" Type="http://schemas.openxmlformats.org/officeDocument/2006/relationships/image" Target="../media/image90.png"/><Relationship Id="rId4" Type="http://schemas.openxmlformats.org/officeDocument/2006/relationships/image" Target="../media/image84.png"/><Relationship Id="rId9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49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5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90.png"/><Relationship Id="rId7" Type="http://schemas.openxmlformats.org/officeDocument/2006/relationships/image" Target="../media/image52.png"/><Relationship Id="rId12" Type="http://schemas.openxmlformats.org/officeDocument/2006/relationships/image" Target="../media/image51.svg"/><Relationship Id="rId2" Type="http://schemas.openxmlformats.org/officeDocument/2006/relationships/image" Target="../media/image4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11" Type="http://schemas.openxmlformats.org/officeDocument/2006/relationships/image" Target="../media/image50.png"/><Relationship Id="rId5" Type="http://schemas.openxmlformats.org/officeDocument/2006/relationships/image" Target="../media/image109.png"/><Relationship Id="rId10" Type="http://schemas.openxmlformats.org/officeDocument/2006/relationships/image" Target="../media/image112.svg"/><Relationship Id="rId4" Type="http://schemas.openxmlformats.org/officeDocument/2006/relationships/image" Target="../media/image108.png"/><Relationship Id="rId9" Type="http://schemas.openxmlformats.org/officeDocument/2006/relationships/image" Target="../media/image1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8.svg"/><Relationship Id="rId4" Type="http://schemas.openxmlformats.org/officeDocument/2006/relationships/image" Target="../media/image11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0.png"/><Relationship Id="rId3" Type="http://schemas.openxmlformats.org/officeDocument/2006/relationships/image" Target="../media/image51.svg"/><Relationship Id="rId7" Type="http://schemas.openxmlformats.org/officeDocument/2006/relationships/image" Target="../media/image4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0.png"/><Relationship Id="rId5" Type="http://schemas.openxmlformats.org/officeDocument/2006/relationships/image" Target="../media/image39.png"/><Relationship Id="rId4" Type="http://schemas.openxmlformats.org/officeDocument/2006/relationships/image" Target="../media/image3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0.png"/><Relationship Id="rId4" Type="http://schemas.openxmlformats.org/officeDocument/2006/relationships/image" Target="../media/image45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0.png"/><Relationship Id="rId3" Type="http://schemas.openxmlformats.org/officeDocument/2006/relationships/image" Target="../media/image37.png"/><Relationship Id="rId7" Type="http://schemas.openxmlformats.org/officeDocument/2006/relationships/image" Target="../media/image29.emf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9.jpg"/><Relationship Id="rId5" Type="http://schemas.openxmlformats.org/officeDocument/2006/relationships/image" Target="../media/image480.png"/><Relationship Id="rId10" Type="http://schemas.openxmlformats.org/officeDocument/2006/relationships/image" Target="../media/image540.png"/><Relationship Id="rId4" Type="http://schemas.openxmlformats.org/officeDocument/2006/relationships/image" Target="../media/image470.png"/><Relationship Id="rId9" Type="http://schemas.openxmlformats.org/officeDocument/2006/relationships/image" Target="../media/image53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0.png"/><Relationship Id="rId3" Type="http://schemas.openxmlformats.org/officeDocument/2006/relationships/image" Target="../media/image29.emf"/><Relationship Id="rId2" Type="http://schemas.openxmlformats.org/officeDocument/2006/relationships/image" Target="../media/image119.jpg"/><Relationship Id="rId1" Type="http://schemas.openxmlformats.org/officeDocument/2006/relationships/slideLayout" Target="../slideLayouts/slideLayout7.xml"/><Relationship Id="rId10" Type="http://schemas.openxmlformats.org/officeDocument/2006/relationships/image" Target="../media/image540.png"/><Relationship Id="rId9" Type="http://schemas.openxmlformats.org/officeDocument/2006/relationships/image" Target="../media/image5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wmf"/><Relationship Id="rId13" Type="http://schemas.openxmlformats.org/officeDocument/2006/relationships/oleObject" Target="../embeddings/oleObject23.bin"/><Relationship Id="rId18" Type="http://schemas.openxmlformats.org/officeDocument/2006/relationships/image" Target="../media/image30.emf"/><Relationship Id="rId3" Type="http://schemas.openxmlformats.org/officeDocument/2006/relationships/oleObject" Target="../embeddings/oleObject21.bin"/><Relationship Id="rId21" Type="http://schemas.openxmlformats.org/officeDocument/2006/relationships/image" Target="../media/image580.png"/><Relationship Id="rId7" Type="http://schemas.openxmlformats.org/officeDocument/2006/relationships/oleObject" Target="../embeddings/oleObject1.bin"/><Relationship Id="rId12" Type="http://schemas.openxmlformats.org/officeDocument/2006/relationships/image" Target="../media/image510.png"/><Relationship Id="rId17" Type="http://schemas.openxmlformats.org/officeDocument/2006/relationships/image" Target="../media/image29.emf"/><Relationship Id="rId2" Type="http://schemas.openxmlformats.org/officeDocument/2006/relationships/image" Target="../media/image3.emf"/><Relationship Id="rId16" Type="http://schemas.openxmlformats.org/officeDocument/2006/relationships/image" Target="../media/image28.wmf"/><Relationship Id="rId20" Type="http://schemas.openxmlformats.org/officeDocument/2006/relationships/image" Target="../media/image5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0.png"/><Relationship Id="rId11" Type="http://schemas.openxmlformats.org/officeDocument/2006/relationships/image" Target="../media/image1.wmf"/><Relationship Id="rId24" Type="http://schemas.openxmlformats.org/officeDocument/2006/relationships/image" Target="../media/image600.png"/><Relationship Id="rId5" Type="http://schemas.openxmlformats.org/officeDocument/2006/relationships/image" Target="../media/image550.png"/><Relationship Id="rId15" Type="http://schemas.openxmlformats.org/officeDocument/2006/relationships/oleObject" Target="../embeddings/oleObject24.bin"/><Relationship Id="rId23" Type="http://schemas.openxmlformats.org/officeDocument/2006/relationships/image" Target="../media/image610.png"/><Relationship Id="rId10" Type="http://schemas.openxmlformats.org/officeDocument/2006/relationships/oleObject" Target="../embeddings/oleObject1.bin"/><Relationship Id="rId19" Type="http://schemas.openxmlformats.org/officeDocument/2006/relationships/image" Target="../media/image570.png"/><Relationship Id="rId4" Type="http://schemas.openxmlformats.org/officeDocument/2006/relationships/image" Target="../media/image25.wmf"/><Relationship Id="rId14" Type="http://schemas.openxmlformats.org/officeDocument/2006/relationships/image" Target="../media/image27.wmf"/><Relationship Id="rId22" Type="http://schemas.openxmlformats.org/officeDocument/2006/relationships/image" Target="../media/image59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0.png"/><Relationship Id="rId3" Type="http://schemas.openxmlformats.org/officeDocument/2006/relationships/image" Target="../media/image620.png"/><Relationship Id="rId7" Type="http://schemas.openxmlformats.org/officeDocument/2006/relationships/image" Target="../media/image67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0.png"/><Relationship Id="rId5" Type="http://schemas.openxmlformats.org/officeDocument/2006/relationships/image" Target="../media/image650.png"/><Relationship Id="rId4" Type="http://schemas.openxmlformats.org/officeDocument/2006/relationships/image" Target="../media/image6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jpg"/><Relationship Id="rId2" Type="http://schemas.openxmlformats.org/officeDocument/2006/relationships/image" Target="../media/image12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4.jpg"/><Relationship Id="rId5" Type="http://schemas.openxmlformats.org/officeDocument/2006/relationships/image" Target="../media/image123.jpg"/><Relationship Id="rId4" Type="http://schemas.openxmlformats.org/officeDocument/2006/relationships/image" Target="../media/image122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jpg"/><Relationship Id="rId2" Type="http://schemas.openxmlformats.org/officeDocument/2006/relationships/image" Target="../media/image12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9.jpg"/><Relationship Id="rId5" Type="http://schemas.openxmlformats.org/officeDocument/2006/relationships/image" Target="../media/image128.jpg"/><Relationship Id="rId4" Type="http://schemas.openxmlformats.org/officeDocument/2006/relationships/image" Target="../media/image127.jp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jpg"/><Relationship Id="rId13" Type="http://schemas.openxmlformats.org/officeDocument/2006/relationships/image" Target="../media/image135.jpg"/><Relationship Id="rId18" Type="http://schemas.openxmlformats.org/officeDocument/2006/relationships/image" Target="../media/image129.jpg"/><Relationship Id="rId3" Type="http://schemas.openxmlformats.org/officeDocument/2006/relationships/image" Target="../media/image120.jpg"/><Relationship Id="rId21" Type="http://schemas.openxmlformats.org/officeDocument/2006/relationships/image" Target="../media/image126.jpg"/><Relationship Id="rId7" Type="http://schemas.openxmlformats.org/officeDocument/2006/relationships/image" Target="../media/image124.jpg"/><Relationship Id="rId12" Type="http://schemas.openxmlformats.org/officeDocument/2006/relationships/image" Target="../media/image134.jpg"/><Relationship Id="rId17" Type="http://schemas.openxmlformats.org/officeDocument/2006/relationships/image" Target="../media/image139.jp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38.jpg"/><Relationship Id="rId20" Type="http://schemas.openxmlformats.org/officeDocument/2006/relationships/image" Target="../media/image12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3.jpg"/><Relationship Id="rId11" Type="http://schemas.openxmlformats.org/officeDocument/2006/relationships/image" Target="../media/image133.jpg"/><Relationship Id="rId5" Type="http://schemas.openxmlformats.org/officeDocument/2006/relationships/image" Target="../media/image122.jpg"/><Relationship Id="rId15" Type="http://schemas.openxmlformats.org/officeDocument/2006/relationships/image" Target="../media/image137.jpg"/><Relationship Id="rId10" Type="http://schemas.openxmlformats.org/officeDocument/2006/relationships/image" Target="../media/image132.jpg"/><Relationship Id="rId19" Type="http://schemas.openxmlformats.org/officeDocument/2006/relationships/image" Target="../media/image128.jpg"/><Relationship Id="rId4" Type="http://schemas.openxmlformats.org/officeDocument/2006/relationships/image" Target="../media/image121.jpg"/><Relationship Id="rId9" Type="http://schemas.openxmlformats.org/officeDocument/2006/relationships/image" Target="../media/image131.jpg"/><Relationship Id="rId14" Type="http://schemas.openxmlformats.org/officeDocument/2006/relationships/image" Target="../media/image136.jpg"/><Relationship Id="rId22" Type="http://schemas.openxmlformats.org/officeDocument/2006/relationships/image" Target="../media/image125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9.jpg"/><Relationship Id="rId5" Type="http://schemas.openxmlformats.org/officeDocument/2006/relationships/image" Target="../media/image135.jpg"/><Relationship Id="rId4" Type="http://schemas.openxmlformats.org/officeDocument/2006/relationships/image" Target="../media/image13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立方体 2">
            <a:extLst>
              <a:ext uri="{FF2B5EF4-FFF2-40B4-BE49-F238E27FC236}">
                <a16:creationId xmlns:a16="http://schemas.microsoft.com/office/drawing/2014/main" id="{BBAFE2EF-B377-037A-F262-05E83466EB15}"/>
              </a:ext>
            </a:extLst>
          </p:cNvPr>
          <p:cNvSpPr/>
          <p:nvPr/>
        </p:nvSpPr>
        <p:spPr>
          <a:xfrm>
            <a:off x="183104" y="1998136"/>
            <a:ext cx="1051085" cy="353421"/>
          </a:xfrm>
          <a:prstGeom prst="cube">
            <a:avLst>
              <a:gd name="adj" fmla="val 77174"/>
            </a:avLst>
          </a:prstGeom>
          <a:solidFill>
            <a:srgbClr val="BFBFBF"/>
          </a:solidFill>
          <a:ln w="25400"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立方体 3">
            <a:extLst>
              <a:ext uri="{FF2B5EF4-FFF2-40B4-BE49-F238E27FC236}">
                <a16:creationId xmlns:a16="http://schemas.microsoft.com/office/drawing/2014/main" id="{F2ECD4AF-F1BA-0992-71CE-3A6763093D2C}"/>
              </a:ext>
            </a:extLst>
          </p:cNvPr>
          <p:cNvSpPr/>
          <p:nvPr/>
        </p:nvSpPr>
        <p:spPr>
          <a:xfrm>
            <a:off x="183105" y="1352187"/>
            <a:ext cx="1051085" cy="353421"/>
          </a:xfrm>
          <a:prstGeom prst="cube">
            <a:avLst>
              <a:gd name="adj" fmla="val 77174"/>
            </a:avLst>
          </a:prstGeom>
          <a:solidFill>
            <a:srgbClr val="E5B9B5"/>
          </a:solidFill>
          <a:ln w="25400">
            <a:solidFill>
              <a:srgbClr val="D995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立方体 4">
            <a:extLst>
              <a:ext uri="{FF2B5EF4-FFF2-40B4-BE49-F238E27FC236}">
                <a16:creationId xmlns:a16="http://schemas.microsoft.com/office/drawing/2014/main" id="{6998B541-7E05-E747-2248-EA36CFDBEF06}"/>
              </a:ext>
            </a:extLst>
          </p:cNvPr>
          <p:cNvSpPr/>
          <p:nvPr/>
        </p:nvSpPr>
        <p:spPr>
          <a:xfrm>
            <a:off x="183106" y="762224"/>
            <a:ext cx="1051085" cy="353421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立方体 5">
            <a:extLst>
              <a:ext uri="{FF2B5EF4-FFF2-40B4-BE49-F238E27FC236}">
                <a16:creationId xmlns:a16="http://schemas.microsoft.com/office/drawing/2014/main" id="{7F275249-A2B1-F6C6-6840-8DD7F45059E5}"/>
              </a:ext>
            </a:extLst>
          </p:cNvPr>
          <p:cNvSpPr/>
          <p:nvPr/>
        </p:nvSpPr>
        <p:spPr>
          <a:xfrm>
            <a:off x="192342" y="111433"/>
            <a:ext cx="1051085" cy="353421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A647A23-FDB3-0BC4-4FCD-D15149862ABB}"/>
              </a:ext>
            </a:extLst>
          </p:cNvPr>
          <p:cNvCxnSpPr/>
          <p:nvPr/>
        </p:nvCxnSpPr>
        <p:spPr>
          <a:xfrm>
            <a:off x="1117082" y="353908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08F7620-8357-433E-DF2C-80763759E248}"/>
              </a:ext>
            </a:extLst>
          </p:cNvPr>
          <p:cNvCxnSpPr/>
          <p:nvPr/>
        </p:nvCxnSpPr>
        <p:spPr>
          <a:xfrm>
            <a:off x="1117082" y="948713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0CABAEF-CBEE-1976-F5DD-1A7AB31B8A75}"/>
              </a:ext>
            </a:extLst>
          </p:cNvPr>
          <p:cNvCxnSpPr/>
          <p:nvPr/>
        </p:nvCxnSpPr>
        <p:spPr>
          <a:xfrm>
            <a:off x="1117082" y="1533696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0E1FE5-22BF-BAE7-34C2-EC9353FFF63D}"/>
              </a:ext>
            </a:extLst>
          </p:cNvPr>
          <p:cNvCxnSpPr/>
          <p:nvPr/>
        </p:nvCxnSpPr>
        <p:spPr>
          <a:xfrm>
            <a:off x="1117082" y="2119623"/>
            <a:ext cx="216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6AFA3AB-39C8-BF69-6A05-2F0A9D8F8968}"/>
              </a:ext>
            </a:extLst>
          </p:cNvPr>
          <p:cNvCxnSpPr/>
          <p:nvPr/>
        </p:nvCxnSpPr>
        <p:spPr>
          <a:xfrm>
            <a:off x="1333082" y="353908"/>
            <a:ext cx="0" cy="176571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C79D293-F3CC-E4F3-F709-FB7A30435122}"/>
              </a:ext>
            </a:extLst>
          </p:cNvPr>
          <p:cNvCxnSpPr/>
          <p:nvPr/>
        </p:nvCxnSpPr>
        <p:spPr>
          <a:xfrm>
            <a:off x="1333082" y="1229973"/>
            <a:ext cx="54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F7688951-B3E6-AD79-758C-07223CF65AC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5852870"/>
              </p:ext>
            </p:extLst>
          </p:nvPr>
        </p:nvGraphicFramePr>
        <p:xfrm>
          <a:off x="1458696" y="1047044"/>
          <a:ext cx="260710" cy="1613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164880" progId="Equation.DSMT4">
                  <p:embed/>
                </p:oleObj>
              </mc:Choice>
              <mc:Fallback>
                <p:oleObj name="Equation" r:id="rId2" imgW="266400" imgH="16488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AC08674E-7355-6FF3-081E-9EA22A7AE2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458696" y="1047044"/>
                        <a:ext cx="260710" cy="1613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7A3AFA01-872F-F697-DA48-424479CAC6D5}"/>
              </a:ext>
            </a:extLst>
          </p:cNvPr>
          <p:cNvSpPr/>
          <p:nvPr/>
        </p:nvSpPr>
        <p:spPr>
          <a:xfrm>
            <a:off x="2079318" y="1029288"/>
            <a:ext cx="765994" cy="743980"/>
          </a:xfrm>
          <a:prstGeom prst="rect">
            <a:avLst/>
          </a:prstGeom>
          <a:solidFill>
            <a:srgbClr val="BFBFBF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0246EB2-A84F-798A-B970-8CBB609C509D}"/>
              </a:ext>
            </a:extLst>
          </p:cNvPr>
          <p:cNvSpPr/>
          <p:nvPr/>
        </p:nvSpPr>
        <p:spPr>
          <a:xfrm>
            <a:off x="2074262" y="931630"/>
            <a:ext cx="765994" cy="743980"/>
          </a:xfrm>
          <a:prstGeom prst="rect">
            <a:avLst/>
          </a:prstGeom>
          <a:solidFill>
            <a:srgbClr val="E5B9B5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6228CE3-97ED-2230-A7A4-B43E680CA939}"/>
              </a:ext>
            </a:extLst>
          </p:cNvPr>
          <p:cNvSpPr/>
          <p:nvPr/>
        </p:nvSpPr>
        <p:spPr>
          <a:xfrm>
            <a:off x="2086962" y="836446"/>
            <a:ext cx="765994" cy="743980"/>
          </a:xfrm>
          <a:prstGeom prst="rect">
            <a:avLst/>
          </a:prstGeom>
          <a:solidFill>
            <a:srgbClr val="B7DDE8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8E37BA4-6C06-BEAE-1BF3-DFB97F6CC940}"/>
              </a:ext>
            </a:extLst>
          </p:cNvPr>
          <p:cNvSpPr/>
          <p:nvPr/>
        </p:nvSpPr>
        <p:spPr>
          <a:xfrm>
            <a:off x="2121551" y="738788"/>
            <a:ext cx="765994" cy="743980"/>
          </a:xfrm>
          <a:prstGeom prst="rect">
            <a:avLst/>
          </a:prstGeom>
          <a:solidFill>
            <a:srgbClr val="FBD7BB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99178068-3E62-FD8C-3982-B5AF39D41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201" y="878671"/>
            <a:ext cx="244800" cy="7650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C095A709-3C6B-FA79-6C85-050D2B7719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8669" y="881919"/>
            <a:ext cx="244800" cy="765000"/>
          </a:xfrm>
          <a:prstGeom prst="rect">
            <a:avLst/>
          </a:prstGeom>
        </p:spPr>
      </p:pic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51422DA0-DD6B-4D11-41F4-E014BAD2F556}"/>
              </a:ext>
            </a:extLst>
          </p:cNvPr>
          <p:cNvCxnSpPr>
            <a:cxnSpLocks/>
          </p:cNvCxnSpPr>
          <p:nvPr/>
        </p:nvCxnSpPr>
        <p:spPr>
          <a:xfrm>
            <a:off x="3022379" y="1281210"/>
            <a:ext cx="6536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AA27BCE-E38B-2AF9-9268-673AF1CC1BF6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4005001" y="1261171"/>
            <a:ext cx="543668" cy="3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C0A4D8-F562-2FB5-B9EC-EF49202A1814}"/>
              </a:ext>
            </a:extLst>
          </p:cNvPr>
          <p:cNvCxnSpPr/>
          <p:nvPr/>
        </p:nvCxnSpPr>
        <p:spPr>
          <a:xfrm>
            <a:off x="4769278" y="967375"/>
            <a:ext cx="7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67BF471F-A228-B192-488F-D82D1BB5458C}"/>
              </a:ext>
            </a:extLst>
          </p:cNvPr>
          <p:cNvCxnSpPr>
            <a:cxnSpLocks/>
          </p:cNvCxnSpPr>
          <p:nvPr/>
        </p:nvCxnSpPr>
        <p:spPr>
          <a:xfrm flipV="1">
            <a:off x="4841464" y="588331"/>
            <a:ext cx="0" cy="378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985A60-9336-BA84-4CE0-2423DC368FD8}"/>
              </a:ext>
            </a:extLst>
          </p:cNvPr>
          <p:cNvCxnSpPr>
            <a:cxnSpLocks/>
          </p:cNvCxnSpPr>
          <p:nvPr/>
        </p:nvCxnSpPr>
        <p:spPr>
          <a:xfrm flipV="1">
            <a:off x="845023" y="721888"/>
            <a:ext cx="0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EF608EE-55F7-8EAB-EEDF-15685E05FFF0}"/>
              </a:ext>
            </a:extLst>
          </p:cNvPr>
          <p:cNvCxnSpPr/>
          <p:nvPr/>
        </p:nvCxnSpPr>
        <p:spPr>
          <a:xfrm>
            <a:off x="845022" y="720005"/>
            <a:ext cx="4251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D3F4CE2-27F6-F3A2-0871-2992BCF8025D}"/>
              </a:ext>
            </a:extLst>
          </p:cNvPr>
          <p:cNvCxnSpPr>
            <a:cxnSpLocks/>
          </p:cNvCxnSpPr>
          <p:nvPr/>
        </p:nvCxnSpPr>
        <p:spPr>
          <a:xfrm>
            <a:off x="4759947" y="1150223"/>
            <a:ext cx="43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0EBEAA0-DC18-B61C-CD2A-3346451A90FA}"/>
              </a:ext>
            </a:extLst>
          </p:cNvPr>
          <p:cNvCxnSpPr/>
          <p:nvPr/>
        </p:nvCxnSpPr>
        <p:spPr>
          <a:xfrm flipV="1">
            <a:off x="5191947" y="821608"/>
            <a:ext cx="0" cy="3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8901F9-59A9-CC91-9420-F62B3AE8DCF3}"/>
              </a:ext>
            </a:extLst>
          </p:cNvPr>
          <p:cNvCxnSpPr>
            <a:cxnSpLocks/>
          </p:cNvCxnSpPr>
          <p:nvPr/>
        </p:nvCxnSpPr>
        <p:spPr>
          <a:xfrm flipV="1">
            <a:off x="838800" y="1714042"/>
            <a:ext cx="0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932CB7B-FB6C-EA4D-A5EA-3F8CB8BBE462}"/>
              </a:ext>
            </a:extLst>
          </p:cNvPr>
          <p:cNvCxnSpPr>
            <a:cxnSpLocks/>
          </p:cNvCxnSpPr>
          <p:nvPr/>
        </p:nvCxnSpPr>
        <p:spPr>
          <a:xfrm>
            <a:off x="4770394" y="1343995"/>
            <a:ext cx="43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9629B9DF-8B03-217B-E4F8-85E1131CB17E}"/>
              </a:ext>
            </a:extLst>
          </p:cNvPr>
          <p:cNvCxnSpPr/>
          <p:nvPr/>
        </p:nvCxnSpPr>
        <p:spPr>
          <a:xfrm>
            <a:off x="838800" y="1750452"/>
            <a:ext cx="4251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D3A3E91-EDCD-0E88-3B12-C71F60AE1FFF}"/>
              </a:ext>
            </a:extLst>
          </p:cNvPr>
          <p:cNvCxnSpPr/>
          <p:nvPr/>
        </p:nvCxnSpPr>
        <p:spPr>
          <a:xfrm>
            <a:off x="5201278" y="1352187"/>
            <a:ext cx="0" cy="3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B3608A7-82C4-AD05-9363-FDF95D6DB686}"/>
              </a:ext>
            </a:extLst>
          </p:cNvPr>
          <p:cNvCxnSpPr>
            <a:cxnSpLocks/>
          </p:cNvCxnSpPr>
          <p:nvPr/>
        </p:nvCxnSpPr>
        <p:spPr>
          <a:xfrm flipV="1">
            <a:off x="841909" y="1959742"/>
            <a:ext cx="0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902C792-DE44-E116-9E61-ABFAC7037E0E}"/>
              </a:ext>
            </a:extLst>
          </p:cNvPr>
          <p:cNvCxnSpPr/>
          <p:nvPr/>
        </p:nvCxnSpPr>
        <p:spPr>
          <a:xfrm>
            <a:off x="4772387" y="1520990"/>
            <a:ext cx="72000" cy="0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7B074E88-5155-BB19-794A-2E66E0BF77D6}"/>
              </a:ext>
            </a:extLst>
          </p:cNvPr>
          <p:cNvCxnSpPr/>
          <p:nvPr/>
        </p:nvCxnSpPr>
        <p:spPr>
          <a:xfrm>
            <a:off x="838799" y="1965118"/>
            <a:ext cx="390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08D1E50C-D31B-54D5-A0F0-42DC25B9405E}"/>
              </a:ext>
            </a:extLst>
          </p:cNvPr>
          <p:cNvCxnSpPr/>
          <p:nvPr/>
        </p:nvCxnSpPr>
        <p:spPr>
          <a:xfrm>
            <a:off x="4844574" y="1528897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aphicFrame>
        <p:nvGraphicFramePr>
          <p:cNvPr id="41" name="对象 40">
            <a:extLst>
              <a:ext uri="{FF2B5EF4-FFF2-40B4-BE49-F238E27FC236}">
                <a16:creationId xmlns:a16="http://schemas.microsoft.com/office/drawing/2014/main" id="{EB1E669B-5842-60CE-8033-D64EB6E21BE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2547545"/>
              </p:ext>
            </p:extLst>
          </p:nvPr>
        </p:nvGraphicFramePr>
        <p:xfrm>
          <a:off x="5109682" y="1654960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0" name="对象 169">
                        <a:extLst>
                          <a:ext uri="{FF2B5EF4-FFF2-40B4-BE49-F238E27FC236}">
                            <a16:creationId xmlns:a16="http://schemas.microsoft.com/office/drawing/2014/main" id="{DE0F9ACB-4F50-55B3-204C-71661A3407F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109682" y="1654960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对象 41">
            <a:extLst>
              <a:ext uri="{FF2B5EF4-FFF2-40B4-BE49-F238E27FC236}">
                <a16:creationId xmlns:a16="http://schemas.microsoft.com/office/drawing/2014/main" id="{1BFE876F-54CB-3BEA-558B-E5FA3397C6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2095091"/>
              </p:ext>
            </p:extLst>
          </p:nvPr>
        </p:nvGraphicFramePr>
        <p:xfrm>
          <a:off x="4753714" y="1868229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1" name="对象 170">
                        <a:extLst>
                          <a:ext uri="{FF2B5EF4-FFF2-40B4-BE49-F238E27FC236}">
                            <a16:creationId xmlns:a16="http://schemas.microsoft.com/office/drawing/2014/main" id="{6225589B-76B9-4590-3A1A-22AC71F78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753714" y="1868229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4DF17302-5B65-A9E5-CAD0-60AC5B1621B7}"/>
              </a:ext>
            </a:extLst>
          </p:cNvPr>
          <p:cNvCxnSpPr>
            <a:cxnSpLocks/>
          </p:cNvCxnSpPr>
          <p:nvPr/>
        </p:nvCxnSpPr>
        <p:spPr>
          <a:xfrm flipH="1" flipV="1">
            <a:off x="838799" y="463803"/>
            <a:ext cx="6224" cy="36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96695D8-E91A-6839-E7FC-244D9B0C4082}"/>
              </a:ext>
            </a:extLst>
          </p:cNvPr>
          <p:cNvCxnSpPr/>
          <p:nvPr/>
        </p:nvCxnSpPr>
        <p:spPr>
          <a:xfrm>
            <a:off x="838799" y="499803"/>
            <a:ext cx="390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3C8C3901-1D8C-88FA-E0A4-B3EF5726CE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1842194"/>
              </p:ext>
            </p:extLst>
          </p:nvPr>
        </p:nvGraphicFramePr>
        <p:xfrm>
          <a:off x="4747553" y="408091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5" name="对象 174">
                        <a:extLst>
                          <a:ext uri="{FF2B5EF4-FFF2-40B4-BE49-F238E27FC236}">
                            <a16:creationId xmlns:a16="http://schemas.microsoft.com/office/drawing/2014/main" id="{66044571-29D3-EA54-B7F9-6205BF8F39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747553" y="408091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3DCBA6F0-9660-B845-C346-DD2B0884AA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5091428"/>
              </p:ext>
            </p:extLst>
          </p:nvPr>
        </p:nvGraphicFramePr>
        <p:xfrm>
          <a:off x="5095898" y="635139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4880" imgH="177480" progId="Equation.DSMT4">
                  <p:embed/>
                </p:oleObj>
              </mc:Choice>
              <mc:Fallback>
                <p:oleObj name="Equation" r:id="rId6" imgW="164880" imgH="177480" progId="Equation.DSMT4">
                  <p:embed/>
                  <p:pic>
                    <p:nvPicPr>
                      <p:cNvPr id="176" name="对象 175">
                        <a:extLst>
                          <a:ext uri="{FF2B5EF4-FFF2-40B4-BE49-F238E27FC236}">
                            <a16:creationId xmlns:a16="http://schemas.microsoft.com/office/drawing/2014/main" id="{C70F29C2-533F-CAC3-E6ED-1AB37CAF6B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095898" y="635139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C1853C2A-DA8A-E4ED-B135-804958DDFED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7721272"/>
              </p:ext>
            </p:extLst>
          </p:nvPr>
        </p:nvGraphicFramePr>
        <p:xfrm>
          <a:off x="613396" y="109698"/>
          <a:ext cx="1905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0440" imgH="241200" progId="Equation.DSMT4">
                  <p:embed/>
                </p:oleObj>
              </mc:Choice>
              <mc:Fallback>
                <p:oleObj name="Equation" r:id="rId8" imgW="190440" imgH="241200" progId="Equation.DSMT4">
                  <p:embed/>
                  <p:pic>
                    <p:nvPicPr>
                      <p:cNvPr id="177" name="对象 176">
                        <a:extLst>
                          <a:ext uri="{FF2B5EF4-FFF2-40B4-BE49-F238E27FC236}">
                            <a16:creationId xmlns:a16="http://schemas.microsoft.com/office/drawing/2014/main" id="{B42730E9-BE58-298F-3563-DE1D8EB547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3396" y="109698"/>
                        <a:ext cx="1905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4D06A7C2-E243-B24C-2259-783CD55BFE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70794773"/>
              </p:ext>
            </p:extLst>
          </p:nvPr>
        </p:nvGraphicFramePr>
        <p:xfrm>
          <a:off x="594438" y="775665"/>
          <a:ext cx="2159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15640" imgH="241200" progId="Equation.DSMT4">
                  <p:embed/>
                </p:oleObj>
              </mc:Choice>
              <mc:Fallback>
                <p:oleObj name="Equation" r:id="rId10" imgW="215640" imgH="241200" progId="Equation.DSMT4">
                  <p:embed/>
                  <p:pic>
                    <p:nvPicPr>
                      <p:cNvPr id="178" name="对象 177">
                        <a:extLst>
                          <a:ext uri="{FF2B5EF4-FFF2-40B4-BE49-F238E27FC236}">
                            <a16:creationId xmlns:a16="http://schemas.microsoft.com/office/drawing/2014/main" id="{9F6CFAA2-2712-044F-5C6E-76CC2FCE9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94438" y="775665"/>
                        <a:ext cx="2159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对象 48">
            <a:extLst>
              <a:ext uri="{FF2B5EF4-FFF2-40B4-BE49-F238E27FC236}">
                <a16:creationId xmlns:a16="http://schemas.microsoft.com/office/drawing/2014/main" id="{EF7D07D0-BABF-CA8C-58C2-3FA68E59A1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27204741"/>
              </p:ext>
            </p:extLst>
          </p:nvPr>
        </p:nvGraphicFramePr>
        <p:xfrm>
          <a:off x="598251" y="1359096"/>
          <a:ext cx="2032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3040" imgH="241200" progId="Equation.DSMT4">
                  <p:embed/>
                </p:oleObj>
              </mc:Choice>
              <mc:Fallback>
                <p:oleObj name="Equation" r:id="rId12" imgW="203040" imgH="241200" progId="Equation.DSMT4">
                  <p:embed/>
                  <p:pic>
                    <p:nvPicPr>
                      <p:cNvPr id="179" name="对象 178">
                        <a:extLst>
                          <a:ext uri="{FF2B5EF4-FFF2-40B4-BE49-F238E27FC236}">
                            <a16:creationId xmlns:a16="http://schemas.microsoft.com/office/drawing/2014/main" id="{9D5D58D0-55F1-010F-CD62-EEF5E1F546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98251" y="1359096"/>
                        <a:ext cx="2032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ECE569F2-44D7-2FBE-211D-AB975C58A32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7478081"/>
              </p:ext>
            </p:extLst>
          </p:nvPr>
        </p:nvGraphicFramePr>
        <p:xfrm>
          <a:off x="599175" y="1998973"/>
          <a:ext cx="2159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15640" imgH="241200" progId="Equation.DSMT4">
                  <p:embed/>
                </p:oleObj>
              </mc:Choice>
              <mc:Fallback>
                <p:oleObj name="Equation" r:id="rId14" imgW="215640" imgH="241200" progId="Equation.DSMT4">
                  <p:embed/>
                  <p:pic>
                    <p:nvPicPr>
                      <p:cNvPr id="180" name="对象 179">
                        <a:extLst>
                          <a:ext uri="{FF2B5EF4-FFF2-40B4-BE49-F238E27FC236}">
                            <a16:creationId xmlns:a16="http://schemas.microsoft.com/office/drawing/2014/main" id="{5E5DEC2C-D88D-640A-4A8F-914F36BF22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99175" y="1998973"/>
                        <a:ext cx="2159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1" name="图片 50">
            <a:extLst>
              <a:ext uri="{FF2B5EF4-FFF2-40B4-BE49-F238E27FC236}">
                <a16:creationId xmlns:a16="http://schemas.microsoft.com/office/drawing/2014/main" id="{E1BFC8FA-CECB-C2A1-8777-56E29DCD5E3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204" y="2265271"/>
            <a:ext cx="246007" cy="1122407"/>
          </a:xfrm>
          <a:prstGeom prst="rect">
            <a:avLst/>
          </a:prstGeom>
        </p:spPr>
      </p:pic>
      <p:pic>
        <p:nvPicPr>
          <p:cNvPr id="52" name="图片 51">
            <a:extLst>
              <a:ext uri="{FF2B5EF4-FFF2-40B4-BE49-F238E27FC236}">
                <a16:creationId xmlns:a16="http://schemas.microsoft.com/office/drawing/2014/main" id="{7C7F8820-38A2-54CA-0BAB-558B6675EF9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30367" y="2270931"/>
            <a:ext cx="246007" cy="1122407"/>
          </a:xfrm>
          <a:prstGeom prst="rect">
            <a:avLst/>
          </a:prstGeom>
        </p:spPr>
      </p:pic>
      <p:pic>
        <p:nvPicPr>
          <p:cNvPr id="53" name="图片 52">
            <a:extLst>
              <a:ext uri="{FF2B5EF4-FFF2-40B4-BE49-F238E27FC236}">
                <a16:creationId xmlns:a16="http://schemas.microsoft.com/office/drawing/2014/main" id="{2B995726-1954-7952-DF63-3C743E24DB5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23525" y="2274571"/>
            <a:ext cx="246181" cy="1123200"/>
          </a:xfrm>
          <a:prstGeom prst="rect">
            <a:avLst/>
          </a:prstGeom>
        </p:spPr>
      </p:pic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5FA8E1C4-55FF-E174-E9C9-90F3F0115174}"/>
              </a:ext>
            </a:extLst>
          </p:cNvPr>
          <p:cNvCxnSpPr>
            <a:cxnSpLocks/>
          </p:cNvCxnSpPr>
          <p:nvPr/>
        </p:nvCxnSpPr>
        <p:spPr>
          <a:xfrm>
            <a:off x="2664556" y="2826475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32DDAD-7B97-426D-A014-940F6FC48124}"/>
              </a:ext>
            </a:extLst>
          </p:cNvPr>
          <p:cNvCxnSpPr>
            <a:cxnSpLocks/>
          </p:cNvCxnSpPr>
          <p:nvPr/>
        </p:nvCxnSpPr>
        <p:spPr>
          <a:xfrm flipV="1">
            <a:off x="3248381" y="2826474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6" name="对象 55">
            <a:extLst>
              <a:ext uri="{FF2B5EF4-FFF2-40B4-BE49-F238E27FC236}">
                <a16:creationId xmlns:a16="http://schemas.microsoft.com/office/drawing/2014/main" id="{6F53F7C7-3BBC-E22A-3A5A-BB82537FA6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93883959"/>
              </p:ext>
            </p:extLst>
          </p:nvPr>
        </p:nvGraphicFramePr>
        <p:xfrm>
          <a:off x="3308596" y="2607571"/>
          <a:ext cx="1905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90440" imgH="228600" progId="Equation.DSMT4">
                  <p:embed/>
                </p:oleObj>
              </mc:Choice>
              <mc:Fallback>
                <p:oleObj name="Equation" r:id="rId18" imgW="190440" imgH="228600" progId="Equation.DSMT4">
                  <p:embed/>
                  <p:pic>
                    <p:nvPicPr>
                      <p:cNvPr id="191" name="对象 190">
                        <a:extLst>
                          <a:ext uri="{FF2B5EF4-FFF2-40B4-BE49-F238E27FC236}">
                            <a16:creationId xmlns:a16="http://schemas.microsoft.com/office/drawing/2014/main" id="{28A0F069-EF6C-61C1-A478-2535F7A6BF8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3308596" y="2607571"/>
                        <a:ext cx="1905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D7F50336-5723-C809-FFE7-9B7668F84CBA}"/>
              </a:ext>
            </a:extLst>
          </p:cNvPr>
          <p:cNvCxnSpPr>
            <a:cxnSpLocks/>
          </p:cNvCxnSpPr>
          <p:nvPr/>
        </p:nvCxnSpPr>
        <p:spPr>
          <a:xfrm>
            <a:off x="2103161" y="2826474"/>
            <a:ext cx="360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8" name="对象 57">
            <a:extLst>
              <a:ext uri="{FF2B5EF4-FFF2-40B4-BE49-F238E27FC236}">
                <a16:creationId xmlns:a16="http://schemas.microsoft.com/office/drawing/2014/main" id="{BF44BFAC-20C7-EF7F-0BC4-E77AF3C974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549679"/>
              </p:ext>
            </p:extLst>
          </p:nvPr>
        </p:nvGraphicFramePr>
        <p:xfrm>
          <a:off x="2140898" y="2592132"/>
          <a:ext cx="239839" cy="2278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53800" imgH="241200" progId="Equation.DSMT4">
                  <p:embed/>
                </p:oleObj>
              </mc:Choice>
              <mc:Fallback>
                <p:oleObj name="Equation" r:id="rId20" imgW="253800" imgH="241200" progId="Equation.DSMT4">
                  <p:embed/>
                  <p:pic>
                    <p:nvPicPr>
                      <p:cNvPr id="194" name="对象 193">
                        <a:extLst>
                          <a:ext uri="{FF2B5EF4-FFF2-40B4-BE49-F238E27FC236}">
                            <a16:creationId xmlns:a16="http://schemas.microsoft.com/office/drawing/2014/main" id="{79787C15-26DA-18A0-17A8-CAA345C99E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2140898" y="2592132"/>
                        <a:ext cx="239839" cy="22784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A9F994B0-D077-065A-A104-68088F2B4523}"/>
              </a:ext>
            </a:extLst>
          </p:cNvPr>
          <p:cNvCxnSpPr>
            <a:cxnSpLocks/>
          </p:cNvCxnSpPr>
          <p:nvPr/>
        </p:nvCxnSpPr>
        <p:spPr>
          <a:xfrm>
            <a:off x="3832382" y="2826840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60" name="对象 59">
            <a:extLst>
              <a:ext uri="{FF2B5EF4-FFF2-40B4-BE49-F238E27FC236}">
                <a16:creationId xmlns:a16="http://schemas.microsoft.com/office/drawing/2014/main" id="{47496074-812E-21F8-B8B3-639C4CCD966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8527"/>
              </p:ext>
            </p:extLst>
          </p:nvPr>
        </p:nvGraphicFramePr>
        <p:xfrm>
          <a:off x="4007122" y="2726954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64880" imgH="177480" progId="Equation.DSMT4">
                  <p:embed/>
                </p:oleObj>
              </mc:Choice>
              <mc:Fallback>
                <p:oleObj name="Equation" r:id="rId22" imgW="164880" imgH="177480" progId="Equation.DSMT4">
                  <p:embed/>
                  <p:pic>
                    <p:nvPicPr>
                      <p:cNvPr id="197" name="对象 196">
                        <a:extLst>
                          <a:ext uri="{FF2B5EF4-FFF2-40B4-BE49-F238E27FC236}">
                            <a16:creationId xmlns:a16="http://schemas.microsoft.com/office/drawing/2014/main" id="{514B88D6-5827-4FAF-0C58-2DA15063EE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4007122" y="2726954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对象 60">
            <a:extLst>
              <a:ext uri="{FF2B5EF4-FFF2-40B4-BE49-F238E27FC236}">
                <a16:creationId xmlns:a16="http://schemas.microsoft.com/office/drawing/2014/main" id="{2FA85C6E-6D71-DCC8-AAFA-FC4E6A455C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7455499"/>
              </p:ext>
            </p:extLst>
          </p:nvPr>
        </p:nvGraphicFramePr>
        <p:xfrm>
          <a:off x="1941579" y="2740127"/>
          <a:ext cx="1651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64880" imgH="164880" progId="Equation.DSMT4">
                  <p:embed/>
                </p:oleObj>
              </mc:Choice>
              <mc:Fallback>
                <p:oleObj name="Equation" r:id="rId24" imgW="164880" imgH="164880" progId="Equation.DSMT4">
                  <p:embed/>
                  <p:pic>
                    <p:nvPicPr>
                      <p:cNvPr id="198" name="对象 197">
                        <a:extLst>
                          <a:ext uri="{FF2B5EF4-FFF2-40B4-BE49-F238E27FC236}">
                            <a16:creationId xmlns:a16="http://schemas.microsoft.com/office/drawing/2014/main" id="{3BCFBD3C-814E-A334-2214-4E92120B68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941579" y="2740127"/>
                        <a:ext cx="1651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1786BA8-0B95-D4CE-5006-55B8AA2B58B5}"/>
              </a:ext>
            </a:extLst>
          </p:cNvPr>
          <p:cNvCxnSpPr/>
          <p:nvPr/>
        </p:nvCxnSpPr>
        <p:spPr>
          <a:xfrm>
            <a:off x="1762389" y="2826840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11269EEF-06FF-06CA-75E3-D25E617B0EC7}"/>
              </a:ext>
            </a:extLst>
          </p:cNvPr>
          <p:cNvCxnSpPr/>
          <p:nvPr/>
        </p:nvCxnSpPr>
        <p:spPr>
          <a:xfrm>
            <a:off x="4189937" y="2826840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B1EE62D-74C8-7572-7C6D-F92FE6E247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7892505"/>
              </p:ext>
            </p:extLst>
          </p:nvPr>
        </p:nvGraphicFramePr>
        <p:xfrm>
          <a:off x="4380406" y="2724630"/>
          <a:ext cx="177800" cy="19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77480" imgH="190440" progId="Equation.DSMT4">
                  <p:embed/>
                </p:oleObj>
              </mc:Choice>
              <mc:Fallback>
                <p:oleObj name="Equation" r:id="rId26" imgW="177480" imgH="190440" progId="Equation.DSMT4">
                  <p:embed/>
                  <p:pic>
                    <p:nvPicPr>
                      <p:cNvPr id="204" name="对象 203">
                        <a:extLst>
                          <a:ext uri="{FF2B5EF4-FFF2-40B4-BE49-F238E27FC236}">
                            <a16:creationId xmlns:a16="http://schemas.microsoft.com/office/drawing/2014/main" id="{22393AC0-BADE-FCED-628D-3E4DE3131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4380406" y="2724630"/>
                        <a:ext cx="177800" cy="190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808C14F-25C1-27C8-4BAF-24571BE39662}"/>
              </a:ext>
            </a:extLst>
          </p:cNvPr>
          <p:cNvCxnSpPr/>
          <p:nvPr/>
        </p:nvCxnSpPr>
        <p:spPr>
          <a:xfrm>
            <a:off x="2014798" y="2905227"/>
            <a:ext cx="0" cy="5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6AB038C0-0B0F-BEBF-66C6-560B00F5731D}"/>
              </a:ext>
            </a:extLst>
          </p:cNvPr>
          <p:cNvCxnSpPr/>
          <p:nvPr/>
        </p:nvCxnSpPr>
        <p:spPr>
          <a:xfrm>
            <a:off x="2014798" y="3445227"/>
            <a:ext cx="2088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24329A0-6F82-E89B-12EE-A347F5413DD0}"/>
              </a:ext>
            </a:extLst>
          </p:cNvPr>
          <p:cNvCxnSpPr/>
          <p:nvPr/>
        </p:nvCxnSpPr>
        <p:spPr>
          <a:xfrm flipV="1">
            <a:off x="4102798" y="2906228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2A833944-7D75-B616-73D4-5B98F21F1393}"/>
              </a:ext>
            </a:extLst>
          </p:cNvPr>
          <p:cNvSpPr/>
          <p:nvPr/>
        </p:nvSpPr>
        <p:spPr>
          <a:xfrm>
            <a:off x="1573725" y="2119623"/>
            <a:ext cx="3065328" cy="150517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对象 68">
                <a:extLst>
                  <a:ext uri="{FF2B5EF4-FFF2-40B4-BE49-F238E27FC236}">
                    <a16:creationId xmlns:a16="http://schemas.microsoft.com/office/drawing/2014/main" id="{A7021FC2-0AF1-8CF3-39B0-D6BFEC2C32AD}"/>
                  </a:ext>
                </a:extLst>
              </p:cNvPr>
              <p:cNvSpPr txBox="1"/>
              <p:nvPr/>
            </p:nvSpPr>
            <p:spPr>
              <a:xfrm>
                <a:off x="2967569" y="1044614"/>
                <a:ext cx="1130825" cy="255753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r>
                  <a:rPr lang="en-US" altLang="zh-CN" sz="100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14:m>
                  <m:oMath xmlns:m="http://schemas.openxmlformats.org/officeDocument/2006/math">
                    <m:r>
                      <a:rPr lang="zh-CN" altLang="en-US" sz="1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zh-CN" sz="1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3 </m:t>
                    </m:r>
                    <m:r>
                      <m:rPr>
                        <m:sty m:val="p"/>
                      </m:rPr>
                      <a:rPr lang="en-US" altLang="zh-CN" sz="1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altLang="zh-CN" sz="1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onv</a:t>
                </a:r>
                <a:endPara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对象 68">
                <a:extLst>
                  <a:ext uri="{FF2B5EF4-FFF2-40B4-BE49-F238E27FC236}">
                    <a16:creationId xmlns:a16="http://schemas.microsoft.com/office/drawing/2014/main" id="{A7021FC2-0AF1-8CF3-39B0-D6BFEC2C3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7569" y="1044614"/>
                <a:ext cx="1130825" cy="255753"/>
              </a:xfrm>
              <a:prstGeom prst="rect">
                <a:avLst/>
              </a:prstGeom>
              <a:blipFill>
                <a:blip r:embed="rId28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0B22256B-BA6E-CFCA-E454-4C6E585202E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0724253"/>
              </p:ext>
            </p:extLst>
          </p:nvPr>
        </p:nvGraphicFramePr>
        <p:xfrm>
          <a:off x="2702741" y="2663480"/>
          <a:ext cx="260710" cy="1613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164880" progId="Equation.DSMT4">
                  <p:embed/>
                </p:oleObj>
              </mc:Choice>
              <mc:Fallback>
                <p:oleObj name="Equation" r:id="rId2" imgW="266400" imgH="164880" progId="Equation.DSMT4">
                  <p:embed/>
                  <p:pic>
                    <p:nvPicPr>
                      <p:cNvPr id="215" name="对象 214">
                        <a:extLst>
                          <a:ext uri="{FF2B5EF4-FFF2-40B4-BE49-F238E27FC236}">
                            <a16:creationId xmlns:a16="http://schemas.microsoft.com/office/drawing/2014/main" id="{FAD88DB4-0886-8726-320A-8E94F0FA3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02741" y="2663480"/>
                        <a:ext cx="260710" cy="1613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39E18125-8847-B659-E1B4-060E2084C2E8}"/>
              </a:ext>
            </a:extLst>
          </p:cNvPr>
          <p:cNvCxnSpPr/>
          <p:nvPr/>
        </p:nvCxnSpPr>
        <p:spPr>
          <a:xfrm>
            <a:off x="717472" y="2351557"/>
            <a:ext cx="0" cy="21600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39946D23-2E5D-5011-6908-A93F45BF2C54}"/>
              </a:ext>
            </a:extLst>
          </p:cNvPr>
          <p:cNvCxnSpPr/>
          <p:nvPr/>
        </p:nvCxnSpPr>
        <p:spPr>
          <a:xfrm>
            <a:off x="717472" y="2573470"/>
            <a:ext cx="7920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2C0D229-3DE8-08FD-7B7A-DF0AB34488CC}"/>
              </a:ext>
            </a:extLst>
          </p:cNvPr>
          <p:cNvCxnSpPr>
            <a:cxnSpLocks/>
          </p:cNvCxnSpPr>
          <p:nvPr/>
        </p:nvCxnSpPr>
        <p:spPr>
          <a:xfrm>
            <a:off x="609597" y="1705608"/>
            <a:ext cx="0" cy="104400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197B1DCB-3FF2-D008-171D-DB35DE1E5150}"/>
              </a:ext>
            </a:extLst>
          </p:cNvPr>
          <p:cNvCxnSpPr/>
          <p:nvPr/>
        </p:nvCxnSpPr>
        <p:spPr>
          <a:xfrm>
            <a:off x="609597" y="2744176"/>
            <a:ext cx="91453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1C8651B-DB04-228E-91BA-77E07A849285}"/>
              </a:ext>
            </a:extLst>
          </p:cNvPr>
          <p:cNvCxnSpPr/>
          <p:nvPr/>
        </p:nvCxnSpPr>
        <p:spPr>
          <a:xfrm>
            <a:off x="477620" y="1127740"/>
            <a:ext cx="0" cy="180648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65C6D42-98BA-EF99-63C9-BC79F6154050}"/>
              </a:ext>
            </a:extLst>
          </p:cNvPr>
          <p:cNvCxnSpPr/>
          <p:nvPr/>
        </p:nvCxnSpPr>
        <p:spPr>
          <a:xfrm>
            <a:off x="477620" y="2934222"/>
            <a:ext cx="1046509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EA5F441-72C0-BF9A-5179-DA527F711B86}"/>
              </a:ext>
            </a:extLst>
          </p:cNvPr>
          <p:cNvCxnSpPr>
            <a:cxnSpLocks/>
          </p:cNvCxnSpPr>
          <p:nvPr/>
        </p:nvCxnSpPr>
        <p:spPr>
          <a:xfrm flipH="1">
            <a:off x="360390" y="471173"/>
            <a:ext cx="0" cy="266400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4A109B6C-8291-1BEA-1C7A-C82AA1EE51DB}"/>
              </a:ext>
            </a:extLst>
          </p:cNvPr>
          <p:cNvCxnSpPr/>
          <p:nvPr/>
        </p:nvCxnSpPr>
        <p:spPr>
          <a:xfrm>
            <a:off x="360390" y="3125842"/>
            <a:ext cx="1163739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60468CCA-7220-8AE7-877D-3DE7838F0609}"/>
              </a:ext>
            </a:extLst>
          </p:cNvPr>
          <p:cNvCxnSpPr/>
          <p:nvPr/>
        </p:nvCxnSpPr>
        <p:spPr>
          <a:xfrm>
            <a:off x="4643493" y="2530233"/>
            <a:ext cx="93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B7DFA473-4B63-404F-25F0-795F91661E96}"/>
              </a:ext>
            </a:extLst>
          </p:cNvPr>
          <p:cNvCxnSpPr/>
          <p:nvPr/>
        </p:nvCxnSpPr>
        <p:spPr>
          <a:xfrm>
            <a:off x="4949344" y="1962532"/>
            <a:ext cx="5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1" name="对象 80">
            <a:extLst>
              <a:ext uri="{FF2B5EF4-FFF2-40B4-BE49-F238E27FC236}">
                <a16:creationId xmlns:a16="http://schemas.microsoft.com/office/drawing/2014/main" id="{09AE20D5-A2B7-CAAD-CD94-961B77DCEB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9530321"/>
              </p:ext>
            </p:extLst>
          </p:nvPr>
        </p:nvGraphicFramePr>
        <p:xfrm>
          <a:off x="5473332" y="1871050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38" name="对象 237">
                        <a:extLst>
                          <a:ext uri="{FF2B5EF4-FFF2-40B4-BE49-F238E27FC236}">
                            <a16:creationId xmlns:a16="http://schemas.microsoft.com/office/drawing/2014/main" id="{475DC164-3BF3-0737-A2F8-B56C48F39F3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5473332" y="1871050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98C90D1-2570-C314-3226-DB989B43ECE7}"/>
              </a:ext>
            </a:extLst>
          </p:cNvPr>
          <p:cNvCxnSpPr/>
          <p:nvPr/>
        </p:nvCxnSpPr>
        <p:spPr>
          <a:xfrm flipV="1">
            <a:off x="5575972" y="2056628"/>
            <a:ext cx="0" cy="468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CC4A32FA-068F-BBCC-9759-60FE49C477C3}"/>
              </a:ext>
            </a:extLst>
          </p:cNvPr>
          <p:cNvCxnSpPr/>
          <p:nvPr/>
        </p:nvCxnSpPr>
        <p:spPr>
          <a:xfrm flipV="1">
            <a:off x="4643493" y="2740127"/>
            <a:ext cx="117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1205FF7-74EA-26DD-9D06-404A3B354782}"/>
              </a:ext>
            </a:extLst>
          </p:cNvPr>
          <p:cNvCxnSpPr/>
          <p:nvPr/>
        </p:nvCxnSpPr>
        <p:spPr>
          <a:xfrm>
            <a:off x="5297703" y="1750042"/>
            <a:ext cx="43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5" name="对象 84">
            <a:extLst>
              <a:ext uri="{FF2B5EF4-FFF2-40B4-BE49-F238E27FC236}">
                <a16:creationId xmlns:a16="http://schemas.microsoft.com/office/drawing/2014/main" id="{7A5D91FA-E05E-9559-5710-FF7D3705537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6210290"/>
              </p:ext>
            </p:extLst>
          </p:nvPr>
        </p:nvGraphicFramePr>
        <p:xfrm>
          <a:off x="5719048" y="1660303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45" name="对象 244">
                        <a:extLst>
                          <a:ext uri="{FF2B5EF4-FFF2-40B4-BE49-F238E27FC236}">
                            <a16:creationId xmlns:a16="http://schemas.microsoft.com/office/drawing/2014/main" id="{78ABAE2E-2DE8-D6BD-819C-CDB8CF263C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5719048" y="1660303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112CCAB7-BD9A-4BF6-8E0D-DF4975DCB418}"/>
              </a:ext>
            </a:extLst>
          </p:cNvPr>
          <p:cNvCxnSpPr/>
          <p:nvPr/>
        </p:nvCxnSpPr>
        <p:spPr>
          <a:xfrm flipV="1">
            <a:off x="5814155" y="1846206"/>
            <a:ext cx="0" cy="90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EB7D995D-DB9F-867A-D279-231DB0007677}"/>
              </a:ext>
            </a:extLst>
          </p:cNvPr>
          <p:cNvCxnSpPr/>
          <p:nvPr/>
        </p:nvCxnSpPr>
        <p:spPr>
          <a:xfrm>
            <a:off x="5284478" y="729442"/>
            <a:ext cx="6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278D53EB-773A-1AC3-9ACA-4783CB6436A2}"/>
              </a:ext>
            </a:extLst>
          </p:cNvPr>
          <p:cNvCxnSpPr/>
          <p:nvPr/>
        </p:nvCxnSpPr>
        <p:spPr>
          <a:xfrm>
            <a:off x="4636120" y="2934222"/>
            <a:ext cx="1404000" cy="0"/>
          </a:xfrm>
          <a:prstGeom prst="straightConnector1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139F9E04-FD4A-1F7E-2E7D-B43FD114F50A}"/>
              </a:ext>
            </a:extLst>
          </p:cNvPr>
          <p:cNvCxnSpPr/>
          <p:nvPr/>
        </p:nvCxnSpPr>
        <p:spPr>
          <a:xfrm flipV="1">
            <a:off x="6048127" y="836444"/>
            <a:ext cx="0" cy="210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对象 89">
            <a:extLst>
              <a:ext uri="{FF2B5EF4-FFF2-40B4-BE49-F238E27FC236}">
                <a16:creationId xmlns:a16="http://schemas.microsoft.com/office/drawing/2014/main" id="{EB840EBC-C84C-16B6-8C4B-D2FC70D7D8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1893197"/>
              </p:ext>
            </p:extLst>
          </p:nvPr>
        </p:nvGraphicFramePr>
        <p:xfrm>
          <a:off x="5958688" y="644923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54" name="对象 253">
                        <a:extLst>
                          <a:ext uri="{FF2B5EF4-FFF2-40B4-BE49-F238E27FC236}">
                            <a16:creationId xmlns:a16="http://schemas.microsoft.com/office/drawing/2014/main" id="{8D5EE082-D7F1-9BF3-FCF3-790502C46F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5958688" y="644923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FBB93A1F-8494-A999-45D7-9C9D86C0A07C}"/>
              </a:ext>
            </a:extLst>
          </p:cNvPr>
          <p:cNvCxnSpPr/>
          <p:nvPr/>
        </p:nvCxnSpPr>
        <p:spPr>
          <a:xfrm>
            <a:off x="4940013" y="502394"/>
            <a:ext cx="122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DA8F6D7-1CA1-3043-933F-9BF5BBA3269C}"/>
              </a:ext>
            </a:extLst>
          </p:cNvPr>
          <p:cNvCxnSpPr/>
          <p:nvPr/>
        </p:nvCxnSpPr>
        <p:spPr>
          <a:xfrm>
            <a:off x="4636122" y="3147234"/>
            <a:ext cx="16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75BDA21-ABB5-280D-2313-6E6418596FE7}"/>
              </a:ext>
            </a:extLst>
          </p:cNvPr>
          <p:cNvCxnSpPr/>
          <p:nvPr/>
        </p:nvCxnSpPr>
        <p:spPr>
          <a:xfrm flipV="1">
            <a:off x="6253476" y="579606"/>
            <a:ext cx="0" cy="255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对象 93">
            <a:extLst>
              <a:ext uri="{FF2B5EF4-FFF2-40B4-BE49-F238E27FC236}">
                <a16:creationId xmlns:a16="http://schemas.microsoft.com/office/drawing/2014/main" id="{77253A19-EE84-FD4C-6669-7857CE720D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2967434"/>
              </p:ext>
            </p:extLst>
          </p:nvPr>
        </p:nvGraphicFramePr>
        <p:xfrm>
          <a:off x="6159890" y="404137"/>
          <a:ext cx="192463" cy="2072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164880" imgH="177480" progId="Equation.DSMT4">
                  <p:embed/>
                </p:oleObj>
              </mc:Choice>
              <mc:Fallback>
                <p:oleObj name="Equation" r:id="rId29" imgW="164880" imgH="177480" progId="Equation.DSMT4">
                  <p:embed/>
                  <p:pic>
                    <p:nvPicPr>
                      <p:cNvPr id="261" name="对象 260">
                        <a:extLst>
                          <a:ext uri="{FF2B5EF4-FFF2-40B4-BE49-F238E27FC236}">
                            <a16:creationId xmlns:a16="http://schemas.microsoft.com/office/drawing/2014/main" id="{900D79BD-64D2-9A3D-F867-E094EC4B6C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6159890" y="404137"/>
                        <a:ext cx="192463" cy="2072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880F3B73-F42B-6639-6F79-3E4EFE2099CA}"/>
              </a:ext>
            </a:extLst>
          </p:cNvPr>
          <p:cNvCxnSpPr/>
          <p:nvPr/>
        </p:nvCxnSpPr>
        <p:spPr>
          <a:xfrm flipV="1">
            <a:off x="5635807" y="1959742"/>
            <a:ext cx="864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9889B6AF-1A40-2108-45A4-9D4B823E8AC7}"/>
              </a:ext>
            </a:extLst>
          </p:cNvPr>
          <p:cNvCxnSpPr/>
          <p:nvPr/>
        </p:nvCxnSpPr>
        <p:spPr>
          <a:xfrm>
            <a:off x="5897470" y="1749263"/>
            <a:ext cx="504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E2CA73A-7B76-9ED6-3141-65CDD58CDBD8}"/>
              </a:ext>
            </a:extLst>
          </p:cNvPr>
          <p:cNvCxnSpPr/>
          <p:nvPr/>
        </p:nvCxnSpPr>
        <p:spPr>
          <a:xfrm>
            <a:off x="6141820" y="729442"/>
            <a:ext cx="2628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272BC264-3C63-6BFD-6ED9-83AD803F11BF}"/>
              </a:ext>
            </a:extLst>
          </p:cNvPr>
          <p:cNvCxnSpPr/>
          <p:nvPr/>
        </p:nvCxnSpPr>
        <p:spPr>
          <a:xfrm>
            <a:off x="6331813" y="499803"/>
            <a:ext cx="1800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3B020ADB-8A1A-EF12-4091-CE99F10814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172657"/>
              </p:ext>
            </p:extLst>
          </p:nvPr>
        </p:nvGraphicFramePr>
        <p:xfrm>
          <a:off x="4703306" y="2953562"/>
          <a:ext cx="2159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1" imgW="215640" imgH="241200" progId="Equation.DSMT4">
                  <p:embed/>
                </p:oleObj>
              </mc:Choice>
              <mc:Fallback>
                <p:oleObj name="Equation" r:id="rId31" imgW="215640" imgH="241200" progId="Equation.DSMT4">
                  <p:embed/>
                  <p:pic>
                    <p:nvPicPr>
                      <p:cNvPr id="274" name="对象 273">
                        <a:extLst>
                          <a:ext uri="{FF2B5EF4-FFF2-40B4-BE49-F238E27FC236}">
                            <a16:creationId xmlns:a16="http://schemas.microsoft.com/office/drawing/2014/main" id="{EB91720A-36F2-4706-91CF-0823FD1DBE7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4703306" y="2953562"/>
                        <a:ext cx="2159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" name="对象 99">
            <a:extLst>
              <a:ext uri="{FF2B5EF4-FFF2-40B4-BE49-F238E27FC236}">
                <a16:creationId xmlns:a16="http://schemas.microsoft.com/office/drawing/2014/main" id="{6BCA0AA0-6FCC-A2FF-33A6-3DC50569DD2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4428783"/>
              </p:ext>
            </p:extLst>
          </p:nvPr>
        </p:nvGraphicFramePr>
        <p:xfrm>
          <a:off x="4702308" y="2738567"/>
          <a:ext cx="2286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228600" imgH="241200" progId="Equation.DSMT4">
                  <p:embed/>
                </p:oleObj>
              </mc:Choice>
              <mc:Fallback>
                <p:oleObj name="Equation" r:id="rId33" imgW="228600" imgH="241200" progId="Equation.DSMT4">
                  <p:embed/>
                  <p:pic>
                    <p:nvPicPr>
                      <p:cNvPr id="275" name="对象 274">
                        <a:extLst>
                          <a:ext uri="{FF2B5EF4-FFF2-40B4-BE49-F238E27FC236}">
                            <a16:creationId xmlns:a16="http://schemas.microsoft.com/office/drawing/2014/main" id="{68926E08-D3E5-A250-85F4-A044ADAB28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4702308" y="2738567"/>
                        <a:ext cx="2286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对象 100">
            <a:extLst>
              <a:ext uri="{FF2B5EF4-FFF2-40B4-BE49-F238E27FC236}">
                <a16:creationId xmlns:a16="http://schemas.microsoft.com/office/drawing/2014/main" id="{3B471C23-9987-7A66-1DCC-AD8E3C405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70621347"/>
              </p:ext>
            </p:extLst>
          </p:nvPr>
        </p:nvGraphicFramePr>
        <p:xfrm>
          <a:off x="4703418" y="2521881"/>
          <a:ext cx="2286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5" imgW="228600" imgH="241200" progId="Equation.DSMT4">
                  <p:embed/>
                </p:oleObj>
              </mc:Choice>
              <mc:Fallback>
                <p:oleObj name="Equation" r:id="rId35" imgW="228600" imgH="241200" progId="Equation.DSMT4">
                  <p:embed/>
                  <p:pic>
                    <p:nvPicPr>
                      <p:cNvPr id="276" name="对象 275">
                        <a:extLst>
                          <a:ext uri="{FF2B5EF4-FFF2-40B4-BE49-F238E27FC236}">
                            <a16:creationId xmlns:a16="http://schemas.microsoft.com/office/drawing/2014/main" id="{E822148A-5FFA-9941-C5A2-2A4CB8935D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703418" y="2521881"/>
                        <a:ext cx="2286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" name="对象 101">
            <a:extLst>
              <a:ext uri="{FF2B5EF4-FFF2-40B4-BE49-F238E27FC236}">
                <a16:creationId xmlns:a16="http://schemas.microsoft.com/office/drawing/2014/main" id="{94ABD98D-9EE1-6373-8872-2848077C479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0036357"/>
              </p:ext>
            </p:extLst>
          </p:nvPr>
        </p:nvGraphicFramePr>
        <p:xfrm>
          <a:off x="4692950" y="2313856"/>
          <a:ext cx="228600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228600" imgH="241200" progId="Equation.DSMT4">
                  <p:embed/>
                </p:oleObj>
              </mc:Choice>
              <mc:Fallback>
                <p:oleObj name="Equation" r:id="rId37" imgW="228600" imgH="241200" progId="Equation.DSMT4">
                  <p:embed/>
                  <p:pic>
                    <p:nvPicPr>
                      <p:cNvPr id="277" name="对象 276">
                        <a:extLst>
                          <a:ext uri="{FF2B5EF4-FFF2-40B4-BE49-F238E27FC236}">
                            <a16:creationId xmlns:a16="http://schemas.microsoft.com/office/drawing/2014/main" id="{88321047-E5E0-76D1-0975-5AF5B544296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4692950" y="2313856"/>
                        <a:ext cx="228600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EFFA370-4737-A000-9815-46D42F1BB7D9}"/>
              </a:ext>
            </a:extLst>
          </p:cNvPr>
          <p:cNvCxnSpPr/>
          <p:nvPr/>
        </p:nvCxnSpPr>
        <p:spPr>
          <a:xfrm flipV="1">
            <a:off x="6401470" y="1349006"/>
            <a:ext cx="0" cy="396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E766E4E3-0A45-B0B2-B12B-F69ECDFAE09C}"/>
              </a:ext>
            </a:extLst>
          </p:cNvPr>
          <p:cNvCxnSpPr/>
          <p:nvPr/>
        </p:nvCxnSpPr>
        <p:spPr>
          <a:xfrm>
            <a:off x="6401470" y="729885"/>
            <a:ext cx="0" cy="396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7C6F88F5-FC7D-0694-E890-F2A057273B4A}"/>
              </a:ext>
            </a:extLst>
          </p:cNvPr>
          <p:cNvCxnSpPr/>
          <p:nvPr/>
        </p:nvCxnSpPr>
        <p:spPr>
          <a:xfrm>
            <a:off x="6403151" y="1352187"/>
            <a:ext cx="5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85390DB3-A4B9-B082-8E29-6DF229BCA955}"/>
              </a:ext>
            </a:extLst>
          </p:cNvPr>
          <p:cNvCxnSpPr/>
          <p:nvPr/>
        </p:nvCxnSpPr>
        <p:spPr>
          <a:xfrm>
            <a:off x="6401470" y="1125885"/>
            <a:ext cx="50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4BF8A177-372E-A772-E7A5-A6F2C715AD9B}"/>
              </a:ext>
            </a:extLst>
          </p:cNvPr>
          <p:cNvCxnSpPr/>
          <p:nvPr/>
        </p:nvCxnSpPr>
        <p:spPr>
          <a:xfrm flipV="1">
            <a:off x="6509138" y="500465"/>
            <a:ext cx="0" cy="468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4971D20F-C596-DD33-370A-4B64802BC947}"/>
              </a:ext>
            </a:extLst>
          </p:cNvPr>
          <p:cNvCxnSpPr/>
          <p:nvPr/>
        </p:nvCxnSpPr>
        <p:spPr>
          <a:xfrm>
            <a:off x="6509138" y="966331"/>
            <a:ext cx="39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8E2E20A0-5A12-D114-37AF-F2AC62E559DD}"/>
              </a:ext>
            </a:extLst>
          </p:cNvPr>
          <p:cNvCxnSpPr/>
          <p:nvPr/>
        </p:nvCxnSpPr>
        <p:spPr>
          <a:xfrm flipV="1">
            <a:off x="6509138" y="1497023"/>
            <a:ext cx="0" cy="468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9B41D056-AE8A-763B-E905-A273E8C03FBC}"/>
              </a:ext>
            </a:extLst>
          </p:cNvPr>
          <p:cNvCxnSpPr/>
          <p:nvPr/>
        </p:nvCxnSpPr>
        <p:spPr>
          <a:xfrm>
            <a:off x="6509138" y="1498408"/>
            <a:ext cx="39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8426804-CC40-0319-B1FA-71C2198CFBD3}"/>
              </a:ext>
            </a:extLst>
          </p:cNvPr>
          <p:cNvSpPr txBox="1"/>
          <p:nvPr/>
        </p:nvSpPr>
        <p:spPr>
          <a:xfrm>
            <a:off x="6331813" y="108650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2E29631-C374-3852-5D8E-46A9A1583284}"/>
              </a:ext>
            </a:extLst>
          </p:cNvPr>
          <p:cNvGrpSpPr/>
          <p:nvPr/>
        </p:nvGrpSpPr>
        <p:grpSpPr>
          <a:xfrm>
            <a:off x="7007330" y="775665"/>
            <a:ext cx="944418" cy="845549"/>
            <a:chOff x="7477420" y="4652979"/>
            <a:chExt cx="1329840" cy="1057193"/>
          </a:xfrm>
        </p:grpSpPr>
        <p:sp>
          <p:nvSpPr>
            <p:cNvPr id="117" name="立方体 116">
              <a:extLst>
                <a:ext uri="{FF2B5EF4-FFF2-40B4-BE49-F238E27FC236}">
                  <a16:creationId xmlns:a16="http://schemas.microsoft.com/office/drawing/2014/main" id="{EFB70CF8-A01A-4FE3-6269-EF1E62547557}"/>
                </a:ext>
              </a:extLst>
            </p:cNvPr>
            <p:cNvSpPr/>
            <p:nvPr/>
          </p:nvSpPr>
          <p:spPr>
            <a:xfrm>
              <a:off x="7477421" y="5312685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立方体 117">
              <a:extLst>
                <a:ext uri="{FF2B5EF4-FFF2-40B4-BE49-F238E27FC236}">
                  <a16:creationId xmlns:a16="http://schemas.microsoft.com/office/drawing/2014/main" id="{DE704C32-2E04-491B-4639-AF89EF17E8B6}"/>
                </a:ext>
              </a:extLst>
            </p:cNvPr>
            <p:cNvSpPr/>
            <p:nvPr/>
          </p:nvSpPr>
          <p:spPr>
            <a:xfrm>
              <a:off x="7477421" y="5108196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立方体 118">
              <a:extLst>
                <a:ext uri="{FF2B5EF4-FFF2-40B4-BE49-F238E27FC236}">
                  <a16:creationId xmlns:a16="http://schemas.microsoft.com/office/drawing/2014/main" id="{1DDBD7CF-161C-F84C-F104-083CE064E122}"/>
                </a:ext>
              </a:extLst>
            </p:cNvPr>
            <p:cNvSpPr/>
            <p:nvPr/>
          </p:nvSpPr>
          <p:spPr>
            <a:xfrm>
              <a:off x="7477420" y="4875271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立方体 119">
              <a:extLst>
                <a:ext uri="{FF2B5EF4-FFF2-40B4-BE49-F238E27FC236}">
                  <a16:creationId xmlns:a16="http://schemas.microsoft.com/office/drawing/2014/main" id="{26197DAF-F894-F144-C327-749247F7F345}"/>
                </a:ext>
              </a:extLst>
            </p:cNvPr>
            <p:cNvSpPr/>
            <p:nvPr/>
          </p:nvSpPr>
          <p:spPr>
            <a:xfrm>
              <a:off x="7477421" y="4652979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113" name="对象 112">
            <a:extLst>
              <a:ext uri="{FF2B5EF4-FFF2-40B4-BE49-F238E27FC236}">
                <a16:creationId xmlns:a16="http://schemas.microsoft.com/office/drawing/2014/main" id="{24607DD6-85CE-F0D8-3C73-F29D4A9F05B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9560029"/>
              </p:ext>
            </p:extLst>
          </p:nvPr>
        </p:nvGraphicFramePr>
        <p:xfrm>
          <a:off x="4849047" y="772767"/>
          <a:ext cx="2286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228600" imgH="177480" progId="Equation.DSMT4">
                  <p:embed/>
                </p:oleObj>
              </mc:Choice>
              <mc:Fallback>
                <p:oleObj name="Equation" r:id="rId39" imgW="228600" imgH="177480" progId="Equation.DSMT4">
                  <p:embed/>
                  <p:pic>
                    <p:nvPicPr>
                      <p:cNvPr id="302" name="对象 301">
                        <a:extLst>
                          <a:ext uri="{FF2B5EF4-FFF2-40B4-BE49-F238E27FC236}">
                            <a16:creationId xmlns:a16="http://schemas.microsoft.com/office/drawing/2014/main" id="{14B10062-E839-9BCE-C644-7876DC8C49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4849047" y="772767"/>
                        <a:ext cx="2286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" name="对象 113">
            <a:extLst>
              <a:ext uri="{FF2B5EF4-FFF2-40B4-BE49-F238E27FC236}">
                <a16:creationId xmlns:a16="http://schemas.microsoft.com/office/drawing/2014/main" id="{7DCD8673-EBA3-6228-E286-2D102B5462D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9270077"/>
              </p:ext>
            </p:extLst>
          </p:nvPr>
        </p:nvGraphicFramePr>
        <p:xfrm>
          <a:off x="5196376" y="918335"/>
          <a:ext cx="2667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1" imgW="266400" imgH="177480" progId="Equation.DSMT4">
                  <p:embed/>
                </p:oleObj>
              </mc:Choice>
              <mc:Fallback>
                <p:oleObj name="Equation" r:id="rId41" imgW="266400" imgH="177480" progId="Equation.DSMT4">
                  <p:embed/>
                  <p:pic>
                    <p:nvPicPr>
                      <p:cNvPr id="303" name="对象 302">
                        <a:extLst>
                          <a:ext uri="{FF2B5EF4-FFF2-40B4-BE49-F238E27FC236}">
                            <a16:creationId xmlns:a16="http://schemas.microsoft.com/office/drawing/2014/main" id="{22B92E1C-B244-237F-1754-A8231CEECD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5196376" y="918335"/>
                        <a:ext cx="2667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" name="对象 114">
            <a:extLst>
              <a:ext uri="{FF2B5EF4-FFF2-40B4-BE49-F238E27FC236}">
                <a16:creationId xmlns:a16="http://schemas.microsoft.com/office/drawing/2014/main" id="{16D14A85-6ABF-DD53-F8C3-D200745FF41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9898994"/>
              </p:ext>
            </p:extLst>
          </p:nvPr>
        </p:nvGraphicFramePr>
        <p:xfrm>
          <a:off x="4843228" y="1532012"/>
          <a:ext cx="2667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3" imgW="266400" imgH="177480" progId="Equation.DSMT4">
                  <p:embed/>
                </p:oleObj>
              </mc:Choice>
              <mc:Fallback>
                <p:oleObj name="Equation" r:id="rId43" imgW="266400" imgH="177480" progId="Equation.DSMT4">
                  <p:embed/>
                  <p:pic>
                    <p:nvPicPr>
                      <p:cNvPr id="304" name="对象 303">
                        <a:extLst>
                          <a:ext uri="{FF2B5EF4-FFF2-40B4-BE49-F238E27FC236}">
                            <a16:creationId xmlns:a16="http://schemas.microsoft.com/office/drawing/2014/main" id="{07F8ADAC-7C99-2077-B4CE-76D2E8C64D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4843228" y="1532012"/>
                        <a:ext cx="2667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对象 115">
            <a:extLst>
              <a:ext uri="{FF2B5EF4-FFF2-40B4-BE49-F238E27FC236}">
                <a16:creationId xmlns:a16="http://schemas.microsoft.com/office/drawing/2014/main" id="{A1715A8D-8EC7-99C5-23DE-32C7E9D5B5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9255110"/>
              </p:ext>
            </p:extLst>
          </p:nvPr>
        </p:nvGraphicFramePr>
        <p:xfrm>
          <a:off x="5228493" y="1397822"/>
          <a:ext cx="2540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5" imgW="253800" imgH="177480" progId="Equation.DSMT4">
                  <p:embed/>
                </p:oleObj>
              </mc:Choice>
              <mc:Fallback>
                <p:oleObj name="Equation" r:id="rId45" imgW="253800" imgH="177480" progId="Equation.DSMT4">
                  <p:embed/>
                  <p:pic>
                    <p:nvPicPr>
                      <p:cNvPr id="305" name="对象 304">
                        <a:extLst>
                          <a:ext uri="{FF2B5EF4-FFF2-40B4-BE49-F238E27FC236}">
                            <a16:creationId xmlns:a16="http://schemas.microsoft.com/office/drawing/2014/main" id="{00B17B84-5EAB-4C05-B821-EFD5F25808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5228493" y="1397822"/>
                        <a:ext cx="2540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23E3785D-A3C5-63A2-096F-8C88C649F34B}"/>
              </a:ext>
            </a:extLst>
          </p:cNvPr>
          <p:cNvCxnSpPr/>
          <p:nvPr/>
        </p:nvCxnSpPr>
        <p:spPr>
          <a:xfrm>
            <a:off x="6327198" y="4469591"/>
            <a:ext cx="46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BA0193C-B8CF-171F-09A6-EBD86C9E7AFE}"/>
              </a:ext>
            </a:extLst>
          </p:cNvPr>
          <p:cNvSpPr txBox="1"/>
          <p:nvPr/>
        </p:nvSpPr>
        <p:spPr>
          <a:xfrm>
            <a:off x="6276802" y="4260354"/>
            <a:ext cx="5212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69ADBCDF-AA1F-6F56-5C34-0C4C7EB3C484}"/>
              </a:ext>
            </a:extLst>
          </p:cNvPr>
          <p:cNvGrpSpPr/>
          <p:nvPr/>
        </p:nvGrpSpPr>
        <p:grpSpPr>
          <a:xfrm>
            <a:off x="6942878" y="4114800"/>
            <a:ext cx="546260" cy="694832"/>
            <a:chOff x="3909222" y="1975230"/>
            <a:chExt cx="813283" cy="1034480"/>
          </a:xfrm>
        </p:grpSpPr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FAB39754-37AE-E209-9EF9-A293D6C9391B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C3F2F872-1B8E-2749-215F-89A0779F9CF9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AAB33F88-8853-45DA-04DB-74BA72B6F8ED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5ED3F3B1-3394-9BCF-C04E-E041CBE9D36B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29" name="图片 128">
            <a:extLst>
              <a:ext uri="{FF2B5EF4-FFF2-40B4-BE49-F238E27FC236}">
                <a16:creationId xmlns:a16="http://schemas.microsoft.com/office/drawing/2014/main" id="{E35D7919-0268-B76C-D5A7-5E01E224F9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4827" y="4093544"/>
            <a:ext cx="244800" cy="765000"/>
          </a:xfrm>
          <a:prstGeom prst="rect">
            <a:avLst/>
          </a:prstGeom>
        </p:spPr>
      </p:pic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FD29840F-667C-A57E-1810-9271A25ACF26}"/>
              </a:ext>
            </a:extLst>
          </p:cNvPr>
          <p:cNvCxnSpPr>
            <a:cxnSpLocks/>
          </p:cNvCxnSpPr>
          <p:nvPr/>
        </p:nvCxnSpPr>
        <p:spPr>
          <a:xfrm>
            <a:off x="7617460" y="4457460"/>
            <a:ext cx="4622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D4C4A108-EE13-B741-3065-7D1108ED703F}"/>
              </a:ext>
            </a:extLst>
          </p:cNvPr>
          <p:cNvCxnSpPr>
            <a:cxnSpLocks/>
          </p:cNvCxnSpPr>
          <p:nvPr/>
        </p:nvCxnSpPr>
        <p:spPr>
          <a:xfrm>
            <a:off x="8874760" y="4473820"/>
            <a:ext cx="5106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3" name="对象 132">
            <a:extLst>
              <a:ext uri="{FF2B5EF4-FFF2-40B4-BE49-F238E27FC236}">
                <a16:creationId xmlns:a16="http://schemas.microsoft.com/office/drawing/2014/main" id="{0E278530-D71A-2CAB-9A29-66B0C1AF263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3807039"/>
              </p:ext>
            </p:extLst>
          </p:nvPr>
        </p:nvGraphicFramePr>
        <p:xfrm>
          <a:off x="9921472" y="4342945"/>
          <a:ext cx="260709" cy="2807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7" imgW="164880" imgH="177480" progId="Equation.DSMT4">
                  <p:embed/>
                </p:oleObj>
              </mc:Choice>
              <mc:Fallback>
                <p:oleObj name="Equation" r:id="rId47" imgW="164880" imgH="177480" progId="Equation.DSMT4">
                  <p:embed/>
                  <p:pic>
                    <p:nvPicPr>
                      <p:cNvPr id="45" name="对象 44">
                        <a:extLst>
                          <a:ext uri="{FF2B5EF4-FFF2-40B4-BE49-F238E27FC236}">
                            <a16:creationId xmlns:a16="http://schemas.microsoft.com/office/drawing/2014/main" id="{D8BFB3FA-38DE-D5FF-3486-DA3701F188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9921472" y="4342945"/>
                        <a:ext cx="260709" cy="2807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413B48A1-B217-AF5D-8A84-4EF63FE918B9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>
            <a:off x="6466222" y="5948994"/>
            <a:ext cx="354090" cy="1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D594E523-5AC0-90E4-CB48-567EEE18C4A1}"/>
              </a:ext>
            </a:extLst>
          </p:cNvPr>
          <p:cNvCxnSpPr>
            <a:cxnSpLocks/>
          </p:cNvCxnSpPr>
          <p:nvPr/>
        </p:nvCxnSpPr>
        <p:spPr>
          <a:xfrm>
            <a:off x="7071933" y="5948394"/>
            <a:ext cx="597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4362BB2E-66BA-7AE6-25D0-3593A2A38C9A}"/>
                  </a:ext>
                </a:extLst>
              </p:cNvPr>
              <p:cNvSpPr txBox="1"/>
              <p:nvPr/>
            </p:nvSpPr>
            <p:spPr>
              <a:xfrm>
                <a:off x="6382384" y="5716270"/>
                <a:ext cx="517525" cy="173038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0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4362BB2E-66BA-7AE6-25D0-3593A2A38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384" y="5716270"/>
                <a:ext cx="517525" cy="173038"/>
              </a:xfrm>
              <a:prstGeom prst="rect">
                <a:avLst/>
              </a:prstGeom>
              <a:blipFill>
                <a:blip r:embed="rId49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0" name="对象 139">
            <a:extLst>
              <a:ext uri="{FF2B5EF4-FFF2-40B4-BE49-F238E27FC236}">
                <a16:creationId xmlns:a16="http://schemas.microsoft.com/office/drawing/2014/main" id="{BAB23D44-BDDB-760D-B115-AF30D12D903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4587181"/>
              </p:ext>
            </p:extLst>
          </p:nvPr>
        </p:nvGraphicFramePr>
        <p:xfrm>
          <a:off x="9628854" y="4302695"/>
          <a:ext cx="2286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228600" imgH="177480" progId="Equation.DSMT4">
                  <p:embed/>
                </p:oleObj>
              </mc:Choice>
              <mc:Fallback>
                <p:oleObj name="Equation" r:id="rId39" imgW="228600" imgH="177480" progId="Equation.DSMT4">
                  <p:embed/>
                  <p:pic>
                    <p:nvPicPr>
                      <p:cNvPr id="113" name="对象 112">
                        <a:extLst>
                          <a:ext uri="{FF2B5EF4-FFF2-40B4-BE49-F238E27FC236}">
                            <a16:creationId xmlns:a16="http://schemas.microsoft.com/office/drawing/2014/main" id="{B662AE34-EFC6-D11C-6170-709435D2F6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9628854" y="4302695"/>
                        <a:ext cx="2286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1" name="对象 140">
            <a:extLst>
              <a:ext uri="{FF2B5EF4-FFF2-40B4-BE49-F238E27FC236}">
                <a16:creationId xmlns:a16="http://schemas.microsoft.com/office/drawing/2014/main" id="{155508BA-DE25-3D5F-7CF6-F3DEB7C5BDB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1134504"/>
              </p:ext>
            </p:extLst>
          </p:nvPr>
        </p:nvGraphicFramePr>
        <p:xfrm>
          <a:off x="8145507" y="5760720"/>
          <a:ext cx="266700" cy="1814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0" imgW="266400" imgH="177480" progId="Equation.DSMT4">
                  <p:embed/>
                </p:oleObj>
              </mc:Choice>
              <mc:Fallback>
                <p:oleObj name="Equation" r:id="rId50" imgW="266400" imgH="177480" progId="Equation.DSMT4">
                  <p:embed/>
                  <p:pic>
                    <p:nvPicPr>
                      <p:cNvPr id="122" name="对象 121">
                        <a:extLst>
                          <a:ext uri="{FF2B5EF4-FFF2-40B4-BE49-F238E27FC236}">
                            <a16:creationId xmlns:a16="http://schemas.microsoft.com/office/drawing/2014/main" id="{89086784-F0E8-1C41-9FD2-D851B1512D6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8145507" y="5760720"/>
                        <a:ext cx="266700" cy="1814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C6E17D69-601E-2E38-1D0E-DB2CD7BF5F7C}"/>
              </a:ext>
            </a:extLst>
          </p:cNvPr>
          <p:cNvGrpSpPr/>
          <p:nvPr/>
        </p:nvGrpSpPr>
        <p:grpSpPr>
          <a:xfrm>
            <a:off x="4950378" y="3906542"/>
            <a:ext cx="1377754" cy="1135187"/>
            <a:chOff x="1781891" y="1903366"/>
            <a:chExt cx="1377754" cy="1135187"/>
          </a:xfrm>
        </p:grpSpPr>
        <p:graphicFrame>
          <p:nvGraphicFramePr>
            <p:cNvPr id="171" name="对象 170">
              <a:extLst>
                <a:ext uri="{FF2B5EF4-FFF2-40B4-BE49-F238E27FC236}">
                  <a16:creationId xmlns:a16="http://schemas.microsoft.com/office/drawing/2014/main" id="{EBAD844A-3313-6F6A-22E0-74E7A3F082C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58948617"/>
                </p:ext>
              </p:extLst>
            </p:nvPr>
          </p:nvGraphicFramePr>
          <p:xfrm>
            <a:off x="2865795" y="2423916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2689C9C8-6090-B448-BF62-69EB006A229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5795" y="2423916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2" name="对象 171">
              <a:extLst>
                <a:ext uri="{FF2B5EF4-FFF2-40B4-BE49-F238E27FC236}">
                  <a16:creationId xmlns:a16="http://schemas.microsoft.com/office/drawing/2014/main" id="{DDEFE586-ECBD-3A0C-0291-B927B706DC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4175520"/>
                </p:ext>
              </p:extLst>
            </p:nvPr>
          </p:nvGraphicFramePr>
          <p:xfrm>
            <a:off x="2860281" y="2696641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25" name="对象 124">
                          <a:extLst>
                            <a:ext uri="{FF2B5EF4-FFF2-40B4-BE49-F238E27FC236}">
                              <a16:creationId xmlns:a16="http://schemas.microsoft.com/office/drawing/2014/main" id="{31FDB049-57CA-0CD1-BB77-66459EA70FF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0281" y="2696641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3" name="对象 172">
              <a:extLst>
                <a:ext uri="{FF2B5EF4-FFF2-40B4-BE49-F238E27FC236}">
                  <a16:creationId xmlns:a16="http://schemas.microsoft.com/office/drawing/2014/main" id="{57F5E31E-8D70-E388-C0FA-BD1900E6FF0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3059810"/>
                </p:ext>
              </p:extLst>
            </p:nvPr>
          </p:nvGraphicFramePr>
          <p:xfrm>
            <a:off x="2865780" y="2166861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26" name="对象 125">
                          <a:extLst>
                            <a:ext uri="{FF2B5EF4-FFF2-40B4-BE49-F238E27FC236}">
                              <a16:creationId xmlns:a16="http://schemas.microsoft.com/office/drawing/2014/main" id="{0EF7DA90-88C4-C47F-ECC5-F4D1B8E13C2A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5780" y="2166861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4" name="立方体 173">
              <a:extLst>
                <a:ext uri="{FF2B5EF4-FFF2-40B4-BE49-F238E27FC236}">
                  <a16:creationId xmlns:a16="http://schemas.microsoft.com/office/drawing/2014/main" id="{D1622534-2961-F4CC-1A38-BACBF8D42DF5}"/>
                </a:ext>
              </a:extLst>
            </p:cNvPr>
            <p:cNvSpPr/>
            <p:nvPr/>
          </p:nvSpPr>
          <p:spPr>
            <a:xfrm>
              <a:off x="1783422" y="26851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立方体 174">
              <a:extLst>
                <a:ext uri="{FF2B5EF4-FFF2-40B4-BE49-F238E27FC236}">
                  <a16:creationId xmlns:a16="http://schemas.microsoft.com/office/drawing/2014/main" id="{4E306CD0-32F9-922E-64A8-1286BFC5CAA5}"/>
                </a:ext>
              </a:extLst>
            </p:cNvPr>
            <p:cNvSpPr/>
            <p:nvPr/>
          </p:nvSpPr>
          <p:spPr>
            <a:xfrm>
              <a:off x="1783126" y="242391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立方体 175">
              <a:extLst>
                <a:ext uri="{FF2B5EF4-FFF2-40B4-BE49-F238E27FC236}">
                  <a16:creationId xmlns:a16="http://schemas.microsoft.com/office/drawing/2014/main" id="{040C1C37-F861-4F41-F986-C322253B992F}"/>
                </a:ext>
              </a:extLst>
            </p:cNvPr>
            <p:cNvSpPr/>
            <p:nvPr/>
          </p:nvSpPr>
          <p:spPr>
            <a:xfrm>
              <a:off x="1784152" y="2163425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立方体 176">
              <a:extLst>
                <a:ext uri="{FF2B5EF4-FFF2-40B4-BE49-F238E27FC236}">
                  <a16:creationId xmlns:a16="http://schemas.microsoft.com/office/drawing/2014/main" id="{9904405E-3571-A910-734E-7963058AE96E}"/>
                </a:ext>
              </a:extLst>
            </p:cNvPr>
            <p:cNvSpPr/>
            <p:nvPr/>
          </p:nvSpPr>
          <p:spPr>
            <a:xfrm>
              <a:off x="1781891" y="190336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78" name="对象 177">
              <a:extLst>
                <a:ext uri="{FF2B5EF4-FFF2-40B4-BE49-F238E27FC236}">
                  <a16:creationId xmlns:a16="http://schemas.microsoft.com/office/drawing/2014/main" id="{C592D408-AAC7-A3E9-EE21-DBF3557C21E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05945343"/>
                </p:ext>
              </p:extLst>
            </p:nvPr>
          </p:nvGraphicFramePr>
          <p:xfrm>
            <a:off x="2212183" y="1932394"/>
            <a:ext cx="1905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90440" imgH="241200" progId="Equation.DSMT4">
                    <p:embed/>
                  </p:oleObj>
                </mc:Choice>
                <mc:Fallback>
                  <p:oleObj name="Equation" r:id="rId8" imgW="190440" imgH="241200" progId="Equation.DSMT4">
                    <p:embed/>
                    <p:pic>
                      <p:nvPicPr>
                        <p:cNvPr id="47" name="对象 46">
                          <a:extLst>
                            <a:ext uri="{FF2B5EF4-FFF2-40B4-BE49-F238E27FC236}">
                              <a16:creationId xmlns:a16="http://schemas.microsoft.com/office/drawing/2014/main" id="{BFAA078D-77CB-14D6-4EBF-FB79C9D5104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2212183" y="1932394"/>
                          <a:ext cx="1905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9" name="对象 178">
              <a:extLst>
                <a:ext uri="{FF2B5EF4-FFF2-40B4-BE49-F238E27FC236}">
                  <a16:creationId xmlns:a16="http://schemas.microsoft.com/office/drawing/2014/main" id="{527399D2-8603-3463-EE19-759822BE234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81890865"/>
                </p:ext>
              </p:extLst>
            </p:nvPr>
          </p:nvGraphicFramePr>
          <p:xfrm>
            <a:off x="2185427" y="2262099"/>
            <a:ext cx="2159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15640" imgH="241200" progId="Equation.DSMT4">
                    <p:embed/>
                  </p:oleObj>
                </mc:Choice>
                <mc:Fallback>
                  <p:oleObj name="Equation" r:id="rId10" imgW="215640" imgH="241200" progId="Equation.DSMT4">
                    <p:embed/>
                    <p:pic>
                      <p:nvPicPr>
                        <p:cNvPr id="48" name="对象 47">
                          <a:extLst>
                            <a:ext uri="{FF2B5EF4-FFF2-40B4-BE49-F238E27FC236}">
                              <a16:creationId xmlns:a16="http://schemas.microsoft.com/office/drawing/2014/main" id="{A5F30781-0D86-846D-7808-9C9023CAD04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2185427" y="2262099"/>
                          <a:ext cx="2159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0" name="对象 179">
              <a:extLst>
                <a:ext uri="{FF2B5EF4-FFF2-40B4-BE49-F238E27FC236}">
                  <a16:creationId xmlns:a16="http://schemas.microsoft.com/office/drawing/2014/main" id="{9A94B263-7049-E6A3-96E1-B977EEDB189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98903642"/>
                </p:ext>
              </p:extLst>
            </p:nvPr>
          </p:nvGraphicFramePr>
          <p:xfrm>
            <a:off x="2205833" y="2544566"/>
            <a:ext cx="2032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03040" imgH="241200" progId="Equation.DSMT4">
                    <p:embed/>
                  </p:oleObj>
                </mc:Choice>
                <mc:Fallback>
                  <p:oleObj name="Equation" r:id="rId12" imgW="203040" imgH="241200" progId="Equation.DSMT4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6C9744EE-A7D6-7103-1C25-D5BC67761DA8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2205833" y="2544566"/>
                          <a:ext cx="2032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1" name="对象 180">
              <a:extLst>
                <a:ext uri="{FF2B5EF4-FFF2-40B4-BE49-F238E27FC236}">
                  <a16:creationId xmlns:a16="http://schemas.microsoft.com/office/drawing/2014/main" id="{07551FA5-1A63-CEEE-5BD1-B9938DC6DC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19176771"/>
                </p:ext>
              </p:extLst>
            </p:nvPr>
          </p:nvGraphicFramePr>
          <p:xfrm>
            <a:off x="2190454" y="2790511"/>
            <a:ext cx="215900" cy="241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241200" progId="Equation.DSMT4">
                    <p:embed/>
                  </p:oleObj>
                </mc:Choice>
                <mc:Fallback>
                  <p:oleObj name="Equation" r:id="rId14" imgW="215640" imgH="241200" progId="Equation.DSMT4">
                    <p:embed/>
                    <p:pic>
                      <p:nvPicPr>
                        <p:cNvPr id="50" name="对象 49">
                          <a:extLst>
                            <a:ext uri="{FF2B5EF4-FFF2-40B4-BE49-F238E27FC236}">
                              <a16:creationId xmlns:a16="http://schemas.microsoft.com/office/drawing/2014/main" id="{A2AA667D-8A89-7A92-D9B2-2A494E18B78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5"/>
                        <a:stretch>
                          <a:fillRect/>
                        </a:stretch>
                      </p:blipFill>
                      <p:spPr>
                        <a:xfrm>
                          <a:off x="2190454" y="2790511"/>
                          <a:ext cx="215900" cy="241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82" name="直接连接符 181">
              <a:extLst>
                <a:ext uri="{FF2B5EF4-FFF2-40B4-BE49-F238E27FC236}">
                  <a16:creationId xmlns:a16="http://schemas.microsoft.com/office/drawing/2014/main" id="{732CA471-35D0-10EA-25E1-2F50C0DE0D3F}"/>
                </a:ext>
              </a:extLst>
            </p:cNvPr>
            <p:cNvCxnSpPr/>
            <p:nvPr/>
          </p:nvCxnSpPr>
          <p:spPr>
            <a:xfrm>
              <a:off x="2724538" y="2071017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183" name="对象 182">
              <a:extLst>
                <a:ext uri="{FF2B5EF4-FFF2-40B4-BE49-F238E27FC236}">
                  <a16:creationId xmlns:a16="http://schemas.microsoft.com/office/drawing/2014/main" id="{4A4FA24F-8CBE-7FE0-CFA7-B98B8617FE5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88575092"/>
                </p:ext>
              </p:extLst>
            </p:nvPr>
          </p:nvGraphicFramePr>
          <p:xfrm>
            <a:off x="2864507" y="1911633"/>
            <a:ext cx="260710" cy="161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66400" imgH="164880" progId="Equation.DSMT4">
                    <p:embed/>
                  </p:oleObj>
                </mc:Choice>
                <mc:Fallback>
                  <p:oleObj name="Equation" r:id="rId2" imgW="266400" imgH="164880" progId="Equation.DSMT4">
                    <p:embed/>
                    <p:pic>
                      <p:nvPicPr>
                        <p:cNvPr id="129" name="对象 128">
                          <a:extLst>
                            <a:ext uri="{FF2B5EF4-FFF2-40B4-BE49-F238E27FC236}">
                              <a16:creationId xmlns:a16="http://schemas.microsoft.com/office/drawing/2014/main" id="{A6856674-36C3-F345-0270-614E0A80604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2864507" y="1911633"/>
                          <a:ext cx="260710" cy="16139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84" name="直接连接符 183">
              <a:extLst>
                <a:ext uri="{FF2B5EF4-FFF2-40B4-BE49-F238E27FC236}">
                  <a16:creationId xmlns:a16="http://schemas.microsoft.com/office/drawing/2014/main" id="{C019BB5C-1454-9D19-7C83-F8AD55D2A1F2}"/>
                </a:ext>
              </a:extLst>
            </p:cNvPr>
            <p:cNvCxnSpPr/>
            <p:nvPr/>
          </p:nvCxnSpPr>
          <p:spPr>
            <a:xfrm>
              <a:off x="2727645" y="2335385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接连接符 184">
              <a:extLst>
                <a:ext uri="{FF2B5EF4-FFF2-40B4-BE49-F238E27FC236}">
                  <a16:creationId xmlns:a16="http://schemas.microsoft.com/office/drawing/2014/main" id="{13A4190D-C30B-08E6-44E3-5B3A4884F13C}"/>
                </a:ext>
              </a:extLst>
            </p:cNvPr>
            <p:cNvCxnSpPr/>
            <p:nvPr/>
          </p:nvCxnSpPr>
          <p:spPr>
            <a:xfrm>
              <a:off x="2724538" y="2587578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连接符 185">
              <a:extLst>
                <a:ext uri="{FF2B5EF4-FFF2-40B4-BE49-F238E27FC236}">
                  <a16:creationId xmlns:a16="http://schemas.microsoft.com/office/drawing/2014/main" id="{2FFA3E9B-6D03-D357-4A3F-125F340D944B}"/>
                </a:ext>
              </a:extLst>
            </p:cNvPr>
            <p:cNvCxnSpPr/>
            <p:nvPr/>
          </p:nvCxnSpPr>
          <p:spPr>
            <a:xfrm>
              <a:off x="2719205" y="2861842"/>
              <a:ext cx="432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12CC7815-3466-DF9A-3B85-482ADE0FACF6}"/>
              </a:ext>
            </a:extLst>
          </p:cNvPr>
          <p:cNvCxnSpPr>
            <a:cxnSpLocks/>
          </p:cNvCxnSpPr>
          <p:nvPr/>
        </p:nvCxnSpPr>
        <p:spPr>
          <a:xfrm flipV="1">
            <a:off x="9591634" y="4478922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3D4C31E4-22BC-24F0-D56F-E56EE86B4BC0}"/>
              </a:ext>
            </a:extLst>
          </p:cNvPr>
          <p:cNvCxnSpPr>
            <a:cxnSpLocks/>
          </p:cNvCxnSpPr>
          <p:nvPr/>
        </p:nvCxnSpPr>
        <p:spPr>
          <a:xfrm>
            <a:off x="7997952" y="5973148"/>
            <a:ext cx="55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45" name="对象 144">
            <a:extLst>
              <a:ext uri="{FF2B5EF4-FFF2-40B4-BE49-F238E27FC236}">
                <a16:creationId xmlns:a16="http://schemas.microsoft.com/office/drawing/2014/main" id="{966FAC64-314F-A8BA-0993-A5CAED2739B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35767419"/>
              </p:ext>
            </p:extLst>
          </p:nvPr>
        </p:nvGraphicFramePr>
        <p:xfrm>
          <a:off x="8528844" y="5839841"/>
          <a:ext cx="260709" cy="2807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7" imgW="164880" imgH="177480" progId="Equation.DSMT4">
                  <p:embed/>
                </p:oleObj>
              </mc:Choice>
              <mc:Fallback>
                <p:oleObj name="Equation" r:id="rId47" imgW="164880" imgH="177480" progId="Equation.DSMT4">
                  <p:embed/>
                  <p:pic>
                    <p:nvPicPr>
                      <p:cNvPr id="150" name="对象 149">
                        <a:extLst>
                          <a:ext uri="{FF2B5EF4-FFF2-40B4-BE49-F238E27FC236}">
                            <a16:creationId xmlns:a16="http://schemas.microsoft.com/office/drawing/2014/main" id="{4C332F6D-63AB-2251-AF15-81F3B0F204C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8528844" y="5839841"/>
                        <a:ext cx="260709" cy="2807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E62376DD-201B-301D-AC38-24E2738F2A24}"/>
              </a:ext>
            </a:extLst>
          </p:cNvPr>
          <p:cNvCxnSpPr/>
          <p:nvPr/>
        </p:nvCxnSpPr>
        <p:spPr>
          <a:xfrm>
            <a:off x="6319692" y="4073921"/>
            <a:ext cx="0" cy="792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E2CEFD87-A1DD-086B-187E-C7424AE17E8F}"/>
              </a:ext>
            </a:extLst>
          </p:cNvPr>
          <p:cNvGrpSpPr/>
          <p:nvPr/>
        </p:nvGrpSpPr>
        <p:grpSpPr>
          <a:xfrm>
            <a:off x="11003981" y="4062378"/>
            <a:ext cx="1051973" cy="862181"/>
            <a:chOff x="7189000" y="2057363"/>
            <a:chExt cx="1051973" cy="862181"/>
          </a:xfrm>
        </p:grpSpPr>
        <p:sp>
          <p:nvSpPr>
            <p:cNvPr id="167" name="立方体 166">
              <a:extLst>
                <a:ext uri="{FF2B5EF4-FFF2-40B4-BE49-F238E27FC236}">
                  <a16:creationId xmlns:a16="http://schemas.microsoft.com/office/drawing/2014/main" id="{9EE31F8A-2D86-A4A2-0343-F5705CBE855D}"/>
                </a:ext>
              </a:extLst>
            </p:cNvPr>
            <p:cNvSpPr/>
            <p:nvPr/>
          </p:nvSpPr>
          <p:spPr>
            <a:xfrm>
              <a:off x="7189888" y="256612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立方体 167">
              <a:extLst>
                <a:ext uri="{FF2B5EF4-FFF2-40B4-BE49-F238E27FC236}">
                  <a16:creationId xmlns:a16="http://schemas.microsoft.com/office/drawing/2014/main" id="{F92A45CF-B4F5-E846-E870-F400656CE08C}"/>
                </a:ext>
              </a:extLst>
            </p:cNvPr>
            <p:cNvSpPr/>
            <p:nvPr/>
          </p:nvSpPr>
          <p:spPr>
            <a:xfrm>
              <a:off x="7189592" y="2398217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立方体 168">
              <a:extLst>
                <a:ext uri="{FF2B5EF4-FFF2-40B4-BE49-F238E27FC236}">
                  <a16:creationId xmlns:a16="http://schemas.microsoft.com/office/drawing/2014/main" id="{A0977EA1-4516-EB79-2149-8A56AF725D6F}"/>
                </a:ext>
              </a:extLst>
            </p:cNvPr>
            <p:cNvSpPr/>
            <p:nvPr/>
          </p:nvSpPr>
          <p:spPr>
            <a:xfrm>
              <a:off x="7189296" y="22285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立方体 169">
              <a:extLst>
                <a:ext uri="{FF2B5EF4-FFF2-40B4-BE49-F238E27FC236}">
                  <a16:creationId xmlns:a16="http://schemas.microsoft.com/office/drawing/2014/main" id="{299C586F-E6E6-242D-C824-8F3F63204CA9}"/>
                </a:ext>
              </a:extLst>
            </p:cNvPr>
            <p:cNvSpPr/>
            <p:nvPr/>
          </p:nvSpPr>
          <p:spPr>
            <a:xfrm>
              <a:off x="7189000" y="205736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5D850A8-E929-1F46-EFF4-018D313C59B9}"/>
              </a:ext>
            </a:extLst>
          </p:cNvPr>
          <p:cNvCxnSpPr>
            <a:cxnSpLocks/>
          </p:cNvCxnSpPr>
          <p:nvPr/>
        </p:nvCxnSpPr>
        <p:spPr>
          <a:xfrm flipV="1">
            <a:off x="5630957" y="3803985"/>
            <a:ext cx="0" cy="108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E7A2BEE0-9195-4FD7-6AD0-F47700B6066B}"/>
              </a:ext>
            </a:extLst>
          </p:cNvPr>
          <p:cNvCxnSpPr/>
          <p:nvPr/>
        </p:nvCxnSpPr>
        <p:spPr>
          <a:xfrm>
            <a:off x="5630957" y="3803985"/>
            <a:ext cx="4428000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90DA8A78-487F-1BB7-9285-A03C258FB699}"/>
              </a:ext>
            </a:extLst>
          </p:cNvPr>
          <p:cNvCxnSpPr/>
          <p:nvPr/>
        </p:nvCxnSpPr>
        <p:spPr>
          <a:xfrm flipV="1">
            <a:off x="10145407" y="4474411"/>
            <a:ext cx="18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对象 150">
            <a:extLst>
              <a:ext uri="{FF2B5EF4-FFF2-40B4-BE49-F238E27FC236}">
                <a16:creationId xmlns:a16="http://schemas.microsoft.com/office/drawing/2014/main" id="{1A6696AA-F416-EEA2-42F1-2A72F9CB31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70469133"/>
              </p:ext>
            </p:extLst>
          </p:nvPr>
        </p:nvGraphicFramePr>
        <p:xfrm>
          <a:off x="10297809" y="4346053"/>
          <a:ext cx="260709" cy="28076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2" imgW="164880" imgH="177480" progId="Equation.DSMT4">
                  <p:embed/>
                </p:oleObj>
              </mc:Choice>
              <mc:Fallback>
                <p:oleObj name="Equation" r:id="rId52" imgW="164880" imgH="177480" progId="Equation.DSMT4">
                  <p:embed/>
                  <p:pic>
                    <p:nvPicPr>
                      <p:cNvPr id="181" name="对象 180">
                        <a:extLst>
                          <a:ext uri="{FF2B5EF4-FFF2-40B4-BE49-F238E27FC236}">
                            <a16:creationId xmlns:a16="http://schemas.microsoft.com/office/drawing/2014/main" id="{2D8BB42F-138D-0155-955B-19641120FB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3"/>
                      <a:stretch>
                        <a:fillRect/>
                      </a:stretch>
                    </p:blipFill>
                    <p:spPr>
                      <a:xfrm>
                        <a:off x="10297809" y="4346053"/>
                        <a:ext cx="260709" cy="28076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373BC19B-3A88-AD72-F64B-3A6A4173936C}"/>
              </a:ext>
            </a:extLst>
          </p:cNvPr>
          <p:cNvCxnSpPr/>
          <p:nvPr/>
        </p:nvCxnSpPr>
        <p:spPr>
          <a:xfrm flipV="1">
            <a:off x="10512411" y="4483742"/>
            <a:ext cx="46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510A01B-AA9A-9FC0-333E-76616F0F50C3}"/>
              </a:ext>
            </a:extLst>
          </p:cNvPr>
          <p:cNvCxnSpPr>
            <a:cxnSpLocks/>
          </p:cNvCxnSpPr>
          <p:nvPr/>
        </p:nvCxnSpPr>
        <p:spPr>
          <a:xfrm>
            <a:off x="5341077" y="5041728"/>
            <a:ext cx="0" cy="91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93155102-E575-F96B-18CB-E66EA1B9CBC5}"/>
              </a:ext>
            </a:extLst>
          </p:cNvPr>
          <p:cNvCxnSpPr>
            <a:cxnSpLocks/>
          </p:cNvCxnSpPr>
          <p:nvPr/>
        </p:nvCxnSpPr>
        <p:spPr>
          <a:xfrm>
            <a:off x="5346317" y="5959235"/>
            <a:ext cx="8944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55" name="对象 154">
            <a:extLst>
              <a:ext uri="{FF2B5EF4-FFF2-40B4-BE49-F238E27FC236}">
                <a16:creationId xmlns:a16="http://schemas.microsoft.com/office/drawing/2014/main" id="{05221799-37A9-AD37-E4A5-E65204F30A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7421875"/>
              </p:ext>
            </p:extLst>
          </p:nvPr>
        </p:nvGraphicFramePr>
        <p:xfrm>
          <a:off x="5693573" y="5706204"/>
          <a:ext cx="239839" cy="2278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53800" imgH="241200" progId="Equation.DSMT4">
                  <p:embed/>
                </p:oleObj>
              </mc:Choice>
              <mc:Fallback>
                <p:oleObj name="Equation" r:id="rId20" imgW="253800" imgH="241200" progId="Equation.DSMT4">
                  <p:embed/>
                  <p:pic>
                    <p:nvPicPr>
                      <p:cNvPr id="188" name="对象 187">
                        <a:extLst>
                          <a:ext uri="{FF2B5EF4-FFF2-40B4-BE49-F238E27FC236}">
                            <a16:creationId xmlns:a16="http://schemas.microsoft.com/office/drawing/2014/main" id="{E21231DA-4AD9-71BA-FF1B-368CBACECA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5693573" y="5706204"/>
                        <a:ext cx="239839" cy="22784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E93AC16B-CFE3-B520-29EF-935E6EAF14E9}"/>
              </a:ext>
            </a:extLst>
          </p:cNvPr>
          <p:cNvCxnSpPr>
            <a:cxnSpLocks/>
          </p:cNvCxnSpPr>
          <p:nvPr/>
        </p:nvCxnSpPr>
        <p:spPr>
          <a:xfrm>
            <a:off x="5627604" y="5048048"/>
            <a:ext cx="0" cy="10800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A8E135A-3AF4-2C20-88B9-5335183FEBB5}"/>
              </a:ext>
            </a:extLst>
          </p:cNvPr>
          <p:cNvCxnSpPr/>
          <p:nvPr/>
        </p:nvCxnSpPr>
        <p:spPr>
          <a:xfrm>
            <a:off x="5627604" y="5146717"/>
            <a:ext cx="3024000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D0A302B6-6552-91EE-5309-25CF62909474}"/>
              </a:ext>
            </a:extLst>
          </p:cNvPr>
          <p:cNvCxnSpPr/>
          <p:nvPr/>
        </p:nvCxnSpPr>
        <p:spPr>
          <a:xfrm flipV="1">
            <a:off x="8754382" y="5973690"/>
            <a:ext cx="167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7A622A53-CDA2-38D7-DD7E-F5A297109328}"/>
              </a:ext>
            </a:extLst>
          </p:cNvPr>
          <p:cNvSpPr txBox="1"/>
          <p:nvPr/>
        </p:nvSpPr>
        <p:spPr>
          <a:xfrm>
            <a:off x="10454587" y="4269026"/>
            <a:ext cx="5167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D82565A4-7D83-C29F-539B-A3FF34E8E57B}"/>
              </a:ext>
            </a:extLst>
          </p:cNvPr>
          <p:cNvCxnSpPr/>
          <p:nvPr/>
        </p:nvCxnSpPr>
        <p:spPr>
          <a:xfrm>
            <a:off x="8656210" y="5146717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2A600C4A-190B-0CEA-7E4D-AAB03DBE5EAA}"/>
              </a:ext>
            </a:extLst>
          </p:cNvPr>
          <p:cNvCxnSpPr/>
          <p:nvPr/>
        </p:nvCxnSpPr>
        <p:spPr>
          <a:xfrm>
            <a:off x="10051826" y="3803985"/>
            <a:ext cx="0" cy="57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3D9D2DF5-60EC-3A34-710E-8230B5262BC1}"/>
              </a:ext>
            </a:extLst>
          </p:cNvPr>
          <p:cNvCxnSpPr/>
          <p:nvPr/>
        </p:nvCxnSpPr>
        <p:spPr>
          <a:xfrm flipV="1">
            <a:off x="10428163" y="4587757"/>
            <a:ext cx="0" cy="138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3" name="对象 162">
            <a:extLst>
              <a:ext uri="{FF2B5EF4-FFF2-40B4-BE49-F238E27FC236}">
                <a16:creationId xmlns:a16="http://schemas.microsoft.com/office/drawing/2014/main" id="{70E022DA-4D64-3089-FED0-0C7F66FC4B1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565586"/>
              </p:ext>
            </p:extLst>
          </p:nvPr>
        </p:nvGraphicFramePr>
        <p:xfrm>
          <a:off x="11421573" y="4086375"/>
          <a:ext cx="2159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4" imgW="215640" imgH="177480" progId="Equation.DSMT4">
                  <p:embed/>
                </p:oleObj>
              </mc:Choice>
              <mc:Fallback>
                <p:oleObj name="Equation" r:id="rId54" imgW="215640" imgH="177480" progId="Equation.DSMT4">
                  <p:embed/>
                  <p:pic>
                    <p:nvPicPr>
                      <p:cNvPr id="209" name="对象 208">
                        <a:extLst>
                          <a:ext uri="{FF2B5EF4-FFF2-40B4-BE49-F238E27FC236}">
                            <a16:creationId xmlns:a16="http://schemas.microsoft.com/office/drawing/2014/main" id="{9947B6A8-977C-7B74-23C8-552FA497D2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5"/>
                      <a:stretch>
                        <a:fillRect/>
                      </a:stretch>
                    </p:blipFill>
                    <p:spPr>
                      <a:xfrm>
                        <a:off x="11421573" y="4086375"/>
                        <a:ext cx="2159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4" name="图片 163">
            <a:extLst>
              <a:ext uri="{FF2B5EF4-FFF2-40B4-BE49-F238E27FC236}">
                <a16:creationId xmlns:a16="http://schemas.microsoft.com/office/drawing/2014/main" id="{3C57ECE0-A66C-4B7C-5A81-8E419D4D5BB5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691783" y="5240024"/>
            <a:ext cx="244800" cy="1453500"/>
          </a:xfrm>
          <a:prstGeom prst="rect">
            <a:avLst/>
          </a:prstGeom>
        </p:spPr>
      </p:pic>
      <p:pic>
        <p:nvPicPr>
          <p:cNvPr id="165" name="图片 164">
            <a:extLst>
              <a:ext uri="{FF2B5EF4-FFF2-40B4-BE49-F238E27FC236}">
                <a16:creationId xmlns:a16="http://schemas.microsoft.com/office/drawing/2014/main" id="{206DD921-F543-7DC4-E787-6ABAAA3A049D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820312" y="5223685"/>
            <a:ext cx="244800" cy="1453500"/>
          </a:xfrm>
          <a:prstGeom prst="rect">
            <a:avLst/>
          </a:prstGeom>
        </p:spPr>
      </p:pic>
      <p:pic>
        <p:nvPicPr>
          <p:cNvPr id="166" name="图片 165">
            <a:extLst>
              <a:ext uri="{FF2B5EF4-FFF2-40B4-BE49-F238E27FC236}">
                <a16:creationId xmlns:a16="http://schemas.microsoft.com/office/drawing/2014/main" id="{A56859B3-D72B-5EE6-2D25-952D6260DEC8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21422" y="5222244"/>
            <a:ext cx="244800" cy="1453500"/>
          </a:xfrm>
          <a:prstGeom prst="rect">
            <a:avLst/>
          </a:prstGeom>
        </p:spPr>
      </p:pic>
      <p:sp>
        <p:nvSpPr>
          <p:cNvPr id="191" name="文本框 190">
            <a:extLst>
              <a:ext uri="{FF2B5EF4-FFF2-40B4-BE49-F238E27FC236}">
                <a16:creationId xmlns:a16="http://schemas.microsoft.com/office/drawing/2014/main" id="{C3A48543-093B-3F94-DD5C-7FD9EEF19E7F}"/>
              </a:ext>
            </a:extLst>
          </p:cNvPr>
          <p:cNvSpPr txBox="1"/>
          <p:nvPr/>
        </p:nvSpPr>
        <p:spPr>
          <a:xfrm>
            <a:off x="8320837" y="9550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>
                <a:latin typeface="宋体" panose="02010600030101010101" pitchFamily="2" charset="-122"/>
                <a:ea typeface="宋体" panose="02010600030101010101" pitchFamily="2" charset="-122"/>
              </a:rPr>
              <a:t>修改前</a:t>
            </a:r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5C29169E-1BDD-B988-58EA-345F9B04DD7D}"/>
              </a:ext>
            </a:extLst>
          </p:cNvPr>
          <p:cNvSpPr txBox="1"/>
          <p:nvPr/>
        </p:nvSpPr>
        <p:spPr>
          <a:xfrm>
            <a:off x="3614380" y="4391595"/>
            <a:ext cx="926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>
                <a:latin typeface="宋体" panose="02010600030101010101" pitchFamily="2" charset="-122"/>
                <a:ea typeface="宋体" panose="02010600030101010101" pitchFamily="2" charset="-122"/>
              </a:rPr>
              <a:t>修改后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DB2115EC-438E-DC63-8BDE-1BEA63CF28A4}"/>
              </a:ext>
            </a:extLst>
          </p:cNvPr>
          <p:cNvSpPr txBox="1"/>
          <p:nvPr/>
        </p:nvSpPr>
        <p:spPr>
          <a:xfrm>
            <a:off x="1318163" y="1202833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8E952928-AA75-FF2D-BA3F-1ACFE8CC6C84}"/>
              </a:ext>
            </a:extLst>
          </p:cNvPr>
          <p:cNvSpPr txBox="1"/>
          <p:nvPr/>
        </p:nvSpPr>
        <p:spPr>
          <a:xfrm>
            <a:off x="3936036" y="984985"/>
            <a:ext cx="364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39A8197A-6588-C4F4-100F-FBD289BEED0B}"/>
                  </a:ext>
                </a:extLst>
              </p:cNvPr>
              <p:cNvSpPr txBox="1"/>
              <p:nvPr/>
            </p:nvSpPr>
            <p:spPr>
              <a:xfrm>
                <a:off x="7580630" y="4214495"/>
                <a:ext cx="547370" cy="161925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CN" sz="1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39A8197A-6588-C4F4-100F-FBD289BE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630" y="4214495"/>
                <a:ext cx="547370" cy="161925"/>
              </a:xfrm>
              <a:prstGeom prst="rect">
                <a:avLst/>
              </a:prstGeom>
              <a:blipFill>
                <a:blip r:embed="rId58"/>
                <a:stretch>
                  <a:fillRect b="-296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06A9D692-E835-9F1E-9B8E-DFECE5DE4235}"/>
              </a:ext>
            </a:extLst>
          </p:cNvPr>
          <p:cNvGrpSpPr/>
          <p:nvPr/>
        </p:nvGrpSpPr>
        <p:grpSpPr>
          <a:xfrm>
            <a:off x="8212878" y="4114800"/>
            <a:ext cx="546260" cy="694832"/>
            <a:chOff x="3909222" y="1975230"/>
            <a:chExt cx="813283" cy="1034480"/>
          </a:xfrm>
        </p:grpSpPr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1513FD7E-F386-D59D-B616-858470F0B8A8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9469F030-6385-7737-E7A5-D466960A4F52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7A06C468-A991-B453-A066-3EBE21E3284F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F3EBFB83-D62C-5A4F-4FCE-0B3CB840EEB5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22" name="文本框 221">
            <a:extLst>
              <a:ext uri="{FF2B5EF4-FFF2-40B4-BE49-F238E27FC236}">
                <a16:creationId xmlns:a16="http://schemas.microsoft.com/office/drawing/2014/main" id="{009A6262-FFBD-1B14-9C9A-1A29E1CF9B17}"/>
              </a:ext>
            </a:extLst>
          </p:cNvPr>
          <p:cNvSpPr txBox="1"/>
          <p:nvPr/>
        </p:nvSpPr>
        <p:spPr>
          <a:xfrm>
            <a:off x="8770620" y="4169998"/>
            <a:ext cx="7010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46CD461-C158-589D-C283-4D0C4F555EFB}"/>
              </a:ext>
            </a:extLst>
          </p:cNvPr>
          <p:cNvSpPr txBox="1"/>
          <p:nvPr/>
        </p:nvSpPr>
        <p:spPr>
          <a:xfrm>
            <a:off x="7039737" y="5627323"/>
            <a:ext cx="7010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sigmoid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19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E6231-9745-4B64-D9F5-C738FD44C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F08228C7-00D9-D501-E70A-BB1A737FDCE1}"/>
              </a:ext>
            </a:extLst>
          </p:cNvPr>
          <p:cNvGrpSpPr/>
          <p:nvPr/>
        </p:nvGrpSpPr>
        <p:grpSpPr>
          <a:xfrm>
            <a:off x="2493391" y="1444336"/>
            <a:ext cx="4470251" cy="3345874"/>
            <a:chOff x="1121791" y="477981"/>
            <a:chExt cx="4470251" cy="3345874"/>
          </a:xfrm>
        </p:grpSpPr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19B2D934-414B-30A5-52B0-8FF77CE4757E}"/>
                </a:ext>
              </a:extLst>
            </p:cNvPr>
            <p:cNvSpPr/>
            <p:nvPr/>
          </p:nvSpPr>
          <p:spPr>
            <a:xfrm>
              <a:off x="1121791" y="477981"/>
              <a:ext cx="4151250" cy="206779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4F175F03-CBF0-7E21-BFF3-B46B71E10F0D}"/>
                </a:ext>
              </a:extLst>
            </p:cNvPr>
            <p:cNvCxnSpPr>
              <a:cxnSpLocks/>
              <a:stCxn id="194" idx="2"/>
            </p:cNvCxnSpPr>
            <p:nvPr/>
          </p:nvCxnSpPr>
          <p:spPr>
            <a:xfrm>
              <a:off x="182360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接箭头连接符 217">
              <a:extLst>
                <a:ext uri="{FF2B5EF4-FFF2-40B4-BE49-F238E27FC236}">
                  <a16:creationId xmlns:a16="http://schemas.microsoft.com/office/drawing/2014/main" id="{2C83807F-664B-3A54-3710-3564CDD1D654}"/>
                </a:ext>
              </a:extLst>
            </p:cNvPr>
            <p:cNvCxnSpPr>
              <a:cxnSpLocks/>
            </p:cNvCxnSpPr>
            <p:nvPr/>
          </p:nvCxnSpPr>
          <p:spPr>
            <a:xfrm>
              <a:off x="273800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箭头连接符 218">
              <a:extLst>
                <a:ext uri="{FF2B5EF4-FFF2-40B4-BE49-F238E27FC236}">
                  <a16:creationId xmlns:a16="http://schemas.microsoft.com/office/drawing/2014/main" id="{B3CC68CF-58E2-6888-8ADF-409AB0381BA7}"/>
                </a:ext>
              </a:extLst>
            </p:cNvPr>
            <p:cNvCxnSpPr>
              <a:cxnSpLocks/>
            </p:cNvCxnSpPr>
            <p:nvPr/>
          </p:nvCxnSpPr>
          <p:spPr>
            <a:xfrm>
              <a:off x="359525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接箭头连接符 219">
              <a:extLst>
                <a:ext uri="{FF2B5EF4-FFF2-40B4-BE49-F238E27FC236}">
                  <a16:creationId xmlns:a16="http://schemas.microsoft.com/office/drawing/2014/main" id="{1384507A-3B1F-46B3-FEAD-FD34A29D9895}"/>
                </a:ext>
              </a:extLst>
            </p:cNvPr>
            <p:cNvCxnSpPr>
              <a:cxnSpLocks/>
            </p:cNvCxnSpPr>
            <p:nvPr/>
          </p:nvCxnSpPr>
          <p:spPr>
            <a:xfrm>
              <a:off x="4502035" y="2324100"/>
              <a:ext cx="0" cy="48006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9" name="组合 268">
              <a:extLst>
                <a:ext uri="{FF2B5EF4-FFF2-40B4-BE49-F238E27FC236}">
                  <a16:creationId xmlns:a16="http://schemas.microsoft.com/office/drawing/2014/main" id="{4E23D4ED-8E0B-FE11-EF43-2C98BA246F0D}"/>
                </a:ext>
              </a:extLst>
            </p:cNvPr>
            <p:cNvGrpSpPr/>
            <p:nvPr/>
          </p:nvGrpSpPr>
          <p:grpSpPr>
            <a:xfrm>
              <a:off x="1527464" y="924790"/>
              <a:ext cx="3266901" cy="1399310"/>
              <a:chOff x="1527464" y="924790"/>
              <a:chExt cx="3266901" cy="1399310"/>
            </a:xfrm>
          </p:grpSpPr>
          <p:sp>
            <p:nvSpPr>
              <p:cNvPr id="194" name="矩形: 圆角 193">
                <a:extLst>
                  <a:ext uri="{FF2B5EF4-FFF2-40B4-BE49-F238E27FC236}">
                    <a16:creationId xmlns:a16="http://schemas.microsoft.com/office/drawing/2014/main" id="{94EE2C45-7A0C-667A-FFFA-3EE90E5BD2B5}"/>
                  </a:ext>
                </a:extLst>
              </p:cNvPr>
              <p:cNvSpPr/>
              <p:nvPr/>
            </p:nvSpPr>
            <p:spPr>
              <a:xfrm>
                <a:off x="152746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64B03564-90A4-0D40-BBD4-C7DAAF8761D7}"/>
                  </a:ext>
                </a:extLst>
              </p:cNvPr>
              <p:cNvSpPr/>
              <p:nvPr/>
            </p:nvSpPr>
            <p:spPr>
              <a:xfrm>
                <a:off x="241900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: 圆角 195">
                <a:extLst>
                  <a:ext uri="{FF2B5EF4-FFF2-40B4-BE49-F238E27FC236}">
                    <a16:creationId xmlns:a16="http://schemas.microsoft.com/office/drawing/2014/main" id="{F0BE1329-17D1-8057-29C2-135CF5748A3F}"/>
                  </a:ext>
                </a:extLst>
              </p:cNvPr>
              <p:cNvSpPr/>
              <p:nvPr/>
            </p:nvSpPr>
            <p:spPr>
              <a:xfrm>
                <a:off x="331054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: 圆角 196">
                <a:extLst>
                  <a:ext uri="{FF2B5EF4-FFF2-40B4-BE49-F238E27FC236}">
                    <a16:creationId xmlns:a16="http://schemas.microsoft.com/office/drawing/2014/main" id="{AC2D1BCB-B23E-C858-D99E-678CADD32AD4}"/>
                  </a:ext>
                </a:extLst>
              </p:cNvPr>
              <p:cNvSpPr/>
              <p:nvPr/>
            </p:nvSpPr>
            <p:spPr>
              <a:xfrm>
                <a:off x="4202084" y="924790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2818EF64-4184-9A39-EBB6-F382D3151940}"/>
                  </a:ext>
                </a:extLst>
              </p:cNvPr>
              <p:cNvSpPr txBox="1"/>
              <p:nvPr/>
            </p:nvSpPr>
            <p:spPr>
              <a:xfrm>
                <a:off x="1608160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F320651F-4B38-4FD7-5461-E7451E2C29C6}"/>
                  </a:ext>
                </a:extLst>
              </p:cNvPr>
              <p:cNvSpPr txBox="1"/>
              <p:nvPr/>
            </p:nvSpPr>
            <p:spPr>
              <a:xfrm>
                <a:off x="2499700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AB4CC9E5-BCBA-D5DE-BC51-E676BD2B6FC9}"/>
                  </a:ext>
                </a:extLst>
              </p:cNvPr>
              <p:cNvSpPr txBox="1"/>
              <p:nvPr/>
            </p:nvSpPr>
            <p:spPr>
              <a:xfrm>
                <a:off x="3387415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CFF82A55-9A91-6967-B454-9B971769C5B6}"/>
                  </a:ext>
                </a:extLst>
              </p:cNvPr>
              <p:cNvSpPr txBox="1"/>
              <p:nvPr/>
            </p:nvSpPr>
            <p:spPr>
              <a:xfrm>
                <a:off x="4282780" y="1279318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VIT block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05" name="组合 204">
                <a:extLst>
                  <a:ext uri="{FF2B5EF4-FFF2-40B4-BE49-F238E27FC236}">
                    <a16:creationId xmlns:a16="http://schemas.microsoft.com/office/drawing/2014/main" id="{6A2A49CE-B82E-257D-1114-E6B3E540DA17}"/>
                  </a:ext>
                </a:extLst>
              </p:cNvPr>
              <p:cNvGrpSpPr/>
              <p:nvPr/>
            </p:nvGrpSpPr>
            <p:grpSpPr>
              <a:xfrm>
                <a:off x="1706586" y="1014070"/>
                <a:ext cx="234034" cy="202650"/>
                <a:chOff x="1635983" y="1987000"/>
                <a:chExt cx="258740" cy="270510"/>
              </a:xfrm>
            </p:grpSpPr>
            <p:sp>
              <p:nvSpPr>
                <p:cNvPr id="202" name="梯形 201">
                  <a:extLst>
                    <a:ext uri="{FF2B5EF4-FFF2-40B4-BE49-F238E27FC236}">
                      <a16:creationId xmlns:a16="http://schemas.microsoft.com/office/drawing/2014/main" id="{8D4BB3FF-7545-C7CC-EBF4-773800795716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04" name="梯形 203">
                  <a:extLst>
                    <a:ext uri="{FF2B5EF4-FFF2-40B4-BE49-F238E27FC236}">
                      <a16:creationId xmlns:a16="http://schemas.microsoft.com/office/drawing/2014/main" id="{FA93D06A-456D-E2C0-D5CD-4340F5393739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06" name="组合 205">
                <a:extLst>
                  <a:ext uri="{FF2B5EF4-FFF2-40B4-BE49-F238E27FC236}">
                    <a16:creationId xmlns:a16="http://schemas.microsoft.com/office/drawing/2014/main" id="{E94873A3-7992-781F-E758-425C75091CD0}"/>
                  </a:ext>
                </a:extLst>
              </p:cNvPr>
              <p:cNvGrpSpPr/>
              <p:nvPr/>
            </p:nvGrpSpPr>
            <p:grpSpPr>
              <a:xfrm>
                <a:off x="2598126" y="1008808"/>
                <a:ext cx="234034" cy="202650"/>
                <a:chOff x="1635983" y="1987000"/>
                <a:chExt cx="258740" cy="270510"/>
              </a:xfrm>
            </p:grpSpPr>
            <p:sp>
              <p:nvSpPr>
                <p:cNvPr id="207" name="梯形 206">
                  <a:extLst>
                    <a:ext uri="{FF2B5EF4-FFF2-40B4-BE49-F238E27FC236}">
                      <a16:creationId xmlns:a16="http://schemas.microsoft.com/office/drawing/2014/main" id="{B252ED50-77FE-3FD7-E358-3AF7D5CE00F4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08" name="梯形 207">
                  <a:extLst>
                    <a:ext uri="{FF2B5EF4-FFF2-40B4-BE49-F238E27FC236}">
                      <a16:creationId xmlns:a16="http://schemas.microsoft.com/office/drawing/2014/main" id="{173FC7FF-F566-4906-EE79-40586131B19C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09" name="组合 208">
                <a:extLst>
                  <a:ext uri="{FF2B5EF4-FFF2-40B4-BE49-F238E27FC236}">
                    <a16:creationId xmlns:a16="http://schemas.microsoft.com/office/drawing/2014/main" id="{FAA8A130-0260-3650-05E6-81540E3E03E4}"/>
                  </a:ext>
                </a:extLst>
              </p:cNvPr>
              <p:cNvGrpSpPr/>
              <p:nvPr/>
            </p:nvGrpSpPr>
            <p:grpSpPr>
              <a:xfrm>
                <a:off x="3485841" y="1011226"/>
                <a:ext cx="234034" cy="202650"/>
                <a:chOff x="1635983" y="1987000"/>
                <a:chExt cx="258740" cy="270510"/>
              </a:xfrm>
            </p:grpSpPr>
            <p:sp>
              <p:nvSpPr>
                <p:cNvPr id="210" name="梯形 209">
                  <a:extLst>
                    <a:ext uri="{FF2B5EF4-FFF2-40B4-BE49-F238E27FC236}">
                      <a16:creationId xmlns:a16="http://schemas.microsoft.com/office/drawing/2014/main" id="{BFF39FC3-718C-E974-8227-2C7ACF6F98EA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11" name="梯形 210">
                  <a:extLst>
                    <a:ext uri="{FF2B5EF4-FFF2-40B4-BE49-F238E27FC236}">
                      <a16:creationId xmlns:a16="http://schemas.microsoft.com/office/drawing/2014/main" id="{34B6D9BE-B410-4A90-7DCA-5179736AF01B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12" name="组合 211">
                <a:extLst>
                  <a:ext uri="{FF2B5EF4-FFF2-40B4-BE49-F238E27FC236}">
                    <a16:creationId xmlns:a16="http://schemas.microsoft.com/office/drawing/2014/main" id="{308A1169-0A37-1657-23C8-416EAF36CC7B}"/>
                  </a:ext>
                </a:extLst>
              </p:cNvPr>
              <p:cNvGrpSpPr/>
              <p:nvPr/>
            </p:nvGrpSpPr>
            <p:grpSpPr>
              <a:xfrm>
                <a:off x="4381206" y="998402"/>
                <a:ext cx="234034" cy="202650"/>
                <a:chOff x="1635983" y="1987000"/>
                <a:chExt cx="258740" cy="270510"/>
              </a:xfrm>
            </p:grpSpPr>
            <p:sp>
              <p:nvSpPr>
                <p:cNvPr id="213" name="梯形 212">
                  <a:extLst>
                    <a:ext uri="{FF2B5EF4-FFF2-40B4-BE49-F238E27FC236}">
                      <a16:creationId xmlns:a16="http://schemas.microsoft.com/office/drawing/2014/main" id="{BE5667DA-9242-5D0D-01DA-41F070D5A598}"/>
                    </a:ext>
                  </a:extLst>
                </p:cNvPr>
                <p:cNvSpPr/>
                <p:nvPr/>
              </p:nvSpPr>
              <p:spPr>
                <a:xfrm>
                  <a:off x="1635983" y="214321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:endParaRPr lang="zh-CN" altLang="en-US" dirty="0"/>
                </a:p>
              </p:txBody>
            </p:sp>
            <p:sp>
              <p:nvSpPr>
                <p:cNvPr id="214" name="梯形 213">
                  <a:extLst>
                    <a:ext uri="{FF2B5EF4-FFF2-40B4-BE49-F238E27FC236}">
                      <a16:creationId xmlns:a16="http://schemas.microsoft.com/office/drawing/2014/main" id="{DB07A9A7-F2A8-5495-565E-ADAAFB2F55A3}"/>
                    </a:ext>
                  </a:extLst>
                </p:cNvPr>
                <p:cNvSpPr/>
                <p:nvPr/>
              </p:nvSpPr>
              <p:spPr>
                <a:xfrm rot="10800000">
                  <a:off x="1635983" y="1987000"/>
                  <a:ext cx="258740" cy="114300"/>
                </a:xfrm>
                <a:prstGeom prst="trapezoid">
                  <a:avLst>
                    <a:gd name="adj" fmla="val 61667"/>
                  </a:avLst>
                </a:prstGeom>
                <a:solidFill>
                  <a:srgbClr val="F5B18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221" name="直接箭头连接符 220">
                <a:extLst>
                  <a:ext uri="{FF2B5EF4-FFF2-40B4-BE49-F238E27FC236}">
                    <a16:creationId xmlns:a16="http://schemas.microsoft.com/office/drawing/2014/main" id="{78C892EA-6673-7E0F-C6D3-4EB4D61F444C}"/>
                  </a:ext>
                </a:extLst>
              </p:cNvPr>
              <p:cNvCxnSpPr>
                <a:cxnSpLocks/>
                <a:stCxn id="194" idx="3"/>
                <a:endCxn id="195" idx="1"/>
              </p:cNvCxnSpPr>
              <p:nvPr/>
            </p:nvCxnSpPr>
            <p:spPr>
              <a:xfrm>
                <a:off x="2119745" y="1624445"/>
                <a:ext cx="29925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直接箭头连接符 223">
                <a:extLst>
                  <a:ext uri="{FF2B5EF4-FFF2-40B4-BE49-F238E27FC236}">
                    <a16:creationId xmlns:a16="http://schemas.microsoft.com/office/drawing/2014/main" id="{93D3D393-155E-9C09-4828-B31964FEA1B7}"/>
                  </a:ext>
                </a:extLst>
              </p:cNvPr>
              <p:cNvCxnSpPr>
                <a:cxnSpLocks/>
                <a:stCxn id="195" idx="3"/>
                <a:endCxn id="196" idx="1"/>
              </p:cNvCxnSpPr>
              <p:nvPr/>
            </p:nvCxnSpPr>
            <p:spPr>
              <a:xfrm>
                <a:off x="3011285" y="1624445"/>
                <a:ext cx="29925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8A2F8F15-29C7-B1AD-4A65-F55FA3AFC4C8}"/>
                  </a:ext>
                </a:extLst>
              </p:cNvPr>
              <p:cNvCxnSpPr>
                <a:cxnSpLocks/>
                <a:stCxn id="196" idx="3"/>
                <a:endCxn id="197" idx="1"/>
              </p:cNvCxnSpPr>
              <p:nvPr/>
            </p:nvCxnSpPr>
            <p:spPr>
              <a:xfrm>
                <a:off x="3902825" y="1624445"/>
                <a:ext cx="299259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8" name="组合 267">
              <a:extLst>
                <a:ext uri="{FF2B5EF4-FFF2-40B4-BE49-F238E27FC236}">
                  <a16:creationId xmlns:a16="http://schemas.microsoft.com/office/drawing/2014/main" id="{A067E069-061B-1846-1800-423AE744AA33}"/>
                </a:ext>
              </a:extLst>
            </p:cNvPr>
            <p:cNvGrpSpPr/>
            <p:nvPr/>
          </p:nvGrpSpPr>
          <p:grpSpPr>
            <a:xfrm>
              <a:off x="1121791" y="2909455"/>
              <a:ext cx="4151231" cy="914400"/>
              <a:chOff x="1121791" y="2909455"/>
              <a:chExt cx="4151231" cy="914400"/>
            </a:xfrm>
          </p:grpSpPr>
          <p:sp>
            <p:nvSpPr>
              <p:cNvPr id="230" name="矩形 229">
                <a:extLst>
                  <a:ext uri="{FF2B5EF4-FFF2-40B4-BE49-F238E27FC236}">
                    <a16:creationId xmlns:a16="http://schemas.microsoft.com/office/drawing/2014/main" id="{F52E9540-7615-6EB2-374F-15072D89DDC5}"/>
                  </a:ext>
                </a:extLst>
              </p:cNvPr>
              <p:cNvSpPr/>
              <p:nvPr/>
            </p:nvSpPr>
            <p:spPr>
              <a:xfrm>
                <a:off x="1121791" y="2909455"/>
                <a:ext cx="4151231" cy="914400"/>
              </a:xfrm>
              <a:prstGeom prst="rect">
                <a:avLst/>
              </a:prstGeom>
              <a:solidFill>
                <a:srgbClr val="D9DAD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文本框 230">
                <a:extLst>
                  <a:ext uri="{FF2B5EF4-FFF2-40B4-BE49-F238E27FC236}">
                    <a16:creationId xmlns:a16="http://schemas.microsoft.com/office/drawing/2014/main" id="{41801757-9B6C-38FD-A4AC-AB71F72F653F}"/>
                  </a:ext>
                </a:extLst>
              </p:cNvPr>
              <p:cNvSpPr txBox="1"/>
              <p:nvPr/>
            </p:nvSpPr>
            <p:spPr>
              <a:xfrm>
                <a:off x="2488644" y="3167843"/>
                <a:ext cx="1563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MiMi-Adaper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5" name="连接符: 肘形 234">
              <a:extLst>
                <a:ext uri="{FF2B5EF4-FFF2-40B4-BE49-F238E27FC236}">
                  <a16:creationId xmlns:a16="http://schemas.microsoft.com/office/drawing/2014/main" id="{6CF125C5-C635-7280-0C42-03AAB10DCE55}"/>
                </a:ext>
              </a:extLst>
            </p:cNvPr>
            <p:cNvCxnSpPr>
              <a:cxnSpLocks/>
              <a:stCxn id="192" idx="3"/>
              <a:endCxn id="241" idx="0"/>
            </p:cNvCxnSpPr>
            <p:nvPr/>
          </p:nvCxnSpPr>
          <p:spPr>
            <a:xfrm>
              <a:off x="5273041" y="1511877"/>
              <a:ext cx="257111" cy="911340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连接符: 肘形 236">
              <a:extLst>
                <a:ext uri="{FF2B5EF4-FFF2-40B4-BE49-F238E27FC236}">
                  <a16:creationId xmlns:a16="http://schemas.microsoft.com/office/drawing/2014/main" id="{F816B1E5-F546-F514-891D-65BE8225A2E7}"/>
                </a:ext>
              </a:extLst>
            </p:cNvPr>
            <p:cNvCxnSpPr>
              <a:cxnSpLocks/>
              <a:stCxn id="230" idx="3"/>
              <a:endCxn id="241" idx="4"/>
            </p:cNvCxnSpPr>
            <p:nvPr/>
          </p:nvCxnSpPr>
          <p:spPr>
            <a:xfrm flipV="1">
              <a:off x="5273022" y="2545772"/>
              <a:ext cx="257130" cy="82088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0C7A8AD5-6CDC-2145-A89A-562DD2BD2F91}"/>
                </a:ext>
              </a:extLst>
            </p:cNvPr>
            <p:cNvGrpSpPr/>
            <p:nvPr/>
          </p:nvGrpSpPr>
          <p:grpSpPr>
            <a:xfrm>
              <a:off x="5468262" y="2423217"/>
              <a:ext cx="123780" cy="122555"/>
              <a:chOff x="5878461" y="2441864"/>
              <a:chExt cx="194678" cy="192751"/>
            </a:xfrm>
          </p:grpSpPr>
          <p:sp>
            <p:nvSpPr>
              <p:cNvPr id="241" name="椭圆 240">
                <a:extLst>
                  <a:ext uri="{FF2B5EF4-FFF2-40B4-BE49-F238E27FC236}">
                    <a16:creationId xmlns:a16="http://schemas.microsoft.com/office/drawing/2014/main" id="{94546B97-9438-2797-09C4-BEFAFB8875FB}"/>
                  </a:ext>
                </a:extLst>
              </p:cNvPr>
              <p:cNvSpPr/>
              <p:nvPr/>
            </p:nvSpPr>
            <p:spPr>
              <a:xfrm>
                <a:off x="5878461" y="2441864"/>
                <a:ext cx="194678" cy="192751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48" name="直接连接符 247">
                <a:extLst>
                  <a:ext uri="{FF2B5EF4-FFF2-40B4-BE49-F238E27FC236}">
                    <a16:creationId xmlns:a16="http://schemas.microsoft.com/office/drawing/2014/main" id="{0B9AD1DA-A8B5-94BF-3844-2BDB99A453F6}"/>
                  </a:ext>
                </a:extLst>
              </p:cNvPr>
              <p:cNvCxnSpPr>
                <a:stCxn id="241" idx="2"/>
                <a:endCxn id="241" idx="6"/>
              </p:cNvCxnSpPr>
              <p:nvPr/>
            </p:nvCxnSpPr>
            <p:spPr>
              <a:xfrm>
                <a:off x="5878461" y="2538240"/>
                <a:ext cx="19467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接连接符 249">
                <a:extLst>
                  <a:ext uri="{FF2B5EF4-FFF2-40B4-BE49-F238E27FC236}">
                    <a16:creationId xmlns:a16="http://schemas.microsoft.com/office/drawing/2014/main" id="{1381C80B-EB92-8CC1-9F61-46830988618B}"/>
                  </a:ext>
                </a:extLst>
              </p:cNvPr>
              <p:cNvCxnSpPr>
                <a:stCxn id="241" idx="0"/>
                <a:endCxn id="241" idx="4"/>
              </p:cNvCxnSpPr>
              <p:nvPr/>
            </p:nvCxnSpPr>
            <p:spPr>
              <a:xfrm>
                <a:off x="5975800" y="2441864"/>
                <a:ext cx="0" cy="19275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53" name="直接箭头连接符 252">
            <a:extLst>
              <a:ext uri="{FF2B5EF4-FFF2-40B4-BE49-F238E27FC236}">
                <a16:creationId xmlns:a16="http://schemas.microsoft.com/office/drawing/2014/main" id="{2A6C59C6-1022-DA6B-FD46-F16C4FAD23F1}"/>
              </a:ext>
            </a:extLst>
          </p:cNvPr>
          <p:cNvCxnSpPr>
            <a:cxnSpLocks/>
            <a:stCxn id="241" idx="6"/>
          </p:cNvCxnSpPr>
          <p:nvPr/>
        </p:nvCxnSpPr>
        <p:spPr>
          <a:xfrm>
            <a:off x="6963642" y="3450850"/>
            <a:ext cx="264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0" name="组合 259">
            <a:extLst>
              <a:ext uri="{FF2B5EF4-FFF2-40B4-BE49-F238E27FC236}">
                <a16:creationId xmlns:a16="http://schemas.microsoft.com/office/drawing/2014/main" id="{BE61F4C1-0A84-C894-5BE8-B417FD74E849}"/>
              </a:ext>
            </a:extLst>
          </p:cNvPr>
          <p:cNvGrpSpPr/>
          <p:nvPr/>
        </p:nvGrpSpPr>
        <p:grpSpPr>
          <a:xfrm>
            <a:off x="7256292" y="3188946"/>
            <a:ext cx="302730" cy="523808"/>
            <a:chOff x="5907140" y="2021964"/>
            <a:chExt cx="534631" cy="925061"/>
          </a:xfrm>
        </p:grpSpPr>
        <p:sp>
          <p:nvSpPr>
            <p:cNvPr id="255" name="矩形 254">
              <a:extLst>
                <a:ext uri="{FF2B5EF4-FFF2-40B4-BE49-F238E27FC236}">
                  <a16:creationId xmlns:a16="http://schemas.microsoft.com/office/drawing/2014/main" id="{27D19B1C-F57C-E74F-F3A1-6CB7D9301B43}"/>
                </a:ext>
              </a:extLst>
            </p:cNvPr>
            <p:cNvSpPr/>
            <p:nvPr/>
          </p:nvSpPr>
          <p:spPr>
            <a:xfrm>
              <a:off x="5907140" y="2021964"/>
              <a:ext cx="86183" cy="925061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矩形 255">
              <a:extLst>
                <a:ext uri="{FF2B5EF4-FFF2-40B4-BE49-F238E27FC236}">
                  <a16:creationId xmlns:a16="http://schemas.microsoft.com/office/drawing/2014/main" id="{57CD4129-117E-41A1-7F4D-34A43191ED8C}"/>
                </a:ext>
              </a:extLst>
            </p:cNvPr>
            <p:cNvSpPr/>
            <p:nvPr/>
          </p:nvSpPr>
          <p:spPr>
            <a:xfrm>
              <a:off x="6053976" y="2217996"/>
              <a:ext cx="86183" cy="532996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7" name="矩形 256">
              <a:extLst>
                <a:ext uri="{FF2B5EF4-FFF2-40B4-BE49-F238E27FC236}">
                  <a16:creationId xmlns:a16="http://schemas.microsoft.com/office/drawing/2014/main" id="{5EA97736-F68C-4BC0-28D8-18F57E4748DB}"/>
                </a:ext>
              </a:extLst>
            </p:cNvPr>
            <p:cNvSpPr/>
            <p:nvPr/>
          </p:nvSpPr>
          <p:spPr>
            <a:xfrm>
              <a:off x="6204782" y="2339909"/>
              <a:ext cx="86183" cy="289169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9" name="矩形 258">
              <a:extLst>
                <a:ext uri="{FF2B5EF4-FFF2-40B4-BE49-F238E27FC236}">
                  <a16:creationId xmlns:a16="http://schemas.microsoft.com/office/drawing/2014/main" id="{A32B99BC-98F9-C82A-5414-E31708B1101D}"/>
                </a:ext>
              </a:extLst>
            </p:cNvPr>
            <p:cNvSpPr/>
            <p:nvPr/>
          </p:nvSpPr>
          <p:spPr>
            <a:xfrm>
              <a:off x="6355588" y="2412201"/>
              <a:ext cx="86183" cy="144583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261" name="直接箭头连接符 260">
            <a:extLst>
              <a:ext uri="{FF2B5EF4-FFF2-40B4-BE49-F238E27FC236}">
                <a16:creationId xmlns:a16="http://schemas.microsoft.com/office/drawing/2014/main" id="{FAB9A7AA-FC30-5E51-EB3E-16FBF015EFAC}"/>
              </a:ext>
            </a:extLst>
          </p:cNvPr>
          <p:cNvCxnSpPr>
            <a:cxnSpLocks/>
          </p:cNvCxnSpPr>
          <p:nvPr/>
        </p:nvCxnSpPr>
        <p:spPr>
          <a:xfrm>
            <a:off x="7583633" y="3438063"/>
            <a:ext cx="264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B781E7BA-5E83-EE35-9CF9-5E2CC6FA8F0E}"/>
              </a:ext>
            </a:extLst>
          </p:cNvPr>
          <p:cNvSpPr txBox="1"/>
          <p:nvPr/>
        </p:nvSpPr>
        <p:spPr>
          <a:xfrm>
            <a:off x="2515399" y="1452500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编码器</a:t>
            </a:r>
          </a:p>
        </p:txBody>
      </p:sp>
      <p:grpSp>
        <p:nvGrpSpPr>
          <p:cNvPr id="301" name="组合 300">
            <a:extLst>
              <a:ext uri="{FF2B5EF4-FFF2-40B4-BE49-F238E27FC236}">
                <a16:creationId xmlns:a16="http://schemas.microsoft.com/office/drawing/2014/main" id="{A7C7DFF9-3CEC-FFAD-2169-F6A1A82282CE}"/>
              </a:ext>
            </a:extLst>
          </p:cNvPr>
          <p:cNvGrpSpPr/>
          <p:nvPr/>
        </p:nvGrpSpPr>
        <p:grpSpPr>
          <a:xfrm>
            <a:off x="755855" y="2134999"/>
            <a:ext cx="1662975" cy="1034480"/>
            <a:chOff x="737644" y="2176793"/>
            <a:chExt cx="1662975" cy="1034480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8376008A-597C-28DC-0F48-FF31F8B79521}"/>
                </a:ext>
              </a:extLst>
            </p:cNvPr>
            <p:cNvSpPr/>
            <p:nvPr/>
          </p:nvSpPr>
          <p:spPr>
            <a:xfrm>
              <a:off x="742700" y="2467293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3" name="矩形 292">
              <a:extLst>
                <a:ext uri="{FF2B5EF4-FFF2-40B4-BE49-F238E27FC236}">
                  <a16:creationId xmlns:a16="http://schemas.microsoft.com/office/drawing/2014/main" id="{BD158C3F-E2C2-9D66-D5C8-0BEF5EE60BF0}"/>
                </a:ext>
              </a:extLst>
            </p:cNvPr>
            <p:cNvSpPr/>
            <p:nvPr/>
          </p:nvSpPr>
          <p:spPr>
            <a:xfrm>
              <a:off x="737644" y="2369635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4" name="矩形 293">
              <a:extLst>
                <a:ext uri="{FF2B5EF4-FFF2-40B4-BE49-F238E27FC236}">
                  <a16:creationId xmlns:a16="http://schemas.microsoft.com/office/drawing/2014/main" id="{A0FF4D62-2A83-B0B5-6F78-89744FF1BE10}"/>
                </a:ext>
              </a:extLst>
            </p:cNvPr>
            <p:cNvSpPr/>
            <p:nvPr/>
          </p:nvSpPr>
          <p:spPr>
            <a:xfrm>
              <a:off x="750344" y="2274451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A2AC0425-791F-2CF2-6FFD-5EAFE5E61050}"/>
                </a:ext>
              </a:extLst>
            </p:cNvPr>
            <p:cNvSpPr/>
            <p:nvPr/>
          </p:nvSpPr>
          <p:spPr>
            <a:xfrm>
              <a:off x="784933" y="2176793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6" name="直接箭头连接符 295">
              <a:extLst>
                <a:ext uri="{FF2B5EF4-FFF2-40B4-BE49-F238E27FC236}">
                  <a16:creationId xmlns:a16="http://schemas.microsoft.com/office/drawing/2014/main" id="{5E1087C0-A8B0-19A4-FB65-4E19A8B20385}"/>
                </a:ext>
              </a:extLst>
            </p:cNvPr>
            <p:cNvCxnSpPr>
              <a:cxnSpLocks/>
            </p:cNvCxnSpPr>
            <p:nvPr/>
          </p:nvCxnSpPr>
          <p:spPr>
            <a:xfrm>
              <a:off x="1727547" y="2734134"/>
              <a:ext cx="67307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文本框 299">
              <a:extLst>
                <a:ext uri="{FF2B5EF4-FFF2-40B4-BE49-F238E27FC236}">
                  <a16:creationId xmlns:a16="http://schemas.microsoft.com/office/drawing/2014/main" id="{6E82FB48-AEEE-FE28-C16E-AADF956ACB3B}"/>
                </a:ext>
              </a:extLst>
            </p:cNvPr>
            <p:cNvSpPr txBox="1"/>
            <p:nvPr/>
          </p:nvSpPr>
          <p:spPr>
            <a:xfrm>
              <a:off x="1727547" y="2297627"/>
              <a:ext cx="6730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1" name="矩形 30">
            <a:extLst>
              <a:ext uri="{FF2B5EF4-FFF2-40B4-BE49-F238E27FC236}">
                <a16:creationId xmlns:a16="http://schemas.microsoft.com/office/drawing/2014/main" id="{BBDD7CBD-F97F-D33A-C2D3-C7669DEE33FE}"/>
              </a:ext>
            </a:extLst>
          </p:cNvPr>
          <p:cNvSpPr/>
          <p:nvPr/>
        </p:nvSpPr>
        <p:spPr>
          <a:xfrm>
            <a:off x="10678859" y="1218322"/>
            <a:ext cx="1419994" cy="351663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0315BECB-18F4-779D-4BEC-F48910ECA74F}"/>
              </a:ext>
            </a:extLst>
          </p:cNvPr>
          <p:cNvSpPr/>
          <p:nvPr/>
        </p:nvSpPr>
        <p:spPr>
          <a:xfrm>
            <a:off x="11016604" y="1489483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35CDFF9D-7707-075B-BCFF-70DE1D57CF35}"/>
              </a:ext>
            </a:extLst>
          </p:cNvPr>
          <p:cNvSpPr/>
          <p:nvPr/>
        </p:nvSpPr>
        <p:spPr>
          <a:xfrm>
            <a:off x="10849189" y="2040139"/>
            <a:ext cx="1043610" cy="45483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多头注意力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0C93D483-9402-7303-8EF9-AAD7AE3EE741}"/>
              </a:ext>
            </a:extLst>
          </p:cNvPr>
          <p:cNvCxnSpPr>
            <a:cxnSpLocks/>
          </p:cNvCxnSpPr>
          <p:nvPr/>
        </p:nvCxnSpPr>
        <p:spPr>
          <a:xfrm>
            <a:off x="11370994" y="1764811"/>
            <a:ext cx="0" cy="2753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34F2A230-2D91-2FBB-00A9-324214E7195D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11370994" y="1077352"/>
            <a:ext cx="0" cy="4121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90C48104-2201-FFB2-B130-2BD31253AB3C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>
            <a:off x="11370994" y="2494971"/>
            <a:ext cx="0" cy="1349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5503436-907C-C0E5-2880-7EB120E427F0}"/>
              </a:ext>
            </a:extLst>
          </p:cNvPr>
          <p:cNvSpPr/>
          <p:nvPr/>
        </p:nvSpPr>
        <p:spPr>
          <a:xfrm>
            <a:off x="11297641" y="2629916"/>
            <a:ext cx="146706" cy="1452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82ACD4BA-1408-2CA1-9CD8-96DD93513A11}"/>
              </a:ext>
            </a:extLst>
          </p:cNvPr>
          <p:cNvCxnSpPr>
            <a:stCxn id="37" idx="0"/>
            <a:endCxn id="37" idx="4"/>
          </p:cNvCxnSpPr>
          <p:nvPr/>
        </p:nvCxnSpPr>
        <p:spPr>
          <a:xfrm>
            <a:off x="11370994" y="2629916"/>
            <a:ext cx="0" cy="1452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B031D4BF-EB70-163E-D79A-DE09F3BF5661}"/>
              </a:ext>
            </a:extLst>
          </p:cNvPr>
          <p:cNvCxnSpPr>
            <a:stCxn id="37" idx="2"/>
            <a:endCxn id="37" idx="6"/>
          </p:cNvCxnSpPr>
          <p:nvPr/>
        </p:nvCxnSpPr>
        <p:spPr>
          <a:xfrm>
            <a:off x="11297641" y="2702543"/>
            <a:ext cx="1467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9641912-20B2-6506-1A9D-1B73EADEB676}"/>
              </a:ext>
            </a:extLst>
          </p:cNvPr>
          <p:cNvCxnSpPr>
            <a:cxnSpLocks/>
            <a:stCxn id="37" idx="4"/>
          </p:cNvCxnSpPr>
          <p:nvPr/>
        </p:nvCxnSpPr>
        <p:spPr>
          <a:xfrm>
            <a:off x="11370994" y="2775170"/>
            <a:ext cx="0" cy="23705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33CDD42-BCB3-3343-8FF3-E904143F63C4}"/>
              </a:ext>
            </a:extLst>
          </p:cNvPr>
          <p:cNvSpPr/>
          <p:nvPr/>
        </p:nvSpPr>
        <p:spPr>
          <a:xfrm>
            <a:off x="11016604" y="3016264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D199EE0D-B39D-60C1-E088-A34329585877}"/>
              </a:ext>
            </a:extLst>
          </p:cNvPr>
          <p:cNvSpPr/>
          <p:nvPr/>
        </p:nvSpPr>
        <p:spPr>
          <a:xfrm>
            <a:off x="11016604" y="3457138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C2E6124-2C10-6D40-28EA-57EF8F2B4870}"/>
              </a:ext>
            </a:extLst>
          </p:cNvPr>
          <p:cNvSpPr/>
          <p:nvPr/>
        </p:nvSpPr>
        <p:spPr>
          <a:xfrm>
            <a:off x="10970772" y="4200991"/>
            <a:ext cx="800444" cy="42018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</a:t>
            </a:r>
          </a:p>
          <a:p>
            <a:pPr algn="ctr"/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9CA971CD-5158-2C80-B82B-0F400311914E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11370994" y="3291592"/>
            <a:ext cx="0" cy="1655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D3D1BE7-9D27-7209-A58F-E78493BC5AE2}"/>
              </a:ext>
            </a:extLst>
          </p:cNvPr>
          <p:cNvCxnSpPr>
            <a:cxnSpLocks/>
            <a:stCxn id="42" idx="2"/>
          </p:cNvCxnSpPr>
          <p:nvPr/>
        </p:nvCxnSpPr>
        <p:spPr>
          <a:xfrm>
            <a:off x="11370994" y="3732466"/>
            <a:ext cx="0" cy="1744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23FDC85-0E5A-11E5-11C5-2D164238527C}"/>
              </a:ext>
            </a:extLst>
          </p:cNvPr>
          <p:cNvGrpSpPr/>
          <p:nvPr/>
        </p:nvGrpSpPr>
        <p:grpSpPr>
          <a:xfrm>
            <a:off x="11297641" y="3898012"/>
            <a:ext cx="146706" cy="145254"/>
            <a:chOff x="3044767" y="2832724"/>
            <a:chExt cx="146706" cy="145254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D252CFB5-D796-5306-F8A8-C17DA4C7F6F5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01662AF5-27F0-2CE2-F646-ACBAE0B22B72}"/>
                </a:ext>
              </a:extLst>
            </p:cNvPr>
            <p:cNvCxnSpPr>
              <a:stCxn id="47" idx="0"/>
              <a:endCxn id="4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E33C4BE-88B3-BF3D-D841-8EDEC7D091E6}"/>
                </a:ext>
              </a:extLst>
            </p:cNvPr>
            <p:cNvCxnSpPr>
              <a:stCxn id="47" idx="2"/>
              <a:endCxn id="4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F613B676-27DB-709A-4A11-2D73D0D67178}"/>
              </a:ext>
            </a:extLst>
          </p:cNvPr>
          <p:cNvGrpSpPr/>
          <p:nvPr/>
        </p:nvGrpSpPr>
        <p:grpSpPr>
          <a:xfrm>
            <a:off x="10761531" y="2857740"/>
            <a:ext cx="601615" cy="1112899"/>
            <a:chOff x="2364105" y="1409700"/>
            <a:chExt cx="601615" cy="1112899"/>
          </a:xfrm>
        </p:grpSpPr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660F2E3D-2A60-0BD0-DEC6-9A4DE8418D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0161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EBEA4FAB-90CB-1F64-1398-9AD80D5958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F592EE9C-75C9-44D7-EAD7-5EF57F355F69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3611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FACDDD0F-6CFC-EA1F-AF09-0A290301E923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11370994" y="4043266"/>
            <a:ext cx="0" cy="157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3785049D-8C74-7EB4-D034-53CCC30291CA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1364358" y="4621177"/>
            <a:ext cx="6636" cy="3849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63B48C2F-DE47-4225-74D4-FAAC33AC17FC}"/>
                  </a:ext>
                </a:extLst>
              </p:cNvPr>
              <p:cNvSpPr txBox="1"/>
              <p:nvPr/>
            </p:nvSpPr>
            <p:spPr>
              <a:xfrm>
                <a:off x="11105868" y="4745979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63B48C2F-DE47-4225-74D4-FAAC33AC1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5868" y="4745979"/>
                <a:ext cx="937747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020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3249-1FA6-6019-3E81-2C02D0D9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36B2D64B-16AB-51DC-C1DA-4FE519A3740D}"/>
              </a:ext>
            </a:extLst>
          </p:cNvPr>
          <p:cNvGrpSpPr/>
          <p:nvPr/>
        </p:nvGrpSpPr>
        <p:grpSpPr>
          <a:xfrm>
            <a:off x="311197" y="664059"/>
            <a:ext cx="1543060" cy="5529881"/>
            <a:chOff x="7998604" y="1214436"/>
            <a:chExt cx="1543060" cy="5529881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0B7407B-EA86-E9F2-AFAF-05BE17093430}"/>
                </a:ext>
              </a:extLst>
            </p:cNvPr>
            <p:cNvSpPr/>
            <p:nvPr/>
          </p:nvSpPr>
          <p:spPr>
            <a:xfrm>
              <a:off x="8084334" y="1214436"/>
              <a:ext cx="1371600" cy="550068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2E75FEBE-275C-FFA3-1951-062AA3E865EB}"/>
                </a:ext>
              </a:extLst>
            </p:cNvPr>
            <p:cNvSpPr/>
            <p:nvPr/>
          </p:nvSpPr>
          <p:spPr>
            <a:xfrm>
              <a:off x="8239115" y="1334410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形 5" descr="智能手机">
              <a:extLst>
                <a:ext uri="{FF2B5EF4-FFF2-40B4-BE49-F238E27FC236}">
                  <a16:creationId xmlns:a16="http://schemas.microsoft.com/office/drawing/2014/main" id="{9CDCC96C-C7E9-4440-7A62-7DA20BD3EF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08184" y="1513004"/>
              <a:ext cx="726291" cy="726291"/>
            </a:xfrm>
            <a:prstGeom prst="rect">
              <a:avLst/>
            </a:prstGeom>
          </p:spPr>
        </p:pic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B8205E5B-49D4-DAE7-B0BE-58CEE02DA8EB}"/>
                </a:ext>
              </a:extLst>
            </p:cNvPr>
            <p:cNvSpPr/>
            <p:nvPr/>
          </p:nvSpPr>
          <p:spPr>
            <a:xfrm>
              <a:off x="8239115" y="2586948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1" name="图形 10" descr="笔记本电脑">
              <a:extLst>
                <a:ext uri="{FF2B5EF4-FFF2-40B4-BE49-F238E27FC236}">
                  <a16:creationId xmlns:a16="http://schemas.microsoft.com/office/drawing/2014/main" id="{F2F703C9-F5D6-9232-2CAD-D3B9D5890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6743" y="2730278"/>
              <a:ext cx="787283" cy="787283"/>
            </a:xfrm>
            <a:prstGeom prst="rect">
              <a:avLst/>
            </a:prstGeom>
          </p:spPr>
        </p:pic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5CECB05-9B44-DF0D-632D-AB2E0FFA6A16}"/>
                </a:ext>
              </a:extLst>
            </p:cNvPr>
            <p:cNvSpPr/>
            <p:nvPr/>
          </p:nvSpPr>
          <p:spPr>
            <a:xfrm>
              <a:off x="8239115" y="3839486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3" name="图形 12" descr="Web 设计">
              <a:extLst>
                <a:ext uri="{FF2B5EF4-FFF2-40B4-BE49-F238E27FC236}">
                  <a16:creationId xmlns:a16="http://schemas.microsoft.com/office/drawing/2014/main" id="{3D5AA602-1312-E2F4-3DA2-0BC8109219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434368" y="4006629"/>
              <a:ext cx="739658" cy="739658"/>
            </a:xfrm>
            <a:prstGeom prst="rect">
              <a:avLst/>
            </a:prstGeom>
          </p:spPr>
        </p:pic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4315F5A2-D0E1-C072-D3B5-792AEF4BE042}"/>
                </a:ext>
              </a:extLst>
            </p:cNvPr>
            <p:cNvSpPr/>
            <p:nvPr/>
          </p:nvSpPr>
          <p:spPr>
            <a:xfrm>
              <a:off x="8239115" y="5186700"/>
              <a:ext cx="1073944" cy="107394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bg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7" name="图形 16" descr="Web 摄像头">
              <a:extLst>
                <a:ext uri="{FF2B5EF4-FFF2-40B4-BE49-F238E27FC236}">
                  <a16:creationId xmlns:a16="http://schemas.microsoft.com/office/drawing/2014/main" id="{5CD1F497-8522-8FB5-CFF6-358E722968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56690" y="5290856"/>
              <a:ext cx="847816" cy="847816"/>
            </a:xfrm>
            <a:prstGeom prst="rect">
              <a:avLst/>
            </a:prstGeom>
          </p:spPr>
        </p:pic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3D65ACC-B2BB-BE66-5FCB-23C3B8293A8F}"/>
                </a:ext>
              </a:extLst>
            </p:cNvPr>
            <p:cNvSpPr/>
            <p:nvPr/>
          </p:nvSpPr>
          <p:spPr>
            <a:xfrm>
              <a:off x="7998604" y="6348220"/>
              <a:ext cx="1543060" cy="396097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多端平台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C79F6AC0-0F29-60D0-6D2E-E1A2598A19FB}"/>
              </a:ext>
            </a:extLst>
          </p:cNvPr>
          <p:cNvGrpSpPr/>
          <p:nvPr/>
        </p:nvGrpSpPr>
        <p:grpSpPr>
          <a:xfrm>
            <a:off x="2226942" y="2036571"/>
            <a:ext cx="1543060" cy="3057070"/>
            <a:chOff x="7713489" y="1991180"/>
            <a:chExt cx="1543060" cy="3057070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38CE08DF-7C5F-B74E-B809-9A3279CC0C61}"/>
                </a:ext>
              </a:extLst>
            </p:cNvPr>
            <p:cNvSpPr/>
            <p:nvPr/>
          </p:nvSpPr>
          <p:spPr>
            <a:xfrm>
              <a:off x="7799219" y="1991180"/>
              <a:ext cx="1371600" cy="28756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6A24BCBA-213E-1525-7090-357227EE9E51}"/>
                </a:ext>
              </a:extLst>
            </p:cNvPr>
            <p:cNvSpPr/>
            <p:nvPr/>
          </p:nvSpPr>
          <p:spPr>
            <a:xfrm>
              <a:off x="7713489" y="4688940"/>
              <a:ext cx="1543060" cy="35931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云处理服务</a:t>
              </a:r>
            </a:p>
          </p:txBody>
        </p:sp>
        <p:pic>
          <p:nvPicPr>
            <p:cNvPr id="25" name="图形 24" descr="数据库">
              <a:extLst>
                <a:ext uri="{FF2B5EF4-FFF2-40B4-BE49-F238E27FC236}">
                  <a16:creationId xmlns:a16="http://schemas.microsoft.com/office/drawing/2014/main" id="{D70CEABA-BB4D-7387-B33B-5E5A173A9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054012" y="2345610"/>
              <a:ext cx="914400" cy="914400"/>
            </a:xfrm>
            <a:prstGeom prst="rect">
              <a:avLst/>
            </a:prstGeom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图形 26" descr="从云中下载">
              <a:extLst>
                <a:ext uri="{FF2B5EF4-FFF2-40B4-BE49-F238E27FC236}">
                  <a16:creationId xmlns:a16="http://schemas.microsoft.com/office/drawing/2014/main" id="{EC696ACD-64C7-A87E-1B76-CB143622F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055431" y="3368881"/>
              <a:ext cx="914400" cy="914400"/>
            </a:xfrm>
            <a:prstGeom prst="rect">
              <a:avLst/>
            </a:prstGeom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58" name="组合 357">
            <a:extLst>
              <a:ext uri="{FF2B5EF4-FFF2-40B4-BE49-F238E27FC236}">
                <a16:creationId xmlns:a16="http://schemas.microsoft.com/office/drawing/2014/main" id="{CF05612F-E836-02A3-63D9-D488BF9B98C1}"/>
              </a:ext>
            </a:extLst>
          </p:cNvPr>
          <p:cNvGrpSpPr/>
          <p:nvPr/>
        </p:nvGrpSpPr>
        <p:grpSpPr>
          <a:xfrm>
            <a:off x="4228418" y="1845886"/>
            <a:ext cx="5491846" cy="3220732"/>
            <a:chOff x="4485531" y="1918530"/>
            <a:chExt cx="5491846" cy="3220732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6DD34640-5B83-FC3A-8A17-857A0873AB75}"/>
                </a:ext>
              </a:extLst>
            </p:cNvPr>
            <p:cNvSpPr/>
            <p:nvPr/>
          </p:nvSpPr>
          <p:spPr>
            <a:xfrm>
              <a:off x="4485531" y="1918530"/>
              <a:ext cx="5491846" cy="30209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56" name="图片 355">
              <a:extLst>
                <a:ext uri="{FF2B5EF4-FFF2-40B4-BE49-F238E27FC236}">
                  <a16:creationId xmlns:a16="http://schemas.microsoft.com/office/drawing/2014/main" id="{0037D896-3732-C05A-B102-241FB01D4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767439" y="2113024"/>
              <a:ext cx="5013124" cy="2577824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D0DAE6AE-9F36-7CE3-4A2C-F2316D08CD72}"/>
                </a:ext>
              </a:extLst>
            </p:cNvPr>
            <p:cNvSpPr/>
            <p:nvPr/>
          </p:nvSpPr>
          <p:spPr>
            <a:xfrm>
              <a:off x="5812534" y="4779952"/>
              <a:ext cx="2521237" cy="35931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遥感微调视觉基础模型</a:t>
              </a:r>
            </a:p>
          </p:txBody>
        </p:sp>
      </p:grpSp>
      <p:grpSp>
        <p:nvGrpSpPr>
          <p:cNvPr id="374" name="组合 373">
            <a:extLst>
              <a:ext uri="{FF2B5EF4-FFF2-40B4-BE49-F238E27FC236}">
                <a16:creationId xmlns:a16="http://schemas.microsoft.com/office/drawing/2014/main" id="{F3DE0B22-959B-885C-5260-A6D1D252839D}"/>
              </a:ext>
            </a:extLst>
          </p:cNvPr>
          <p:cNvGrpSpPr/>
          <p:nvPr/>
        </p:nvGrpSpPr>
        <p:grpSpPr>
          <a:xfrm>
            <a:off x="10154534" y="664060"/>
            <a:ext cx="1828539" cy="4924235"/>
            <a:chOff x="10134214" y="664060"/>
            <a:chExt cx="1828539" cy="4924235"/>
          </a:xfrm>
        </p:grpSpPr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42B51108-6802-9129-B1FA-4701B06646D3}"/>
                </a:ext>
              </a:extLst>
            </p:cNvPr>
            <p:cNvGrpSpPr/>
            <p:nvPr/>
          </p:nvGrpSpPr>
          <p:grpSpPr>
            <a:xfrm>
              <a:off x="10134214" y="664060"/>
              <a:ext cx="1828539" cy="4924235"/>
              <a:chOff x="7799219" y="1991180"/>
              <a:chExt cx="1371600" cy="2925710"/>
            </a:xfrm>
          </p:grpSpPr>
          <p:sp>
            <p:nvSpPr>
              <p:cNvPr id="360" name="矩形 359">
                <a:extLst>
                  <a:ext uri="{FF2B5EF4-FFF2-40B4-BE49-F238E27FC236}">
                    <a16:creationId xmlns:a16="http://schemas.microsoft.com/office/drawing/2014/main" id="{15466904-277D-6851-8BDB-BCF7F4AF05AF}"/>
                  </a:ext>
                </a:extLst>
              </p:cNvPr>
              <p:cNvSpPr/>
              <p:nvPr/>
            </p:nvSpPr>
            <p:spPr>
              <a:xfrm>
                <a:off x="7892405" y="1991180"/>
                <a:ext cx="1207249" cy="287563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矩形 360">
                <a:extLst>
                  <a:ext uri="{FF2B5EF4-FFF2-40B4-BE49-F238E27FC236}">
                    <a16:creationId xmlns:a16="http://schemas.microsoft.com/office/drawing/2014/main" id="{88CD62BE-6662-477B-E505-22B2C0E34468}"/>
                  </a:ext>
                </a:extLst>
              </p:cNvPr>
              <p:cNvSpPr/>
              <p:nvPr/>
            </p:nvSpPr>
            <p:spPr>
              <a:xfrm>
                <a:off x="7799219" y="4688940"/>
                <a:ext cx="1371600" cy="227950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solidFill>
                  <a:schemeClr val="tx1"/>
                </a:solidFill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/>
                  <a:t>下游分割任务</a:t>
                </a:r>
              </a:p>
            </p:txBody>
          </p:sp>
        </p:grpSp>
        <p:pic>
          <p:nvPicPr>
            <p:cNvPr id="365" name="图片 364">
              <a:extLst>
                <a:ext uri="{FF2B5EF4-FFF2-40B4-BE49-F238E27FC236}">
                  <a16:creationId xmlns:a16="http://schemas.microsoft.com/office/drawing/2014/main" id="{4A6B3E14-A0EC-6F6F-FC3A-E55527E9B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469989" y="784034"/>
              <a:ext cx="1171974" cy="1163740"/>
            </a:xfrm>
            <a:prstGeom prst="rect">
              <a:avLst/>
            </a:prstGeom>
            <a:ln>
              <a:solidFill>
                <a:schemeClr val="accent5">
                  <a:lumMod val="5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67" name="图片 366">
              <a:extLst>
                <a:ext uri="{FF2B5EF4-FFF2-40B4-BE49-F238E27FC236}">
                  <a16:creationId xmlns:a16="http://schemas.microsoft.com/office/drawing/2014/main" id="{33D886EE-423F-FD43-CEAE-E62D85ABA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0469989" y="2277979"/>
              <a:ext cx="1171974" cy="1178274"/>
            </a:xfrm>
            <a:prstGeom prst="rect">
              <a:avLst/>
            </a:prstGeom>
            <a:ln>
              <a:solidFill>
                <a:schemeClr val="accent5">
                  <a:lumMod val="5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69" name="图片 368">
              <a:extLst>
                <a:ext uri="{FF2B5EF4-FFF2-40B4-BE49-F238E27FC236}">
                  <a16:creationId xmlns:a16="http://schemas.microsoft.com/office/drawing/2014/main" id="{21C92B52-72E6-0862-DFAC-2BF227829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0469988" y="3719466"/>
              <a:ext cx="1171973" cy="1178632"/>
            </a:xfrm>
            <a:prstGeom prst="rect">
              <a:avLst/>
            </a:prstGeom>
            <a:ln>
              <a:solidFill>
                <a:schemeClr val="accent5">
                  <a:lumMod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1" name="箭头: 右 370">
            <a:extLst>
              <a:ext uri="{FF2B5EF4-FFF2-40B4-BE49-F238E27FC236}">
                <a16:creationId xmlns:a16="http://schemas.microsoft.com/office/drawing/2014/main" id="{F2219CEE-6FFB-7C21-4481-1B189E6C8A06}"/>
              </a:ext>
            </a:extLst>
          </p:cNvPr>
          <p:cNvSpPr/>
          <p:nvPr/>
        </p:nvSpPr>
        <p:spPr>
          <a:xfrm>
            <a:off x="1796240" y="3215734"/>
            <a:ext cx="510468" cy="534135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2" name="箭头: 右 371">
            <a:extLst>
              <a:ext uri="{FF2B5EF4-FFF2-40B4-BE49-F238E27FC236}">
                <a16:creationId xmlns:a16="http://schemas.microsoft.com/office/drawing/2014/main" id="{22E74187-C611-F964-38BC-F2A911319483}"/>
              </a:ext>
            </a:extLst>
          </p:cNvPr>
          <p:cNvSpPr/>
          <p:nvPr/>
        </p:nvSpPr>
        <p:spPr>
          <a:xfrm>
            <a:off x="3693409" y="3215734"/>
            <a:ext cx="510468" cy="534135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3" name="箭头: 右 372">
            <a:extLst>
              <a:ext uri="{FF2B5EF4-FFF2-40B4-BE49-F238E27FC236}">
                <a16:creationId xmlns:a16="http://schemas.microsoft.com/office/drawing/2014/main" id="{67BC77A2-3A07-68BF-D9AF-396A16E06FF0}"/>
              </a:ext>
            </a:extLst>
          </p:cNvPr>
          <p:cNvSpPr/>
          <p:nvPr/>
        </p:nvSpPr>
        <p:spPr>
          <a:xfrm>
            <a:off x="9747976" y="3216717"/>
            <a:ext cx="510468" cy="534135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056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48E6F-73A3-6D7E-79AD-4D36E7EB3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矩形 335">
            <a:extLst>
              <a:ext uri="{FF2B5EF4-FFF2-40B4-BE49-F238E27FC236}">
                <a16:creationId xmlns:a16="http://schemas.microsoft.com/office/drawing/2014/main" id="{9C78AB68-2039-0A08-777A-41628BE62E97}"/>
              </a:ext>
            </a:extLst>
          </p:cNvPr>
          <p:cNvSpPr/>
          <p:nvPr/>
        </p:nvSpPr>
        <p:spPr>
          <a:xfrm rot="5400000">
            <a:off x="6361240" y="462878"/>
            <a:ext cx="3515370" cy="4073903"/>
          </a:xfrm>
          <a:prstGeom prst="rect">
            <a:avLst/>
          </a:prstGeom>
          <a:solidFill>
            <a:srgbClr val="B4C7E7">
              <a:alpha val="3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55368D88-CE8D-BF64-B892-A50E56CA34FB}"/>
              </a:ext>
            </a:extLst>
          </p:cNvPr>
          <p:cNvSpPr/>
          <p:nvPr/>
        </p:nvSpPr>
        <p:spPr>
          <a:xfrm rot="5400000">
            <a:off x="7285027" y="732399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9296221-7AA0-FA58-9581-2AE54233B01B}"/>
              </a:ext>
            </a:extLst>
          </p:cNvPr>
          <p:cNvSpPr/>
          <p:nvPr/>
        </p:nvSpPr>
        <p:spPr>
          <a:xfrm rot="5400000">
            <a:off x="7288861" y="1519875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5B6FBA-C20D-DDB5-79FC-1B8E72A3C9B2}"/>
              </a:ext>
            </a:extLst>
          </p:cNvPr>
          <p:cNvSpPr/>
          <p:nvPr/>
        </p:nvSpPr>
        <p:spPr>
          <a:xfrm rot="5400000">
            <a:off x="7285027" y="2307351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763BB0-ECA4-8A71-F3AC-F4CD83871309}"/>
              </a:ext>
            </a:extLst>
          </p:cNvPr>
          <p:cNvSpPr/>
          <p:nvPr/>
        </p:nvSpPr>
        <p:spPr>
          <a:xfrm rot="5400000">
            <a:off x="7285027" y="3094827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Transformer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r>
              <a:rPr lang="en-US" altLang="zh-CN" sz="1400" dirty="0">
                <a:solidFill>
                  <a:schemeClr val="tx1"/>
                </a:solidFill>
              </a:rPr>
              <a:t> × 3</a:t>
            </a: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50B63AB2-236B-E7D7-692A-E163318D8DE7}"/>
              </a:ext>
            </a:extLst>
          </p:cNvPr>
          <p:cNvCxnSpPr>
            <a:cxnSpLocks/>
            <a:stCxn id="194" idx="3"/>
            <a:endCxn id="20" idx="1"/>
          </p:cNvCxnSpPr>
          <p:nvPr/>
        </p:nvCxnSpPr>
        <p:spPr>
          <a:xfrm>
            <a:off x="7459900" y="1666339"/>
            <a:ext cx="3834" cy="437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CDED232-2B1A-2220-805D-9A4D693ABB45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H="1">
            <a:off x="7459900" y="2453815"/>
            <a:ext cx="3834" cy="437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6F6E4D97-FA91-83C1-8CC6-BFCD81ABBDF2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7459900" y="3241291"/>
            <a:ext cx="0" cy="437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9" name="矩形 388">
            <a:extLst>
              <a:ext uri="{FF2B5EF4-FFF2-40B4-BE49-F238E27FC236}">
                <a16:creationId xmlns:a16="http://schemas.microsoft.com/office/drawing/2014/main" id="{0099FFC7-64F9-4D04-DA68-3C0095F3F566}"/>
              </a:ext>
            </a:extLst>
          </p:cNvPr>
          <p:cNvSpPr/>
          <p:nvPr/>
        </p:nvSpPr>
        <p:spPr>
          <a:xfrm rot="5400000">
            <a:off x="4812417" y="2591196"/>
            <a:ext cx="1725603" cy="5406840"/>
          </a:xfrm>
          <a:prstGeom prst="rect">
            <a:avLst/>
          </a:prstGeom>
          <a:solidFill>
            <a:srgbClr val="FBE5D6">
              <a:alpha val="4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5" name="直接箭头连接符 324">
            <a:extLst>
              <a:ext uri="{FF2B5EF4-FFF2-40B4-BE49-F238E27FC236}">
                <a16:creationId xmlns:a16="http://schemas.microsoft.com/office/drawing/2014/main" id="{84C8F447-E618-97EC-7259-1A0FAB6C0C3D}"/>
              </a:ext>
            </a:extLst>
          </p:cNvPr>
          <p:cNvCxnSpPr>
            <a:cxnSpLocks/>
            <a:endCxn id="265" idx="0"/>
          </p:cNvCxnSpPr>
          <p:nvPr/>
        </p:nvCxnSpPr>
        <p:spPr>
          <a:xfrm>
            <a:off x="5497968" y="4010384"/>
            <a:ext cx="0" cy="1286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立方体 260">
            <a:extLst>
              <a:ext uri="{FF2B5EF4-FFF2-40B4-BE49-F238E27FC236}">
                <a16:creationId xmlns:a16="http://schemas.microsoft.com/office/drawing/2014/main" id="{ABB674CD-5BCE-44DE-1CDC-CC401673A3F9}"/>
              </a:ext>
            </a:extLst>
          </p:cNvPr>
          <p:cNvSpPr/>
          <p:nvPr/>
        </p:nvSpPr>
        <p:spPr>
          <a:xfrm>
            <a:off x="4946277" y="5525389"/>
            <a:ext cx="1051085" cy="353421"/>
          </a:xfrm>
          <a:prstGeom prst="cube">
            <a:avLst>
              <a:gd name="adj" fmla="val 77174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B1D90FC3-B78F-9522-89AC-54F383A84054}"/>
              </a:ext>
            </a:extLst>
          </p:cNvPr>
          <p:cNvSpPr/>
          <p:nvPr/>
        </p:nvSpPr>
        <p:spPr>
          <a:xfrm>
            <a:off x="5093432" y="5471747"/>
            <a:ext cx="744842" cy="271667"/>
          </a:xfrm>
          <a:prstGeom prst="cube">
            <a:avLst>
              <a:gd name="adj" fmla="val 63251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立方体 263">
            <a:extLst>
              <a:ext uri="{FF2B5EF4-FFF2-40B4-BE49-F238E27FC236}">
                <a16:creationId xmlns:a16="http://schemas.microsoft.com/office/drawing/2014/main" id="{F7046C29-9C6F-8F13-6AE8-2807C0940EF0}"/>
              </a:ext>
            </a:extLst>
          </p:cNvPr>
          <p:cNvSpPr/>
          <p:nvPr/>
        </p:nvSpPr>
        <p:spPr>
          <a:xfrm>
            <a:off x="5239205" y="5394713"/>
            <a:ext cx="482693" cy="195517"/>
          </a:xfrm>
          <a:prstGeom prst="cube">
            <a:avLst>
              <a:gd name="adj" fmla="val 55456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立方体 264">
            <a:extLst>
              <a:ext uri="{FF2B5EF4-FFF2-40B4-BE49-F238E27FC236}">
                <a16:creationId xmlns:a16="http://schemas.microsoft.com/office/drawing/2014/main" id="{2C09D748-7BE6-255E-B9D2-43138B555764}"/>
              </a:ext>
            </a:extLst>
          </p:cNvPr>
          <p:cNvSpPr/>
          <p:nvPr/>
        </p:nvSpPr>
        <p:spPr>
          <a:xfrm>
            <a:off x="5344529" y="5296642"/>
            <a:ext cx="252904" cy="152041"/>
          </a:xfrm>
          <a:prstGeom prst="cube">
            <a:avLst>
              <a:gd name="adj" fmla="val 35499"/>
            </a:avLst>
          </a:prstGeom>
          <a:solidFill>
            <a:srgbClr val="FBE5D6"/>
          </a:solidFill>
          <a:ln w="254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6" name="连接符: 肘形 255">
            <a:extLst>
              <a:ext uri="{FF2B5EF4-FFF2-40B4-BE49-F238E27FC236}">
                <a16:creationId xmlns:a16="http://schemas.microsoft.com/office/drawing/2014/main" id="{6C02B28C-EF4A-E2E6-858D-A12921AC1D2A}"/>
              </a:ext>
            </a:extLst>
          </p:cNvPr>
          <p:cNvCxnSpPr>
            <a:cxnSpLocks/>
            <a:endCxn id="264" idx="2"/>
          </p:cNvCxnSpPr>
          <p:nvPr/>
        </p:nvCxnSpPr>
        <p:spPr>
          <a:xfrm rot="16200000" flipH="1">
            <a:off x="3893858" y="4201337"/>
            <a:ext cx="2383722" cy="306971"/>
          </a:xfrm>
          <a:prstGeom prst="bentConnector2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0" name="连接符: 肘形 249">
            <a:extLst>
              <a:ext uri="{FF2B5EF4-FFF2-40B4-BE49-F238E27FC236}">
                <a16:creationId xmlns:a16="http://schemas.microsoft.com/office/drawing/2014/main" id="{12D6D5EE-D380-C3C2-4952-F534FDDC7D52}"/>
              </a:ext>
            </a:extLst>
          </p:cNvPr>
          <p:cNvCxnSpPr>
            <a:cxnSpLocks/>
            <a:endCxn id="262" idx="2"/>
          </p:cNvCxnSpPr>
          <p:nvPr/>
        </p:nvCxnSpPr>
        <p:spPr>
          <a:xfrm rot="16200000" flipH="1">
            <a:off x="3225670" y="3825734"/>
            <a:ext cx="3312321" cy="423204"/>
          </a:xfrm>
          <a:prstGeom prst="bentConnector2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连接符: 肘形 242">
            <a:extLst>
              <a:ext uri="{FF2B5EF4-FFF2-40B4-BE49-F238E27FC236}">
                <a16:creationId xmlns:a16="http://schemas.microsoft.com/office/drawing/2014/main" id="{D722A9B9-8E19-AF70-12D5-6A9288A1B265}"/>
              </a:ext>
            </a:extLst>
          </p:cNvPr>
          <p:cNvCxnSpPr>
            <a:cxnSpLocks/>
            <a:endCxn id="261" idx="2"/>
          </p:cNvCxnSpPr>
          <p:nvPr/>
        </p:nvCxnSpPr>
        <p:spPr>
          <a:xfrm rot="16200000" flipH="1">
            <a:off x="2605426" y="3497623"/>
            <a:ext cx="4157362" cy="524340"/>
          </a:xfrm>
          <a:prstGeom prst="bentConnector2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8C5A0077-B413-E6A7-91CD-B4851C4BFE49}"/>
              </a:ext>
            </a:extLst>
          </p:cNvPr>
          <p:cNvSpPr txBox="1"/>
          <p:nvPr/>
        </p:nvSpPr>
        <p:spPr>
          <a:xfrm>
            <a:off x="7466506" y="763576"/>
            <a:ext cx="1773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主编码器分支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3AFBB2D-205E-8805-6022-6E2017959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748" y="255774"/>
            <a:ext cx="684202" cy="691961"/>
          </a:xfrm>
          <a:prstGeom prst="rect">
            <a:avLst/>
          </a:prstGeom>
        </p:spPr>
      </p:pic>
      <p:grpSp>
        <p:nvGrpSpPr>
          <p:cNvPr id="60" name="组合 59">
            <a:extLst>
              <a:ext uri="{FF2B5EF4-FFF2-40B4-BE49-F238E27FC236}">
                <a16:creationId xmlns:a16="http://schemas.microsoft.com/office/drawing/2014/main" id="{FC40246C-C5D3-0AD1-149F-512680684AD3}"/>
              </a:ext>
            </a:extLst>
          </p:cNvPr>
          <p:cNvGrpSpPr/>
          <p:nvPr/>
        </p:nvGrpSpPr>
        <p:grpSpPr>
          <a:xfrm>
            <a:off x="1487052" y="742138"/>
            <a:ext cx="2580640" cy="3515371"/>
            <a:chOff x="1420151" y="1133181"/>
            <a:chExt cx="3504656" cy="4715057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45B1177-5065-9571-4101-187413D9901A}"/>
                </a:ext>
              </a:extLst>
            </p:cNvPr>
            <p:cNvSpPr/>
            <p:nvPr/>
          </p:nvSpPr>
          <p:spPr>
            <a:xfrm rot="5400000">
              <a:off x="814950" y="1738382"/>
              <a:ext cx="4715057" cy="3504656"/>
            </a:xfrm>
            <a:prstGeom prst="rect">
              <a:avLst/>
            </a:prstGeom>
            <a:solidFill>
              <a:srgbClr val="FFF2CC">
                <a:alpha val="20000"/>
              </a:srgbClr>
            </a:solidFill>
            <a:ln w="63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DB787F3-178C-758F-E7FC-7E4E5CC49F1E}"/>
                </a:ext>
              </a:extLst>
            </p:cNvPr>
            <p:cNvSpPr/>
            <p:nvPr/>
          </p:nvSpPr>
          <p:spPr>
            <a:xfrm rot="5400000">
              <a:off x="2962126" y="1101557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8BC5454C-43EC-153C-50EB-7FAC11259965}"/>
                </a:ext>
              </a:extLst>
            </p:cNvPr>
            <p:cNvSpPr/>
            <p:nvPr/>
          </p:nvSpPr>
          <p:spPr>
            <a:xfrm rot="5400000">
              <a:off x="2962125" y="2163592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0FEC9525-8E92-7880-B6B5-32B4111EEE4F}"/>
                </a:ext>
              </a:extLst>
            </p:cNvPr>
            <p:cNvSpPr/>
            <p:nvPr/>
          </p:nvSpPr>
          <p:spPr>
            <a:xfrm rot="5400000">
              <a:off x="2962124" y="3215178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364A716D-6F57-3A70-ED4F-28FAAF5BDD1D}"/>
                </a:ext>
              </a:extLst>
            </p:cNvPr>
            <p:cNvSpPr/>
            <p:nvPr/>
          </p:nvSpPr>
          <p:spPr>
            <a:xfrm rot="5400000">
              <a:off x="2962123" y="4276026"/>
              <a:ext cx="469105" cy="2061711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dirty="0">
                  <a:solidFill>
                    <a:schemeClr val="tx1"/>
                  </a:solidFill>
                </a:rPr>
                <a:t>块</a:t>
              </a:r>
              <a:r>
                <a:rPr lang="en-US" altLang="zh-CN" sz="1400" dirty="0">
                  <a:solidFill>
                    <a:schemeClr val="tx1"/>
                  </a:solidFill>
                </a:rPr>
                <a:t> </a:t>
              </a:r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7ED8890F-250D-93E4-5CBB-A3DD876CF621}"/>
                </a:ext>
              </a:extLst>
            </p:cNvPr>
            <p:cNvCxnSpPr>
              <a:stCxn id="42" idx="3"/>
              <a:endCxn id="46" idx="1"/>
            </p:cNvCxnSpPr>
            <p:nvPr/>
          </p:nvCxnSpPr>
          <p:spPr>
            <a:xfrm flipH="1">
              <a:off x="3196677" y="2366965"/>
              <a:ext cx="1" cy="5929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564EE853-E07B-0D86-408A-F33FD3509F3E}"/>
                </a:ext>
              </a:extLst>
            </p:cNvPr>
            <p:cNvCxnSpPr>
              <a:stCxn id="46" idx="3"/>
              <a:endCxn id="51" idx="1"/>
            </p:cNvCxnSpPr>
            <p:nvPr/>
          </p:nvCxnSpPr>
          <p:spPr>
            <a:xfrm flipH="1">
              <a:off x="3196676" y="3429000"/>
              <a:ext cx="1" cy="582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7B5995F-6A2B-5497-4D68-638D1E34A8D5}"/>
                </a:ext>
              </a:extLst>
            </p:cNvPr>
            <p:cNvCxnSpPr>
              <a:stCxn id="51" idx="3"/>
              <a:endCxn id="52" idx="1"/>
            </p:cNvCxnSpPr>
            <p:nvPr/>
          </p:nvCxnSpPr>
          <p:spPr>
            <a:xfrm flipH="1">
              <a:off x="3196675" y="4480586"/>
              <a:ext cx="1" cy="59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92" name="连接符: 肘形 191">
            <a:extLst>
              <a:ext uri="{FF2B5EF4-FFF2-40B4-BE49-F238E27FC236}">
                <a16:creationId xmlns:a16="http://schemas.microsoft.com/office/drawing/2014/main" id="{2C30DFFC-66B6-7D64-0EFF-90621F84BA26}"/>
              </a:ext>
            </a:extLst>
          </p:cNvPr>
          <p:cNvCxnSpPr>
            <a:stCxn id="4" idx="1"/>
            <a:endCxn id="42" idx="1"/>
          </p:cNvCxnSpPr>
          <p:nvPr/>
        </p:nvCxnSpPr>
        <p:spPr>
          <a:xfrm rot="10800000" flipV="1">
            <a:off x="2795192" y="601754"/>
            <a:ext cx="1993557" cy="7105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7" name="连接符: 肘形 196">
            <a:extLst>
              <a:ext uri="{FF2B5EF4-FFF2-40B4-BE49-F238E27FC236}">
                <a16:creationId xmlns:a16="http://schemas.microsoft.com/office/drawing/2014/main" id="{986B6A8E-8181-716D-01CD-40D4BE2092F9}"/>
              </a:ext>
            </a:extLst>
          </p:cNvPr>
          <p:cNvCxnSpPr>
            <a:cxnSpLocks/>
            <a:stCxn id="4" idx="3"/>
            <a:endCxn id="194" idx="1"/>
          </p:cNvCxnSpPr>
          <p:nvPr/>
        </p:nvCxnSpPr>
        <p:spPr>
          <a:xfrm>
            <a:off x="5472950" y="601755"/>
            <a:ext cx="1986951" cy="7148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7951195-3720-A6B1-A171-009BFFC9FC48}"/>
              </a:ext>
            </a:extLst>
          </p:cNvPr>
          <p:cNvSpPr txBox="1"/>
          <p:nvPr/>
        </p:nvSpPr>
        <p:spPr>
          <a:xfrm>
            <a:off x="1441871" y="763575"/>
            <a:ext cx="16687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辅助编码分支</a:t>
            </a:r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AC1188F4-E358-CCFB-CDA4-63E0F7A3E01C}"/>
              </a:ext>
            </a:extLst>
          </p:cNvPr>
          <p:cNvSpPr/>
          <p:nvPr/>
        </p:nvSpPr>
        <p:spPr>
          <a:xfrm rot="5400000">
            <a:off x="4893681" y="732399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FDDA3B64-F0EF-483A-21BD-830DFD42FE1A}"/>
              </a:ext>
            </a:extLst>
          </p:cNvPr>
          <p:cNvSpPr/>
          <p:nvPr/>
        </p:nvSpPr>
        <p:spPr>
          <a:xfrm rot="5400000">
            <a:off x="4893683" y="1519875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E880F4AA-FEB7-02E8-DBBA-72356A341737}"/>
              </a:ext>
            </a:extLst>
          </p:cNvPr>
          <p:cNvSpPr/>
          <p:nvPr/>
        </p:nvSpPr>
        <p:spPr>
          <a:xfrm rot="5400000">
            <a:off x="4893682" y="2303898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E8B9C161-BD21-DBC5-EBEC-00B511FBEB43}"/>
              </a:ext>
            </a:extLst>
          </p:cNvPr>
          <p:cNvSpPr/>
          <p:nvPr/>
        </p:nvSpPr>
        <p:spPr>
          <a:xfrm rot="5400000">
            <a:off x="4893681" y="3094827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AF5A07EA-7603-8071-C8C5-8AD24C53A9D2}"/>
              </a:ext>
            </a:extLst>
          </p:cNvPr>
          <p:cNvCxnSpPr>
            <a:stCxn id="42" idx="0"/>
            <a:endCxn id="200" idx="2"/>
          </p:cNvCxnSpPr>
          <p:nvPr/>
        </p:nvCxnSpPr>
        <p:spPr>
          <a:xfrm>
            <a:off x="3554258" y="1487128"/>
            <a:ext cx="755230" cy="4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CC8FEF63-F33A-11FB-6457-5193E3980F1B}"/>
              </a:ext>
            </a:extLst>
          </p:cNvPr>
          <p:cNvCxnSpPr>
            <a:stCxn id="46" idx="0"/>
            <a:endCxn id="201" idx="2"/>
          </p:cNvCxnSpPr>
          <p:nvPr/>
        </p:nvCxnSpPr>
        <p:spPr>
          <a:xfrm>
            <a:off x="3554258" y="2278942"/>
            <a:ext cx="755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ED087A94-B414-8FFF-B398-4D05D0BAAC39}"/>
              </a:ext>
            </a:extLst>
          </p:cNvPr>
          <p:cNvCxnSpPr>
            <a:stCxn id="51" idx="0"/>
            <a:endCxn id="202" idx="2"/>
          </p:cNvCxnSpPr>
          <p:nvPr/>
        </p:nvCxnSpPr>
        <p:spPr>
          <a:xfrm flipV="1">
            <a:off x="3554257" y="3062965"/>
            <a:ext cx="7552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3B17A1B2-C43E-C84B-EC76-E0967384FB90}"/>
              </a:ext>
            </a:extLst>
          </p:cNvPr>
          <p:cNvCxnSpPr>
            <a:stCxn id="52" idx="0"/>
            <a:endCxn id="206" idx="2"/>
          </p:cNvCxnSpPr>
          <p:nvPr/>
        </p:nvCxnSpPr>
        <p:spPr>
          <a:xfrm flipV="1">
            <a:off x="3554256" y="3853894"/>
            <a:ext cx="7552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BD487A50-C630-F3EA-20FE-84F2F0416683}"/>
              </a:ext>
            </a:extLst>
          </p:cNvPr>
          <p:cNvCxnSpPr>
            <a:cxnSpLocks/>
            <a:stCxn id="194" idx="2"/>
            <a:endCxn id="200" idx="0"/>
          </p:cNvCxnSpPr>
          <p:nvPr/>
        </p:nvCxnSpPr>
        <p:spPr>
          <a:xfrm flipH="1">
            <a:off x="5827621" y="1491466"/>
            <a:ext cx="8732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D7C0A8A8-6D8F-887E-D746-AEE9258243A1}"/>
              </a:ext>
            </a:extLst>
          </p:cNvPr>
          <p:cNvCxnSpPr>
            <a:cxnSpLocks/>
            <a:stCxn id="20" idx="2"/>
            <a:endCxn id="201" idx="0"/>
          </p:cNvCxnSpPr>
          <p:nvPr/>
        </p:nvCxnSpPr>
        <p:spPr>
          <a:xfrm flipH="1">
            <a:off x="5827623" y="2278942"/>
            <a:ext cx="8770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箭头连接符 219">
            <a:extLst>
              <a:ext uri="{FF2B5EF4-FFF2-40B4-BE49-F238E27FC236}">
                <a16:creationId xmlns:a16="http://schemas.microsoft.com/office/drawing/2014/main" id="{966C41BB-48F9-2A23-788F-15C0DCB716DE}"/>
              </a:ext>
            </a:extLst>
          </p:cNvPr>
          <p:cNvCxnSpPr>
            <a:stCxn id="21" idx="2"/>
            <a:endCxn id="202" idx="0"/>
          </p:cNvCxnSpPr>
          <p:nvPr/>
        </p:nvCxnSpPr>
        <p:spPr>
          <a:xfrm flipH="1" flipV="1">
            <a:off x="5827622" y="3062965"/>
            <a:ext cx="873212" cy="3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箭头连接符 222">
            <a:extLst>
              <a:ext uri="{FF2B5EF4-FFF2-40B4-BE49-F238E27FC236}">
                <a16:creationId xmlns:a16="http://schemas.microsoft.com/office/drawing/2014/main" id="{E9FF4206-CC29-25CA-84EF-2C74C1156009}"/>
              </a:ext>
            </a:extLst>
          </p:cNvPr>
          <p:cNvCxnSpPr>
            <a:stCxn id="22" idx="2"/>
            <a:endCxn id="206" idx="0"/>
          </p:cNvCxnSpPr>
          <p:nvPr/>
        </p:nvCxnSpPr>
        <p:spPr>
          <a:xfrm flipH="1" flipV="1">
            <a:off x="5827621" y="3853894"/>
            <a:ext cx="87321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9" name="直接箭头连接符 308">
            <a:extLst>
              <a:ext uri="{FF2B5EF4-FFF2-40B4-BE49-F238E27FC236}">
                <a16:creationId xmlns:a16="http://schemas.microsoft.com/office/drawing/2014/main" id="{8F99FDAF-9F97-33BA-D7B6-740929A9A954}"/>
              </a:ext>
            </a:extLst>
          </p:cNvPr>
          <p:cNvCxnSpPr>
            <a:cxnSpLocks/>
            <a:stCxn id="22" idx="3"/>
            <a:endCxn id="314" idx="1"/>
          </p:cNvCxnSpPr>
          <p:nvPr/>
        </p:nvCxnSpPr>
        <p:spPr>
          <a:xfrm>
            <a:off x="7459900" y="4028767"/>
            <a:ext cx="0" cy="760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4" name="矩形 313">
            <a:extLst>
              <a:ext uri="{FF2B5EF4-FFF2-40B4-BE49-F238E27FC236}">
                <a16:creationId xmlns:a16="http://schemas.microsoft.com/office/drawing/2014/main" id="{263AD946-9E30-9ABF-29EF-3DE908B551C3}"/>
              </a:ext>
            </a:extLst>
          </p:cNvPr>
          <p:cNvSpPr/>
          <p:nvPr/>
        </p:nvSpPr>
        <p:spPr>
          <a:xfrm rot="5400000">
            <a:off x="7322564" y="4415339"/>
            <a:ext cx="274672" cy="1022827"/>
          </a:xfrm>
          <a:prstGeom prst="rect">
            <a:avLst/>
          </a:prstGeom>
          <a:solidFill>
            <a:srgbClr val="C1E9F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金字塔池化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5DDC9A0E-3C6B-73B7-FED0-7930DE7C4404}"/>
              </a:ext>
            </a:extLst>
          </p:cNvPr>
          <p:cNvCxnSpPr>
            <a:cxnSpLocks/>
            <a:stCxn id="314" idx="2"/>
            <a:endCxn id="330" idx="6"/>
          </p:cNvCxnSpPr>
          <p:nvPr/>
        </p:nvCxnSpPr>
        <p:spPr>
          <a:xfrm flipH="1">
            <a:off x="5539718" y="4926753"/>
            <a:ext cx="1408769" cy="3371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0" name="椭圆 329">
            <a:extLst>
              <a:ext uri="{FF2B5EF4-FFF2-40B4-BE49-F238E27FC236}">
                <a16:creationId xmlns:a16="http://schemas.microsoft.com/office/drawing/2014/main" id="{CFD57AF3-FD78-86EF-BEE5-865A5114456B}"/>
              </a:ext>
            </a:extLst>
          </p:cNvPr>
          <p:cNvSpPr/>
          <p:nvPr/>
        </p:nvSpPr>
        <p:spPr>
          <a:xfrm>
            <a:off x="5460138" y="4890334"/>
            <a:ext cx="79580" cy="79580"/>
          </a:xfrm>
          <a:prstGeom prst="ellipse">
            <a:avLst/>
          </a:prstGeom>
          <a:solidFill>
            <a:schemeClr val="bg1"/>
          </a:solidFill>
          <a:ln w="1016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7" name="直接连接符 336">
            <a:extLst>
              <a:ext uri="{FF2B5EF4-FFF2-40B4-BE49-F238E27FC236}">
                <a16:creationId xmlns:a16="http://schemas.microsoft.com/office/drawing/2014/main" id="{541D4765-FE16-C9C2-3484-1A55A284C11D}"/>
              </a:ext>
            </a:extLst>
          </p:cNvPr>
          <p:cNvCxnSpPr>
            <a:stCxn id="330" idx="0"/>
            <a:endCxn id="330" idx="4"/>
          </p:cNvCxnSpPr>
          <p:nvPr/>
        </p:nvCxnSpPr>
        <p:spPr>
          <a:xfrm>
            <a:off x="5499928" y="4890334"/>
            <a:ext cx="0" cy="795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C3E541DB-99C2-8185-3096-D2174266EA7E}"/>
              </a:ext>
            </a:extLst>
          </p:cNvPr>
          <p:cNvCxnSpPr>
            <a:stCxn id="330" idx="2"/>
            <a:endCxn id="330" idx="6"/>
          </p:cNvCxnSpPr>
          <p:nvPr/>
        </p:nvCxnSpPr>
        <p:spPr>
          <a:xfrm>
            <a:off x="5460138" y="4930124"/>
            <a:ext cx="795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0" name="矩形 339">
            <a:extLst>
              <a:ext uri="{FF2B5EF4-FFF2-40B4-BE49-F238E27FC236}">
                <a16:creationId xmlns:a16="http://schemas.microsoft.com/office/drawing/2014/main" id="{02E3341E-E265-1F73-C7DA-1B996DB3CF66}"/>
              </a:ext>
            </a:extLst>
          </p:cNvPr>
          <p:cNvSpPr/>
          <p:nvPr/>
        </p:nvSpPr>
        <p:spPr>
          <a:xfrm rot="10800000">
            <a:off x="6510870" y="5214735"/>
            <a:ext cx="202202" cy="615538"/>
          </a:xfrm>
          <a:prstGeom prst="rect">
            <a:avLst/>
          </a:prstGeom>
          <a:solidFill>
            <a:srgbClr val="C1E9F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Concat</a:t>
            </a:r>
          </a:p>
        </p:txBody>
      </p: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5788FDC8-A957-92CD-FBD5-7C84F4AD5FD4}"/>
              </a:ext>
            </a:extLst>
          </p:cNvPr>
          <p:cNvCxnSpPr/>
          <p:nvPr/>
        </p:nvCxnSpPr>
        <p:spPr>
          <a:xfrm>
            <a:off x="5597432" y="534772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6" name="直接箭头连接符 375">
            <a:extLst>
              <a:ext uri="{FF2B5EF4-FFF2-40B4-BE49-F238E27FC236}">
                <a16:creationId xmlns:a16="http://schemas.microsoft.com/office/drawing/2014/main" id="{D040F6BB-5BA9-87CE-715E-206A0B6F62B0}"/>
              </a:ext>
            </a:extLst>
          </p:cNvPr>
          <p:cNvCxnSpPr/>
          <p:nvPr/>
        </p:nvCxnSpPr>
        <p:spPr>
          <a:xfrm>
            <a:off x="5687348" y="5469644"/>
            <a:ext cx="81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8DB761E5-4209-6D14-4347-1E9E4B3D2DA6}"/>
              </a:ext>
            </a:extLst>
          </p:cNvPr>
          <p:cNvCxnSpPr/>
          <p:nvPr/>
        </p:nvCxnSpPr>
        <p:spPr>
          <a:xfrm>
            <a:off x="5760346" y="5590230"/>
            <a:ext cx="73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4D023F9C-8424-7654-EF83-ACB561E43FBB}"/>
              </a:ext>
            </a:extLst>
          </p:cNvPr>
          <p:cNvCxnSpPr/>
          <p:nvPr/>
        </p:nvCxnSpPr>
        <p:spPr>
          <a:xfrm>
            <a:off x="5827621" y="5717230"/>
            <a:ext cx="66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81" name="图片 380">
            <a:extLst>
              <a:ext uri="{FF2B5EF4-FFF2-40B4-BE49-F238E27FC236}">
                <a16:creationId xmlns:a16="http://schemas.microsoft.com/office/drawing/2014/main" id="{595EE1B3-AE36-833D-81D4-4B64C4F9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774" y="5214735"/>
            <a:ext cx="616251" cy="615539"/>
          </a:xfrm>
          <a:prstGeom prst="rect">
            <a:avLst/>
          </a:prstGeom>
        </p:spPr>
      </p:pic>
      <p:cxnSp>
        <p:nvCxnSpPr>
          <p:cNvPr id="383" name="直接箭头连接符 382">
            <a:extLst>
              <a:ext uri="{FF2B5EF4-FFF2-40B4-BE49-F238E27FC236}">
                <a16:creationId xmlns:a16="http://schemas.microsoft.com/office/drawing/2014/main" id="{B8AF3485-FC24-770C-3FD9-82A26811C33C}"/>
              </a:ext>
            </a:extLst>
          </p:cNvPr>
          <p:cNvCxnSpPr>
            <a:stCxn id="340" idx="1"/>
            <a:endCxn id="381" idx="1"/>
          </p:cNvCxnSpPr>
          <p:nvPr/>
        </p:nvCxnSpPr>
        <p:spPr>
          <a:xfrm>
            <a:off x="6713072" y="5522504"/>
            <a:ext cx="43870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0" name="文本框 389">
            <a:extLst>
              <a:ext uri="{FF2B5EF4-FFF2-40B4-BE49-F238E27FC236}">
                <a16:creationId xmlns:a16="http://schemas.microsoft.com/office/drawing/2014/main" id="{21ECA6B1-1FEA-070C-E8E1-CDC7CD06473B}"/>
              </a:ext>
            </a:extLst>
          </p:cNvPr>
          <p:cNvSpPr txBox="1"/>
          <p:nvPr/>
        </p:nvSpPr>
        <p:spPr>
          <a:xfrm>
            <a:off x="2972161" y="4472144"/>
            <a:ext cx="1191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UperNet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解码头</a:t>
            </a:r>
          </a:p>
        </p:txBody>
      </p:sp>
      <p:sp>
        <p:nvSpPr>
          <p:cNvPr id="404" name="文本框 403">
            <a:extLst>
              <a:ext uri="{FF2B5EF4-FFF2-40B4-BE49-F238E27FC236}">
                <a16:creationId xmlns:a16="http://schemas.microsoft.com/office/drawing/2014/main" id="{15E5B8BC-D490-16EA-5157-A9B16AD2B02A}"/>
              </a:ext>
            </a:extLst>
          </p:cNvPr>
          <p:cNvSpPr txBox="1"/>
          <p:nvPr/>
        </p:nvSpPr>
        <p:spPr>
          <a:xfrm>
            <a:off x="4753771" y="933755"/>
            <a:ext cx="8339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输入图像</a:t>
            </a:r>
          </a:p>
        </p:txBody>
      </p:sp>
      <p:sp>
        <p:nvSpPr>
          <p:cNvPr id="405" name="文本框 404">
            <a:extLst>
              <a:ext uri="{FF2B5EF4-FFF2-40B4-BE49-F238E27FC236}">
                <a16:creationId xmlns:a16="http://schemas.microsoft.com/office/drawing/2014/main" id="{F56C77B4-D2BE-AC20-5940-07D5F6992655}"/>
              </a:ext>
            </a:extLst>
          </p:cNvPr>
          <p:cNvSpPr txBox="1"/>
          <p:nvPr/>
        </p:nvSpPr>
        <p:spPr>
          <a:xfrm>
            <a:off x="7064757" y="5856619"/>
            <a:ext cx="8339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语义掩码</a:t>
            </a:r>
          </a:p>
        </p:txBody>
      </p:sp>
      <p:pic>
        <p:nvPicPr>
          <p:cNvPr id="409" name="图形 408" descr="雪花">
            <a:extLst>
              <a:ext uri="{FF2B5EF4-FFF2-40B4-BE49-F238E27FC236}">
                <a16:creationId xmlns:a16="http://schemas.microsoft.com/office/drawing/2014/main" id="{8893C490-8277-721A-6F0F-2242719D8C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44502" y="740042"/>
            <a:ext cx="314863" cy="314863"/>
          </a:xfrm>
          <a:prstGeom prst="rect">
            <a:avLst/>
          </a:prstGeom>
        </p:spPr>
      </p:pic>
      <p:pic>
        <p:nvPicPr>
          <p:cNvPr id="413" name="图形 412" descr="火">
            <a:extLst>
              <a:ext uri="{FF2B5EF4-FFF2-40B4-BE49-F238E27FC236}">
                <a16:creationId xmlns:a16="http://schemas.microsoft.com/office/drawing/2014/main" id="{DE43B2FF-F578-1756-39F1-54AF646F65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7854" y="775198"/>
            <a:ext cx="244549" cy="244549"/>
          </a:xfrm>
          <a:prstGeom prst="rect">
            <a:avLst/>
          </a:prstGeom>
        </p:spPr>
      </p:pic>
      <p:grpSp>
        <p:nvGrpSpPr>
          <p:cNvPr id="419" name="组合 418">
            <a:extLst>
              <a:ext uri="{FF2B5EF4-FFF2-40B4-BE49-F238E27FC236}">
                <a16:creationId xmlns:a16="http://schemas.microsoft.com/office/drawing/2014/main" id="{CCA0C222-B57B-10FA-12B2-D623F5CBF14C}"/>
              </a:ext>
            </a:extLst>
          </p:cNvPr>
          <p:cNvGrpSpPr/>
          <p:nvPr/>
        </p:nvGrpSpPr>
        <p:grpSpPr>
          <a:xfrm>
            <a:off x="8555571" y="1312255"/>
            <a:ext cx="1369086" cy="349747"/>
            <a:chOff x="9090787" y="1482458"/>
            <a:chExt cx="1554351" cy="377663"/>
          </a:xfrm>
        </p:grpSpPr>
        <p:sp>
          <p:nvSpPr>
            <p:cNvPr id="418" name="矩形 417">
              <a:extLst>
                <a:ext uri="{FF2B5EF4-FFF2-40B4-BE49-F238E27FC236}">
                  <a16:creationId xmlns:a16="http://schemas.microsoft.com/office/drawing/2014/main" id="{07BEDE70-382F-72EF-AE9D-11880A7E0A15}"/>
                </a:ext>
              </a:extLst>
            </p:cNvPr>
            <p:cNvSpPr/>
            <p:nvPr/>
          </p:nvSpPr>
          <p:spPr>
            <a:xfrm rot="5400000">
              <a:off x="9679131" y="894114"/>
              <a:ext cx="377663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14" name="图形 413" descr="火">
              <a:extLst>
                <a:ext uri="{FF2B5EF4-FFF2-40B4-BE49-F238E27FC236}">
                  <a16:creationId xmlns:a16="http://schemas.microsoft.com/office/drawing/2014/main" id="{DABEC77E-40E6-5128-060E-D4C0BA123F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grpSp>
        <p:nvGrpSpPr>
          <p:cNvPr id="420" name="组合 419">
            <a:extLst>
              <a:ext uri="{FF2B5EF4-FFF2-40B4-BE49-F238E27FC236}">
                <a16:creationId xmlns:a16="http://schemas.microsoft.com/office/drawing/2014/main" id="{25C0922B-4FD8-3B85-1DFF-D15C1D555E09}"/>
              </a:ext>
            </a:extLst>
          </p:cNvPr>
          <p:cNvGrpSpPr/>
          <p:nvPr/>
        </p:nvGrpSpPr>
        <p:grpSpPr>
          <a:xfrm>
            <a:off x="8555571" y="2104069"/>
            <a:ext cx="1369086" cy="349747"/>
            <a:chOff x="9090787" y="1487131"/>
            <a:chExt cx="1554351" cy="377663"/>
          </a:xfrm>
        </p:grpSpPr>
        <p:sp>
          <p:nvSpPr>
            <p:cNvPr id="421" name="矩形 420">
              <a:extLst>
                <a:ext uri="{FF2B5EF4-FFF2-40B4-BE49-F238E27FC236}">
                  <a16:creationId xmlns:a16="http://schemas.microsoft.com/office/drawing/2014/main" id="{347C7504-B625-AE01-87A6-BA176C7453C6}"/>
                </a:ext>
              </a:extLst>
            </p:cNvPr>
            <p:cNvSpPr/>
            <p:nvPr/>
          </p:nvSpPr>
          <p:spPr>
            <a:xfrm rot="5400000">
              <a:off x="9679131" y="898787"/>
              <a:ext cx="377663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22" name="图形 421" descr="火">
              <a:extLst>
                <a:ext uri="{FF2B5EF4-FFF2-40B4-BE49-F238E27FC236}">
                  <a16:creationId xmlns:a16="http://schemas.microsoft.com/office/drawing/2014/main" id="{BD1E57C3-5C7B-FE96-3D2D-E8F24BAB23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grpSp>
        <p:nvGrpSpPr>
          <p:cNvPr id="423" name="组合 422">
            <a:extLst>
              <a:ext uri="{FF2B5EF4-FFF2-40B4-BE49-F238E27FC236}">
                <a16:creationId xmlns:a16="http://schemas.microsoft.com/office/drawing/2014/main" id="{BBA0348F-52EE-DF0E-A55D-D75C52990043}"/>
              </a:ext>
            </a:extLst>
          </p:cNvPr>
          <p:cNvGrpSpPr/>
          <p:nvPr/>
        </p:nvGrpSpPr>
        <p:grpSpPr>
          <a:xfrm>
            <a:off x="8555570" y="2888092"/>
            <a:ext cx="1369086" cy="349747"/>
            <a:chOff x="9090786" y="1503093"/>
            <a:chExt cx="1554351" cy="377663"/>
          </a:xfrm>
        </p:grpSpPr>
        <p:sp>
          <p:nvSpPr>
            <p:cNvPr id="424" name="矩形 423">
              <a:extLst>
                <a:ext uri="{FF2B5EF4-FFF2-40B4-BE49-F238E27FC236}">
                  <a16:creationId xmlns:a16="http://schemas.microsoft.com/office/drawing/2014/main" id="{E7573A33-56E4-7BA0-21FD-E0E8E01232A8}"/>
                </a:ext>
              </a:extLst>
            </p:cNvPr>
            <p:cNvSpPr/>
            <p:nvPr/>
          </p:nvSpPr>
          <p:spPr>
            <a:xfrm rot="5400000">
              <a:off x="9679130" y="914749"/>
              <a:ext cx="377663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25" name="图形 424" descr="火">
              <a:extLst>
                <a:ext uri="{FF2B5EF4-FFF2-40B4-BE49-F238E27FC236}">
                  <a16:creationId xmlns:a16="http://schemas.microsoft.com/office/drawing/2014/main" id="{78BE3CE7-B593-400A-C6F8-D704E8201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grpSp>
        <p:nvGrpSpPr>
          <p:cNvPr id="426" name="组合 425">
            <a:extLst>
              <a:ext uri="{FF2B5EF4-FFF2-40B4-BE49-F238E27FC236}">
                <a16:creationId xmlns:a16="http://schemas.microsoft.com/office/drawing/2014/main" id="{0A730DB6-EFD5-BD8A-ECB4-4C7D64BC4CF8}"/>
              </a:ext>
            </a:extLst>
          </p:cNvPr>
          <p:cNvGrpSpPr/>
          <p:nvPr/>
        </p:nvGrpSpPr>
        <p:grpSpPr>
          <a:xfrm>
            <a:off x="8555571" y="3679020"/>
            <a:ext cx="1369086" cy="349748"/>
            <a:chOff x="9090787" y="1487131"/>
            <a:chExt cx="1554351" cy="377664"/>
          </a:xfrm>
        </p:grpSpPr>
        <p:sp>
          <p:nvSpPr>
            <p:cNvPr id="427" name="矩形 426">
              <a:extLst>
                <a:ext uri="{FF2B5EF4-FFF2-40B4-BE49-F238E27FC236}">
                  <a16:creationId xmlns:a16="http://schemas.microsoft.com/office/drawing/2014/main" id="{42E2FF4E-740D-F8D3-711C-4EFCE4BA36E3}"/>
                </a:ext>
              </a:extLst>
            </p:cNvPr>
            <p:cNvSpPr/>
            <p:nvPr/>
          </p:nvSpPr>
          <p:spPr>
            <a:xfrm rot="5400000">
              <a:off x="9679131" y="898787"/>
              <a:ext cx="377664" cy="1554351"/>
            </a:xfrm>
            <a:prstGeom prst="rect">
              <a:avLst/>
            </a:prstGeom>
            <a:solidFill>
              <a:srgbClr val="F3CA87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MSDC</a:t>
              </a:r>
              <a:r>
                <a:rPr lang="zh-CN" altLang="en-US" sz="1400" dirty="0">
                  <a:solidFill>
                    <a:schemeClr val="tx1"/>
                  </a:solidFill>
                </a:rPr>
                <a:t>模块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pic>
          <p:nvPicPr>
            <p:cNvPr id="428" name="图形 427" descr="火">
              <a:extLst>
                <a:ext uri="{FF2B5EF4-FFF2-40B4-BE49-F238E27FC236}">
                  <a16:creationId xmlns:a16="http://schemas.microsoft.com/office/drawing/2014/main" id="{69429ABC-D06E-47FD-05A0-4BEB25E48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18738" y="1549014"/>
              <a:ext cx="244550" cy="244549"/>
            </a:xfrm>
            <a:prstGeom prst="rect">
              <a:avLst/>
            </a:prstGeom>
          </p:spPr>
        </p:pic>
      </p:grpSp>
      <p:cxnSp>
        <p:nvCxnSpPr>
          <p:cNvPr id="430" name="直接箭头连接符 429">
            <a:extLst>
              <a:ext uri="{FF2B5EF4-FFF2-40B4-BE49-F238E27FC236}">
                <a16:creationId xmlns:a16="http://schemas.microsoft.com/office/drawing/2014/main" id="{B0C32A25-0314-526B-FA0C-BDC2133E7BAC}"/>
              </a:ext>
            </a:extLst>
          </p:cNvPr>
          <p:cNvCxnSpPr>
            <a:endCxn id="194" idx="0"/>
          </p:cNvCxnSpPr>
          <p:nvPr/>
        </p:nvCxnSpPr>
        <p:spPr>
          <a:xfrm flipH="1">
            <a:off x="8218967" y="1487128"/>
            <a:ext cx="3366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2" name="直接箭头连接符 431">
            <a:extLst>
              <a:ext uri="{FF2B5EF4-FFF2-40B4-BE49-F238E27FC236}">
                <a16:creationId xmlns:a16="http://schemas.microsoft.com/office/drawing/2014/main" id="{86A1C6BC-D499-ED88-1914-2B2E1E041053}"/>
              </a:ext>
            </a:extLst>
          </p:cNvPr>
          <p:cNvCxnSpPr>
            <a:stCxn id="421" idx="2"/>
          </p:cNvCxnSpPr>
          <p:nvPr/>
        </p:nvCxnSpPr>
        <p:spPr>
          <a:xfrm flipH="1" flipV="1">
            <a:off x="8218967" y="2278942"/>
            <a:ext cx="336605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08CD5034-CA79-93E8-F6A4-6B89F3E09383}"/>
              </a:ext>
            </a:extLst>
          </p:cNvPr>
          <p:cNvCxnSpPr>
            <a:stCxn id="424" idx="2"/>
            <a:endCxn id="21" idx="0"/>
          </p:cNvCxnSpPr>
          <p:nvPr/>
        </p:nvCxnSpPr>
        <p:spPr>
          <a:xfrm flipH="1" flipV="1">
            <a:off x="8272272" y="3062965"/>
            <a:ext cx="283299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6" name="直接箭头连接符 435">
            <a:extLst>
              <a:ext uri="{FF2B5EF4-FFF2-40B4-BE49-F238E27FC236}">
                <a16:creationId xmlns:a16="http://schemas.microsoft.com/office/drawing/2014/main" id="{5E548617-D96D-2185-9B2E-5AFFC86C2DA9}"/>
              </a:ext>
            </a:extLst>
          </p:cNvPr>
          <p:cNvCxnSpPr/>
          <p:nvPr/>
        </p:nvCxnSpPr>
        <p:spPr>
          <a:xfrm flipH="1">
            <a:off x="8218967" y="3853894"/>
            <a:ext cx="3366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8" name="文本框 437">
                <a:extLst>
                  <a:ext uri="{FF2B5EF4-FFF2-40B4-BE49-F238E27FC236}">
                    <a16:creationId xmlns:a16="http://schemas.microsoft.com/office/drawing/2014/main" id="{B55A5B42-7340-180E-50A4-A9B8E923A325}"/>
                  </a:ext>
                </a:extLst>
              </p:cNvPr>
              <p:cNvSpPr txBox="1"/>
              <p:nvPr/>
            </p:nvSpPr>
            <p:spPr>
              <a:xfrm>
                <a:off x="5941768" y="1183548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38" name="文本框 437">
                <a:extLst>
                  <a:ext uri="{FF2B5EF4-FFF2-40B4-BE49-F238E27FC236}">
                    <a16:creationId xmlns:a16="http://schemas.microsoft.com/office/drawing/2014/main" id="{B55A5B42-7340-180E-50A4-A9B8E923A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768" y="1183548"/>
                <a:ext cx="763345" cy="3100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9" name="文本框 438">
                <a:extLst>
                  <a:ext uri="{FF2B5EF4-FFF2-40B4-BE49-F238E27FC236}">
                    <a16:creationId xmlns:a16="http://schemas.microsoft.com/office/drawing/2014/main" id="{758D99CD-03DB-F6FE-CE5F-D4C9F68596D0}"/>
                  </a:ext>
                </a:extLst>
              </p:cNvPr>
              <p:cNvSpPr txBox="1"/>
              <p:nvPr/>
            </p:nvSpPr>
            <p:spPr>
              <a:xfrm>
                <a:off x="3479858" y="1190303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zh-CN" altLang="en-US" sz="8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39" name="文本框 438">
                <a:extLst>
                  <a:ext uri="{FF2B5EF4-FFF2-40B4-BE49-F238E27FC236}">
                    <a16:creationId xmlns:a16="http://schemas.microsoft.com/office/drawing/2014/main" id="{758D99CD-03DB-F6FE-CE5F-D4C9F6859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9858" y="1190303"/>
                <a:ext cx="763345" cy="3100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" name="文本框 439">
                <a:extLst>
                  <a:ext uri="{FF2B5EF4-FFF2-40B4-BE49-F238E27FC236}">
                    <a16:creationId xmlns:a16="http://schemas.microsoft.com/office/drawing/2014/main" id="{73FDBB9B-AA89-1F5F-5A00-EC84EF9F405E}"/>
                  </a:ext>
                </a:extLst>
              </p:cNvPr>
              <p:cNvSpPr txBox="1"/>
              <p:nvPr/>
            </p:nvSpPr>
            <p:spPr>
              <a:xfrm>
                <a:off x="3458240" y="1973232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0" name="文本框 439">
                <a:extLst>
                  <a:ext uri="{FF2B5EF4-FFF2-40B4-BE49-F238E27FC236}">
                    <a16:creationId xmlns:a16="http://schemas.microsoft.com/office/drawing/2014/main" id="{73FDBB9B-AA89-1F5F-5A00-EC84EF9F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8240" y="1973232"/>
                <a:ext cx="763345" cy="3100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23935879-DF08-323E-EA7F-B91F2C0CE9E0}"/>
                  </a:ext>
                </a:extLst>
              </p:cNvPr>
              <p:cNvSpPr txBox="1"/>
              <p:nvPr/>
            </p:nvSpPr>
            <p:spPr>
              <a:xfrm>
                <a:off x="3479858" y="2735486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1" name="文本框 440">
                <a:extLst>
                  <a:ext uri="{FF2B5EF4-FFF2-40B4-BE49-F238E27FC236}">
                    <a16:creationId xmlns:a16="http://schemas.microsoft.com/office/drawing/2014/main" id="{23935879-DF08-323E-EA7F-B91F2C0CE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9858" y="2735486"/>
                <a:ext cx="763345" cy="3100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2" name="文本框 441">
                <a:extLst>
                  <a:ext uri="{FF2B5EF4-FFF2-40B4-BE49-F238E27FC236}">
                    <a16:creationId xmlns:a16="http://schemas.microsoft.com/office/drawing/2014/main" id="{A898E6E8-4B8A-0A79-B994-F66E0C8EAAC3}"/>
                  </a:ext>
                </a:extLst>
              </p:cNvPr>
              <p:cNvSpPr txBox="1"/>
              <p:nvPr/>
            </p:nvSpPr>
            <p:spPr>
              <a:xfrm>
                <a:off x="3461644" y="3551990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2" name="文本框 441">
                <a:extLst>
                  <a:ext uri="{FF2B5EF4-FFF2-40B4-BE49-F238E27FC236}">
                    <a16:creationId xmlns:a16="http://schemas.microsoft.com/office/drawing/2014/main" id="{A898E6E8-4B8A-0A79-B994-F66E0C8EA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1644" y="3551990"/>
                <a:ext cx="763345" cy="310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3" name="文本框 442">
                <a:extLst>
                  <a:ext uri="{FF2B5EF4-FFF2-40B4-BE49-F238E27FC236}">
                    <a16:creationId xmlns:a16="http://schemas.microsoft.com/office/drawing/2014/main" id="{1500F735-8EF0-9B46-8A02-017383B3AE15}"/>
                  </a:ext>
                </a:extLst>
              </p:cNvPr>
              <p:cNvSpPr txBox="1"/>
              <p:nvPr/>
            </p:nvSpPr>
            <p:spPr>
              <a:xfrm>
                <a:off x="5941768" y="1993469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3" name="文本框 442">
                <a:extLst>
                  <a:ext uri="{FF2B5EF4-FFF2-40B4-BE49-F238E27FC236}">
                    <a16:creationId xmlns:a16="http://schemas.microsoft.com/office/drawing/2014/main" id="{1500F735-8EF0-9B46-8A02-017383B3A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768" y="1993469"/>
                <a:ext cx="763345" cy="310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4" name="文本框 443">
                <a:extLst>
                  <a:ext uri="{FF2B5EF4-FFF2-40B4-BE49-F238E27FC236}">
                    <a16:creationId xmlns:a16="http://schemas.microsoft.com/office/drawing/2014/main" id="{2AC9AD9C-D51F-7D16-892C-C61D0692E77F}"/>
                  </a:ext>
                </a:extLst>
              </p:cNvPr>
              <p:cNvSpPr txBox="1"/>
              <p:nvPr/>
            </p:nvSpPr>
            <p:spPr>
              <a:xfrm>
                <a:off x="5941546" y="2735486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4" name="文本框 443">
                <a:extLst>
                  <a:ext uri="{FF2B5EF4-FFF2-40B4-BE49-F238E27FC236}">
                    <a16:creationId xmlns:a16="http://schemas.microsoft.com/office/drawing/2014/main" id="{2AC9AD9C-D51F-7D16-892C-C61D0692E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546" y="2735486"/>
                <a:ext cx="763345" cy="3100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5" name="文本框 444">
                <a:extLst>
                  <a:ext uri="{FF2B5EF4-FFF2-40B4-BE49-F238E27FC236}">
                    <a16:creationId xmlns:a16="http://schemas.microsoft.com/office/drawing/2014/main" id="{973C71DA-2D3F-9A29-7C12-C2B9DB49F80E}"/>
                  </a:ext>
                </a:extLst>
              </p:cNvPr>
              <p:cNvSpPr txBox="1"/>
              <p:nvPr/>
            </p:nvSpPr>
            <p:spPr>
              <a:xfrm>
                <a:off x="5937488" y="3559796"/>
                <a:ext cx="763345" cy="3100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zh-CN" altLang="en-US" sz="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  <m:e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0" smtClean="0"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445" name="文本框 444">
                <a:extLst>
                  <a:ext uri="{FF2B5EF4-FFF2-40B4-BE49-F238E27FC236}">
                    <a16:creationId xmlns:a16="http://schemas.microsoft.com/office/drawing/2014/main" id="{973C71DA-2D3F-9A29-7C12-C2B9DB49F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488" y="3559796"/>
                <a:ext cx="763345" cy="31002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9" name="文本框 448">
                <a:extLst>
                  <a:ext uri="{FF2B5EF4-FFF2-40B4-BE49-F238E27FC236}">
                    <a16:creationId xmlns:a16="http://schemas.microsoft.com/office/drawing/2014/main" id="{D7E3B592-D2BC-7875-AC65-CD27AB7C07C4}"/>
                  </a:ext>
                </a:extLst>
              </p:cNvPr>
              <p:cNvSpPr txBox="1"/>
              <p:nvPr/>
            </p:nvSpPr>
            <p:spPr>
              <a:xfrm>
                <a:off x="3973954" y="1220258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49" name="文本框 448">
                <a:extLst>
                  <a:ext uri="{FF2B5EF4-FFF2-40B4-BE49-F238E27FC236}">
                    <a16:creationId xmlns:a16="http://schemas.microsoft.com/office/drawing/2014/main" id="{D7E3B592-D2BC-7875-AC65-CD27AB7C0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1220258"/>
                <a:ext cx="431095" cy="25314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0" name="文本框 449">
                <a:extLst>
                  <a:ext uri="{FF2B5EF4-FFF2-40B4-BE49-F238E27FC236}">
                    <a16:creationId xmlns:a16="http://schemas.microsoft.com/office/drawing/2014/main" id="{0B13D433-386B-7BE0-81F5-772F0BE60D78}"/>
                  </a:ext>
                </a:extLst>
              </p:cNvPr>
              <p:cNvSpPr txBox="1"/>
              <p:nvPr/>
            </p:nvSpPr>
            <p:spPr>
              <a:xfrm>
                <a:off x="3973954" y="2019135"/>
                <a:ext cx="431095" cy="2542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0" name="文本框 449">
                <a:extLst>
                  <a:ext uri="{FF2B5EF4-FFF2-40B4-BE49-F238E27FC236}">
                    <a16:creationId xmlns:a16="http://schemas.microsoft.com/office/drawing/2014/main" id="{0B13D433-386B-7BE0-81F5-772F0BE60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2019135"/>
                <a:ext cx="431095" cy="25423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3" name="文本框 452">
                <a:extLst>
                  <a:ext uri="{FF2B5EF4-FFF2-40B4-BE49-F238E27FC236}">
                    <a16:creationId xmlns:a16="http://schemas.microsoft.com/office/drawing/2014/main" id="{6E63017F-32E2-C38B-0C68-45C74F21CC11}"/>
                  </a:ext>
                </a:extLst>
              </p:cNvPr>
              <p:cNvSpPr txBox="1"/>
              <p:nvPr/>
            </p:nvSpPr>
            <p:spPr>
              <a:xfrm>
                <a:off x="3973954" y="2796991"/>
                <a:ext cx="431095" cy="2528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3" name="文本框 452">
                <a:extLst>
                  <a:ext uri="{FF2B5EF4-FFF2-40B4-BE49-F238E27FC236}">
                    <a16:creationId xmlns:a16="http://schemas.microsoft.com/office/drawing/2014/main" id="{6E63017F-32E2-C38B-0C68-45C74F21C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2796991"/>
                <a:ext cx="431095" cy="25282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4" name="文本框 453">
                <a:extLst>
                  <a:ext uri="{FF2B5EF4-FFF2-40B4-BE49-F238E27FC236}">
                    <a16:creationId xmlns:a16="http://schemas.microsoft.com/office/drawing/2014/main" id="{7B7D19F7-E6E9-1AF6-52AD-8FAAEA55B753}"/>
                  </a:ext>
                </a:extLst>
              </p:cNvPr>
              <p:cNvSpPr txBox="1"/>
              <p:nvPr/>
            </p:nvSpPr>
            <p:spPr>
              <a:xfrm>
                <a:off x="3973954" y="3604759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000" i="1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4" name="文本框 453">
                <a:extLst>
                  <a:ext uri="{FF2B5EF4-FFF2-40B4-BE49-F238E27FC236}">
                    <a16:creationId xmlns:a16="http://schemas.microsoft.com/office/drawing/2014/main" id="{7B7D19F7-E6E9-1AF6-52AD-8FAAEA55B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954" y="3604759"/>
                <a:ext cx="431095" cy="25314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5" name="文本框 454">
                <a:extLst>
                  <a:ext uri="{FF2B5EF4-FFF2-40B4-BE49-F238E27FC236}">
                    <a16:creationId xmlns:a16="http://schemas.microsoft.com/office/drawing/2014/main" id="{A27511F9-77FC-1F83-D23D-26CCBDC4427D}"/>
                  </a:ext>
                </a:extLst>
              </p:cNvPr>
              <p:cNvSpPr txBox="1"/>
              <p:nvPr/>
            </p:nvSpPr>
            <p:spPr>
              <a:xfrm>
                <a:off x="5781814" y="1235386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5" name="文本框 454">
                <a:extLst>
                  <a:ext uri="{FF2B5EF4-FFF2-40B4-BE49-F238E27FC236}">
                    <a16:creationId xmlns:a16="http://schemas.microsoft.com/office/drawing/2014/main" id="{A27511F9-77FC-1F83-D23D-26CCBDC44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814" y="1235386"/>
                <a:ext cx="431095" cy="25314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6" name="文本框 455">
                <a:extLst>
                  <a:ext uri="{FF2B5EF4-FFF2-40B4-BE49-F238E27FC236}">
                    <a16:creationId xmlns:a16="http://schemas.microsoft.com/office/drawing/2014/main" id="{60937B33-9D48-2575-1058-1340B4CC3128}"/>
                  </a:ext>
                </a:extLst>
              </p:cNvPr>
              <p:cNvSpPr txBox="1"/>
              <p:nvPr/>
            </p:nvSpPr>
            <p:spPr>
              <a:xfrm>
                <a:off x="5781814" y="2031429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6" name="文本框 455">
                <a:extLst>
                  <a:ext uri="{FF2B5EF4-FFF2-40B4-BE49-F238E27FC236}">
                    <a16:creationId xmlns:a16="http://schemas.microsoft.com/office/drawing/2014/main" id="{60937B33-9D48-2575-1058-1340B4CC31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814" y="2031429"/>
                <a:ext cx="431095" cy="25314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7" name="文本框 456">
                <a:extLst>
                  <a:ext uri="{FF2B5EF4-FFF2-40B4-BE49-F238E27FC236}">
                    <a16:creationId xmlns:a16="http://schemas.microsoft.com/office/drawing/2014/main" id="{D409C22A-B3BC-2AAD-C061-72AD09BBAB2B}"/>
                  </a:ext>
                </a:extLst>
              </p:cNvPr>
              <p:cNvSpPr txBox="1"/>
              <p:nvPr/>
            </p:nvSpPr>
            <p:spPr>
              <a:xfrm>
                <a:off x="5786448" y="2820233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7" name="文本框 456">
                <a:extLst>
                  <a:ext uri="{FF2B5EF4-FFF2-40B4-BE49-F238E27FC236}">
                    <a16:creationId xmlns:a16="http://schemas.microsoft.com/office/drawing/2014/main" id="{D409C22A-B3BC-2AAD-C061-72AD09BBA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448" y="2820233"/>
                <a:ext cx="431095" cy="25314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8" name="文本框 457">
                <a:extLst>
                  <a:ext uri="{FF2B5EF4-FFF2-40B4-BE49-F238E27FC236}">
                    <a16:creationId xmlns:a16="http://schemas.microsoft.com/office/drawing/2014/main" id="{AC54CE5A-EC03-46CD-A37E-C3E0F54B063C}"/>
                  </a:ext>
                </a:extLst>
              </p:cNvPr>
              <p:cNvSpPr txBox="1"/>
              <p:nvPr/>
            </p:nvSpPr>
            <p:spPr>
              <a:xfrm>
                <a:off x="5777516" y="3604759"/>
                <a:ext cx="431095" cy="253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>
                              <a:latin typeface="Cambria Math" panose="02040503050406030204" pitchFamily="18" charset="0"/>
                            </a:rPr>
                            <m:t>𝖥</m:t>
                          </m:r>
                        </m:e>
                        <m:sub>
                          <m:r>
                            <a:rPr lang="en-US" altLang="zh-CN" sz="1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58" name="文本框 457">
                <a:extLst>
                  <a:ext uri="{FF2B5EF4-FFF2-40B4-BE49-F238E27FC236}">
                    <a16:creationId xmlns:a16="http://schemas.microsoft.com/office/drawing/2014/main" id="{AC54CE5A-EC03-46CD-A37E-C3E0F54B0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7516" y="3604759"/>
                <a:ext cx="431095" cy="25314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0B1CA5E0-5C97-6CE1-C12E-EE19B35DA699}"/>
                  </a:ext>
                </a:extLst>
              </p:cNvPr>
              <p:cNvSpPr txBox="1"/>
              <p:nvPr/>
            </p:nvSpPr>
            <p:spPr>
              <a:xfrm>
                <a:off x="3983235" y="5629333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0B1CA5E0-5C97-6CE1-C12E-EE19B35DA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3235" y="5629333"/>
                <a:ext cx="471789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4349127-784A-4AC6-EA80-1D3D8614E3CC}"/>
                  </a:ext>
                </a:extLst>
              </p:cNvPr>
              <p:cNvSpPr txBox="1"/>
              <p:nvPr/>
            </p:nvSpPr>
            <p:spPr>
              <a:xfrm>
                <a:off x="4333369" y="5416137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4349127-784A-4AC6-EA80-1D3D8614E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369" y="5416137"/>
                <a:ext cx="471789" cy="27699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3B7181E3-B7BB-2462-CE25-F4C110A1360B}"/>
                  </a:ext>
                </a:extLst>
              </p:cNvPr>
              <p:cNvSpPr txBox="1"/>
              <p:nvPr/>
            </p:nvSpPr>
            <p:spPr>
              <a:xfrm>
                <a:off x="4607093" y="5234162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3B7181E3-B7BB-2462-CE25-F4C110A136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093" y="5234162"/>
                <a:ext cx="471789" cy="276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51CD3D93-D37A-7768-789B-154E33614C5E}"/>
                  </a:ext>
                </a:extLst>
              </p:cNvPr>
              <p:cNvSpPr txBox="1"/>
              <p:nvPr/>
            </p:nvSpPr>
            <p:spPr>
              <a:xfrm>
                <a:off x="5142017" y="4989387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51CD3D93-D37A-7768-789B-154E33614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2017" y="4989387"/>
                <a:ext cx="471789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154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0173F-6ABB-A463-8309-D192737D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A357DB07-F822-0C56-A45F-6F31DF7C823B}"/>
              </a:ext>
            </a:extLst>
          </p:cNvPr>
          <p:cNvSpPr/>
          <p:nvPr/>
        </p:nvSpPr>
        <p:spPr>
          <a:xfrm rot="5400000">
            <a:off x="5537766" y="-1019840"/>
            <a:ext cx="3993367" cy="8277487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矩形 303">
            <a:extLst>
              <a:ext uri="{FF2B5EF4-FFF2-40B4-BE49-F238E27FC236}">
                <a16:creationId xmlns:a16="http://schemas.microsoft.com/office/drawing/2014/main" id="{8B8B87F7-D277-892B-F8C0-03590B39A125}"/>
              </a:ext>
            </a:extLst>
          </p:cNvPr>
          <p:cNvSpPr/>
          <p:nvPr/>
        </p:nvSpPr>
        <p:spPr>
          <a:xfrm rot="5400000">
            <a:off x="9432480" y="3436364"/>
            <a:ext cx="992504" cy="1899884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4C8DB0-5CA0-4708-30F3-0F7318DC2F32}"/>
              </a:ext>
            </a:extLst>
          </p:cNvPr>
          <p:cNvSpPr/>
          <p:nvPr/>
        </p:nvSpPr>
        <p:spPr>
          <a:xfrm rot="5400000">
            <a:off x="1326929" y="1979570"/>
            <a:ext cx="1901872" cy="1945176"/>
          </a:xfrm>
          <a:prstGeom prst="rect">
            <a:avLst/>
          </a:prstGeom>
          <a:solidFill>
            <a:srgbClr val="F5B184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F228D08-ABCE-6D5D-CF09-0C958FFFA9EE}"/>
              </a:ext>
            </a:extLst>
          </p:cNvPr>
          <p:cNvSpPr/>
          <p:nvPr/>
        </p:nvSpPr>
        <p:spPr>
          <a:xfrm rot="5400000">
            <a:off x="2103075" y="1994936"/>
            <a:ext cx="349747" cy="1518133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DW</a:t>
            </a:r>
            <a:r>
              <a:rPr lang="zh-CN" altLang="en-US" sz="1400" dirty="0">
                <a:solidFill>
                  <a:schemeClr val="tx1"/>
                </a:solidFill>
              </a:rPr>
              <a:t>卷积层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CDD55DF5-B856-81D7-7D1A-BD3BC6F72DB3}"/>
              </a:ext>
            </a:extLst>
          </p:cNvPr>
          <p:cNvSpPr/>
          <p:nvPr/>
        </p:nvSpPr>
        <p:spPr>
          <a:xfrm rot="5400000">
            <a:off x="2103076" y="2778959"/>
            <a:ext cx="349747" cy="1518133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MSCA</a:t>
            </a:r>
            <a:r>
              <a:rPr lang="zh-CN" altLang="en-US" sz="1400" dirty="0">
                <a:solidFill>
                  <a:schemeClr val="tx1"/>
                </a:solidFill>
              </a:rPr>
              <a:t>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E196E03-9881-C0BE-5C6D-6DE4C917F25C}"/>
              </a:ext>
            </a:extLst>
          </p:cNvPr>
          <p:cNvCxnSpPr>
            <a:cxnSpLocks/>
            <a:stCxn id="42" idx="3"/>
            <a:endCxn id="46" idx="1"/>
          </p:cNvCxnSpPr>
          <p:nvPr/>
        </p:nvCxnSpPr>
        <p:spPr>
          <a:xfrm>
            <a:off x="2277947" y="2928876"/>
            <a:ext cx="2" cy="43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9FBE13F-3051-8B3A-9510-E4FAEB95A67F}"/>
              </a:ext>
            </a:extLst>
          </p:cNvPr>
          <p:cNvCxnSpPr>
            <a:cxnSpLocks/>
            <a:stCxn id="46" idx="3"/>
          </p:cNvCxnSpPr>
          <p:nvPr/>
        </p:nvCxnSpPr>
        <p:spPr>
          <a:xfrm flipH="1">
            <a:off x="2277949" y="3712899"/>
            <a:ext cx="1" cy="43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559D358-BCED-6BE5-9CBF-8B0D1A8469E3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2277949" y="1674758"/>
            <a:ext cx="0" cy="904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83D60C9-29E9-06F2-6B56-5821996ECA55}"/>
              </a:ext>
            </a:extLst>
          </p:cNvPr>
          <p:cNvSpPr txBox="1"/>
          <p:nvPr/>
        </p:nvSpPr>
        <p:spPr>
          <a:xfrm>
            <a:off x="1288819" y="2001221"/>
            <a:ext cx="933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CNN</a:t>
            </a:r>
            <a:r>
              <a:rPr lang="zh-CN" altLang="en-US" sz="1400" dirty="0">
                <a:solidFill>
                  <a:schemeClr val="tx1"/>
                </a:solidFill>
              </a:rPr>
              <a:t>块</a:t>
            </a:r>
            <a:endParaRPr lang="zh-CN" altLang="en-US" sz="1400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66A1CE3A-C8F5-F6D7-8ED3-65A77196E51D}"/>
              </a:ext>
            </a:extLst>
          </p:cNvPr>
          <p:cNvCxnSpPr>
            <a:cxnSpLocks/>
          </p:cNvCxnSpPr>
          <p:nvPr/>
        </p:nvCxnSpPr>
        <p:spPr>
          <a:xfrm flipV="1">
            <a:off x="3037015" y="1122220"/>
            <a:ext cx="368394" cy="224093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010EDD3-BDD9-488E-861D-9B3B486F58F6}"/>
              </a:ext>
            </a:extLst>
          </p:cNvPr>
          <p:cNvCxnSpPr>
            <a:cxnSpLocks/>
          </p:cNvCxnSpPr>
          <p:nvPr/>
        </p:nvCxnSpPr>
        <p:spPr>
          <a:xfrm>
            <a:off x="3037015" y="3712899"/>
            <a:ext cx="351520" cy="14026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立方体 15">
            <a:extLst>
              <a:ext uri="{FF2B5EF4-FFF2-40B4-BE49-F238E27FC236}">
                <a16:creationId xmlns:a16="http://schemas.microsoft.com/office/drawing/2014/main" id="{6324D62A-2E1E-E81D-E6EF-FC8F283372EF}"/>
              </a:ext>
            </a:extLst>
          </p:cNvPr>
          <p:cNvSpPr/>
          <p:nvPr/>
        </p:nvSpPr>
        <p:spPr>
          <a:xfrm>
            <a:off x="3740055" y="3087434"/>
            <a:ext cx="375697" cy="628865"/>
          </a:xfrm>
          <a:prstGeom prst="cube">
            <a:avLst>
              <a:gd name="adj" fmla="val 40252"/>
            </a:avLst>
          </a:prstGeom>
          <a:solidFill>
            <a:srgbClr val="E5B9B5"/>
          </a:solidFill>
          <a:ln w="25400">
            <a:solidFill>
              <a:srgbClr val="D9958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立方体 17">
            <a:extLst>
              <a:ext uri="{FF2B5EF4-FFF2-40B4-BE49-F238E27FC236}">
                <a16:creationId xmlns:a16="http://schemas.microsoft.com/office/drawing/2014/main" id="{9DF1C8C0-703B-E86B-7756-326093A83870}"/>
              </a:ext>
            </a:extLst>
          </p:cNvPr>
          <p:cNvSpPr/>
          <p:nvPr/>
        </p:nvSpPr>
        <p:spPr>
          <a:xfrm>
            <a:off x="4394543" y="4507583"/>
            <a:ext cx="658356" cy="250405"/>
          </a:xfrm>
          <a:prstGeom prst="cube">
            <a:avLst>
              <a:gd name="adj" fmla="val 77174"/>
            </a:avLst>
          </a:prstGeom>
          <a:solidFill>
            <a:srgbClr val="BFBFBF"/>
          </a:solidFill>
          <a:ln w="25400">
            <a:solidFill>
              <a:srgbClr val="A5A5A5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立方体 18">
            <a:extLst>
              <a:ext uri="{FF2B5EF4-FFF2-40B4-BE49-F238E27FC236}">
                <a16:creationId xmlns:a16="http://schemas.microsoft.com/office/drawing/2014/main" id="{8D61F548-60EF-AEA8-C3EF-CEE2964272F4}"/>
              </a:ext>
            </a:extLst>
          </p:cNvPr>
          <p:cNvSpPr/>
          <p:nvPr/>
        </p:nvSpPr>
        <p:spPr>
          <a:xfrm>
            <a:off x="4394544" y="3655628"/>
            <a:ext cx="658356" cy="250405"/>
          </a:xfrm>
          <a:prstGeom prst="cube">
            <a:avLst>
              <a:gd name="adj" fmla="val 77174"/>
            </a:avLst>
          </a:prstGeom>
          <a:solidFill>
            <a:srgbClr val="FFF2CC"/>
          </a:solidFill>
          <a:ln w="25400">
            <a:solidFill>
              <a:srgbClr val="F5B184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立方体 22">
            <a:extLst>
              <a:ext uri="{FF2B5EF4-FFF2-40B4-BE49-F238E27FC236}">
                <a16:creationId xmlns:a16="http://schemas.microsoft.com/office/drawing/2014/main" id="{15ACA97A-9972-3F7D-3287-ABE3BBC13299}"/>
              </a:ext>
            </a:extLst>
          </p:cNvPr>
          <p:cNvSpPr/>
          <p:nvPr/>
        </p:nvSpPr>
        <p:spPr>
          <a:xfrm>
            <a:off x="4394543" y="2803673"/>
            <a:ext cx="6583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立方体 24">
            <a:extLst>
              <a:ext uri="{FF2B5EF4-FFF2-40B4-BE49-F238E27FC236}">
                <a16:creationId xmlns:a16="http://schemas.microsoft.com/office/drawing/2014/main" id="{C92B5B0E-B6CF-1DA1-5EE8-4667E2AE2F6F}"/>
              </a:ext>
            </a:extLst>
          </p:cNvPr>
          <p:cNvSpPr/>
          <p:nvPr/>
        </p:nvSpPr>
        <p:spPr>
          <a:xfrm>
            <a:off x="4394543" y="2005632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25400">
            <a:solidFill>
              <a:srgbClr val="F9C499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0A7EB49-4BCD-E71C-0C1C-23F4FDB94FAB}"/>
              </a:ext>
            </a:extLst>
          </p:cNvPr>
          <p:cNvCxnSpPr>
            <a:cxnSpLocks/>
            <a:stCxn id="16" idx="5"/>
            <a:endCxn id="25" idx="2"/>
          </p:cNvCxnSpPr>
          <p:nvPr/>
        </p:nvCxnSpPr>
        <p:spPr>
          <a:xfrm flipV="1">
            <a:off x="4115752" y="2227458"/>
            <a:ext cx="278791" cy="1098796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964BC91-DA27-BFAC-CE87-9C052500AD02}"/>
              </a:ext>
            </a:extLst>
          </p:cNvPr>
          <p:cNvCxnSpPr>
            <a:cxnSpLocks/>
            <a:stCxn id="16" idx="5"/>
            <a:endCxn id="23" idx="2"/>
          </p:cNvCxnSpPr>
          <p:nvPr/>
        </p:nvCxnSpPr>
        <p:spPr>
          <a:xfrm flipV="1">
            <a:off x="4115752" y="3025499"/>
            <a:ext cx="278791" cy="300755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BFA2A43-B885-7A3F-1323-8D8477A870F7}"/>
              </a:ext>
            </a:extLst>
          </p:cNvPr>
          <p:cNvCxnSpPr>
            <a:cxnSpLocks/>
            <a:stCxn id="16" idx="5"/>
            <a:endCxn id="19" idx="2"/>
          </p:cNvCxnSpPr>
          <p:nvPr/>
        </p:nvCxnSpPr>
        <p:spPr>
          <a:xfrm>
            <a:off x="4115752" y="3326254"/>
            <a:ext cx="278792" cy="551200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A25FB54-DBD2-4F32-444F-A56CD9B57212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4115752" y="3326254"/>
            <a:ext cx="278791" cy="1403155"/>
          </a:xfrm>
          <a:prstGeom prst="line">
            <a:avLst/>
          </a:pr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7" name="立方体 466">
            <a:extLst>
              <a:ext uri="{FF2B5EF4-FFF2-40B4-BE49-F238E27FC236}">
                <a16:creationId xmlns:a16="http://schemas.microsoft.com/office/drawing/2014/main" id="{544707C5-A616-9AD1-6086-0856325A549A}"/>
              </a:ext>
            </a:extLst>
          </p:cNvPr>
          <p:cNvSpPr/>
          <p:nvPr/>
        </p:nvSpPr>
        <p:spPr>
          <a:xfrm>
            <a:off x="5965013" y="4503172"/>
            <a:ext cx="658356" cy="250405"/>
          </a:xfrm>
          <a:prstGeom prst="cube">
            <a:avLst>
              <a:gd name="adj" fmla="val 77174"/>
            </a:avLst>
          </a:prstGeom>
          <a:solidFill>
            <a:srgbClr val="BFBFBF"/>
          </a:solidFill>
          <a:ln w="38100">
            <a:solidFill>
              <a:srgbClr val="A5A5A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8" name="立方体 467">
            <a:extLst>
              <a:ext uri="{FF2B5EF4-FFF2-40B4-BE49-F238E27FC236}">
                <a16:creationId xmlns:a16="http://schemas.microsoft.com/office/drawing/2014/main" id="{7932583B-C781-BA32-9AF0-3A51FD90CF3A}"/>
              </a:ext>
            </a:extLst>
          </p:cNvPr>
          <p:cNvSpPr/>
          <p:nvPr/>
        </p:nvSpPr>
        <p:spPr>
          <a:xfrm>
            <a:off x="5969035" y="3651217"/>
            <a:ext cx="658356" cy="250405"/>
          </a:xfrm>
          <a:prstGeom prst="cube">
            <a:avLst>
              <a:gd name="adj" fmla="val 77174"/>
            </a:avLst>
          </a:prstGeom>
          <a:solidFill>
            <a:srgbClr val="FFF2CC"/>
          </a:solidFill>
          <a:ln w="38100">
            <a:solidFill>
              <a:srgbClr val="F5B18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9" name="立方体 468">
            <a:extLst>
              <a:ext uri="{FF2B5EF4-FFF2-40B4-BE49-F238E27FC236}">
                <a16:creationId xmlns:a16="http://schemas.microsoft.com/office/drawing/2014/main" id="{6DD34A36-5C9D-2873-1C44-E091778D49D0}"/>
              </a:ext>
            </a:extLst>
          </p:cNvPr>
          <p:cNvSpPr/>
          <p:nvPr/>
        </p:nvSpPr>
        <p:spPr>
          <a:xfrm>
            <a:off x="5969034" y="2799262"/>
            <a:ext cx="6583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38100">
            <a:solidFill>
              <a:srgbClr val="92CD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立方体 469">
            <a:extLst>
              <a:ext uri="{FF2B5EF4-FFF2-40B4-BE49-F238E27FC236}">
                <a16:creationId xmlns:a16="http://schemas.microsoft.com/office/drawing/2014/main" id="{156A0F75-5C16-9DB0-F9AF-43B4C67BE4D4}"/>
              </a:ext>
            </a:extLst>
          </p:cNvPr>
          <p:cNvSpPr/>
          <p:nvPr/>
        </p:nvSpPr>
        <p:spPr>
          <a:xfrm>
            <a:off x="5969034" y="2001221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381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箭头: 右 478">
            <a:extLst>
              <a:ext uri="{FF2B5EF4-FFF2-40B4-BE49-F238E27FC236}">
                <a16:creationId xmlns:a16="http://schemas.microsoft.com/office/drawing/2014/main" id="{0ABBFBB0-B3C4-F23E-4008-A074B2BF4389}"/>
              </a:ext>
            </a:extLst>
          </p:cNvPr>
          <p:cNvSpPr/>
          <p:nvPr/>
        </p:nvSpPr>
        <p:spPr>
          <a:xfrm>
            <a:off x="5149441" y="2090503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箭头: 右 479">
            <a:extLst>
              <a:ext uri="{FF2B5EF4-FFF2-40B4-BE49-F238E27FC236}">
                <a16:creationId xmlns:a16="http://schemas.microsoft.com/office/drawing/2014/main" id="{E09F160B-E073-BBAB-A61D-FD7F0D90FFCD}"/>
              </a:ext>
            </a:extLst>
          </p:cNvPr>
          <p:cNvSpPr/>
          <p:nvPr/>
        </p:nvSpPr>
        <p:spPr>
          <a:xfrm>
            <a:off x="5149439" y="2929435"/>
            <a:ext cx="734656" cy="96064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箭头: 右 481">
            <a:extLst>
              <a:ext uri="{FF2B5EF4-FFF2-40B4-BE49-F238E27FC236}">
                <a16:creationId xmlns:a16="http://schemas.microsoft.com/office/drawing/2014/main" id="{AEEABEE2-930F-7D3B-7871-736A5C05CD9B}"/>
              </a:ext>
            </a:extLst>
          </p:cNvPr>
          <p:cNvSpPr/>
          <p:nvPr/>
        </p:nvSpPr>
        <p:spPr>
          <a:xfrm>
            <a:off x="5149440" y="4641286"/>
            <a:ext cx="734655" cy="8812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文本框 482">
            <a:extLst>
              <a:ext uri="{FF2B5EF4-FFF2-40B4-BE49-F238E27FC236}">
                <a16:creationId xmlns:a16="http://schemas.microsoft.com/office/drawing/2014/main" id="{2407CA7E-113B-23D6-A050-A4A97BCE570F}"/>
              </a:ext>
            </a:extLst>
          </p:cNvPr>
          <p:cNvSpPr txBox="1"/>
          <p:nvPr/>
        </p:nvSpPr>
        <p:spPr>
          <a:xfrm>
            <a:off x="5174040" y="1813837"/>
            <a:ext cx="8173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3×3</a:t>
            </a:r>
            <a:r>
              <a:rPr lang="zh-CN" altLang="en-US" sz="1100" dirty="0">
                <a:solidFill>
                  <a:schemeClr val="tx1"/>
                </a:solidFill>
              </a:rPr>
              <a:t>卷积</a:t>
            </a:r>
            <a:endParaRPr lang="zh-CN" altLang="en-US" sz="1100" dirty="0"/>
          </a:p>
        </p:txBody>
      </p:sp>
      <p:sp>
        <p:nvSpPr>
          <p:cNvPr id="484" name="文本框 483">
            <a:extLst>
              <a:ext uri="{FF2B5EF4-FFF2-40B4-BE49-F238E27FC236}">
                <a16:creationId xmlns:a16="http://schemas.microsoft.com/office/drawing/2014/main" id="{FE0BCAEC-87C9-1306-8306-C3DF8435025E}"/>
              </a:ext>
            </a:extLst>
          </p:cNvPr>
          <p:cNvSpPr txBox="1"/>
          <p:nvPr/>
        </p:nvSpPr>
        <p:spPr>
          <a:xfrm>
            <a:off x="5027312" y="2633943"/>
            <a:ext cx="10469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5×5</a:t>
            </a:r>
            <a:r>
              <a:rPr lang="zh-CN" altLang="en-US" sz="1100" dirty="0"/>
              <a:t>膨胀</a:t>
            </a:r>
            <a:r>
              <a:rPr lang="zh-CN" altLang="en-US" sz="1100" dirty="0">
                <a:solidFill>
                  <a:schemeClr val="tx1"/>
                </a:solidFill>
              </a:rPr>
              <a:t>卷积</a:t>
            </a:r>
            <a:endParaRPr lang="zh-CN" altLang="en-US" sz="1100" dirty="0"/>
          </a:p>
        </p:txBody>
      </p:sp>
      <p:sp>
        <p:nvSpPr>
          <p:cNvPr id="485" name="文本框 484">
            <a:extLst>
              <a:ext uri="{FF2B5EF4-FFF2-40B4-BE49-F238E27FC236}">
                <a16:creationId xmlns:a16="http://schemas.microsoft.com/office/drawing/2014/main" id="{C6D2985E-E9CB-29BE-B655-805FFB9E1604}"/>
              </a:ext>
            </a:extLst>
          </p:cNvPr>
          <p:cNvSpPr txBox="1"/>
          <p:nvPr/>
        </p:nvSpPr>
        <p:spPr>
          <a:xfrm>
            <a:off x="5015050" y="3487100"/>
            <a:ext cx="10469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7×7</a:t>
            </a:r>
            <a:r>
              <a:rPr lang="zh-CN" altLang="en-US" sz="1100" dirty="0"/>
              <a:t>膨胀卷积</a:t>
            </a:r>
          </a:p>
        </p:txBody>
      </p:sp>
      <p:sp>
        <p:nvSpPr>
          <p:cNvPr id="486" name="文本框 485">
            <a:extLst>
              <a:ext uri="{FF2B5EF4-FFF2-40B4-BE49-F238E27FC236}">
                <a16:creationId xmlns:a16="http://schemas.microsoft.com/office/drawing/2014/main" id="{C9585D81-EA6F-81C6-EA3F-7D5993264139}"/>
              </a:ext>
            </a:extLst>
          </p:cNvPr>
          <p:cNvSpPr txBox="1"/>
          <p:nvPr/>
        </p:nvSpPr>
        <p:spPr>
          <a:xfrm>
            <a:off x="5037221" y="4367264"/>
            <a:ext cx="103220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chemeClr val="tx1"/>
                </a:solidFill>
              </a:rPr>
              <a:t>9×9</a:t>
            </a:r>
            <a:r>
              <a:rPr lang="zh-CN" altLang="en-US" sz="1100" dirty="0"/>
              <a:t>膨胀卷积</a:t>
            </a:r>
          </a:p>
        </p:txBody>
      </p:sp>
      <p:sp>
        <p:nvSpPr>
          <p:cNvPr id="493" name="箭头: 右 492">
            <a:extLst>
              <a:ext uri="{FF2B5EF4-FFF2-40B4-BE49-F238E27FC236}">
                <a16:creationId xmlns:a16="http://schemas.microsoft.com/office/drawing/2014/main" id="{AF437934-6804-8133-09A3-C3F228A53E2A}"/>
              </a:ext>
            </a:extLst>
          </p:cNvPr>
          <p:cNvSpPr/>
          <p:nvPr/>
        </p:nvSpPr>
        <p:spPr>
          <a:xfrm>
            <a:off x="5143640" y="3776419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4" name="矩形 493">
            <a:extLst>
              <a:ext uri="{FF2B5EF4-FFF2-40B4-BE49-F238E27FC236}">
                <a16:creationId xmlns:a16="http://schemas.microsoft.com/office/drawing/2014/main" id="{4EF36D3A-1E70-36AA-DDC2-61C2CA19471C}"/>
              </a:ext>
            </a:extLst>
          </p:cNvPr>
          <p:cNvSpPr/>
          <p:nvPr/>
        </p:nvSpPr>
        <p:spPr>
          <a:xfrm rot="5400000">
            <a:off x="6030964" y="2503569"/>
            <a:ext cx="3614621" cy="1483042"/>
          </a:xfrm>
          <a:prstGeom prst="rect">
            <a:avLst/>
          </a:prstGeom>
          <a:solidFill>
            <a:srgbClr val="FCEADE"/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5" name="矩形 494">
            <a:extLst>
              <a:ext uri="{FF2B5EF4-FFF2-40B4-BE49-F238E27FC236}">
                <a16:creationId xmlns:a16="http://schemas.microsoft.com/office/drawing/2014/main" id="{E9597441-516F-112B-F329-3DFEE5831CD6}"/>
              </a:ext>
            </a:extLst>
          </p:cNvPr>
          <p:cNvSpPr/>
          <p:nvPr/>
        </p:nvSpPr>
        <p:spPr>
          <a:xfrm rot="5400000">
            <a:off x="7692142" y="1470347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499" name="箭头: 右 498">
            <a:extLst>
              <a:ext uri="{FF2B5EF4-FFF2-40B4-BE49-F238E27FC236}">
                <a16:creationId xmlns:a16="http://schemas.microsoft.com/office/drawing/2014/main" id="{0B0B9646-A22B-BAAE-86D4-6E9D63D57417}"/>
              </a:ext>
            </a:extLst>
          </p:cNvPr>
          <p:cNvSpPr/>
          <p:nvPr/>
        </p:nvSpPr>
        <p:spPr>
          <a:xfrm>
            <a:off x="6631915" y="2069339"/>
            <a:ext cx="579291" cy="12837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0" name="箭头: 右 499">
            <a:extLst>
              <a:ext uri="{FF2B5EF4-FFF2-40B4-BE49-F238E27FC236}">
                <a16:creationId xmlns:a16="http://schemas.microsoft.com/office/drawing/2014/main" id="{E0AF9507-CCBF-D59E-925A-02387CCB7CB3}"/>
              </a:ext>
            </a:extLst>
          </p:cNvPr>
          <p:cNvSpPr/>
          <p:nvPr/>
        </p:nvSpPr>
        <p:spPr>
          <a:xfrm>
            <a:off x="6631914" y="2870404"/>
            <a:ext cx="570285" cy="11960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1" name="箭头: 右 500">
            <a:extLst>
              <a:ext uri="{FF2B5EF4-FFF2-40B4-BE49-F238E27FC236}">
                <a16:creationId xmlns:a16="http://schemas.microsoft.com/office/drawing/2014/main" id="{DF4241EE-CF89-BA43-CE8C-8C8FE8BD3AEF}"/>
              </a:ext>
            </a:extLst>
          </p:cNvPr>
          <p:cNvSpPr/>
          <p:nvPr/>
        </p:nvSpPr>
        <p:spPr>
          <a:xfrm>
            <a:off x="6631913" y="3727797"/>
            <a:ext cx="579293" cy="11416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2" name="箭头: 右 501">
            <a:extLst>
              <a:ext uri="{FF2B5EF4-FFF2-40B4-BE49-F238E27FC236}">
                <a16:creationId xmlns:a16="http://schemas.microsoft.com/office/drawing/2014/main" id="{29764874-24F5-F630-E30D-81EF6F17755C}"/>
              </a:ext>
            </a:extLst>
          </p:cNvPr>
          <p:cNvSpPr/>
          <p:nvPr/>
        </p:nvSpPr>
        <p:spPr>
          <a:xfrm>
            <a:off x="6626138" y="4573858"/>
            <a:ext cx="570285" cy="10616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3" name="文本框 502">
            <a:extLst>
              <a:ext uri="{FF2B5EF4-FFF2-40B4-BE49-F238E27FC236}">
                <a16:creationId xmlns:a16="http://schemas.microsoft.com/office/drawing/2014/main" id="{4ABCC30B-0A87-0EF3-D07C-FB256A5DE09C}"/>
              </a:ext>
            </a:extLst>
          </p:cNvPr>
          <p:cNvSpPr txBox="1"/>
          <p:nvPr/>
        </p:nvSpPr>
        <p:spPr>
          <a:xfrm>
            <a:off x="7424667" y="1481364"/>
            <a:ext cx="8173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权重共享</a:t>
            </a:r>
          </a:p>
        </p:txBody>
      </p:sp>
      <p:sp>
        <p:nvSpPr>
          <p:cNvPr id="508" name="箭头: 右 507">
            <a:extLst>
              <a:ext uri="{FF2B5EF4-FFF2-40B4-BE49-F238E27FC236}">
                <a16:creationId xmlns:a16="http://schemas.microsoft.com/office/drawing/2014/main" id="{F16D6092-133C-1BA5-12E0-6795D3F0E5D6}"/>
              </a:ext>
            </a:extLst>
          </p:cNvPr>
          <p:cNvSpPr/>
          <p:nvPr/>
        </p:nvSpPr>
        <p:spPr>
          <a:xfrm>
            <a:off x="8627003" y="3272497"/>
            <a:ext cx="285143" cy="15650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9" name="矩形 508">
            <a:extLst>
              <a:ext uri="{FF2B5EF4-FFF2-40B4-BE49-F238E27FC236}">
                <a16:creationId xmlns:a16="http://schemas.microsoft.com/office/drawing/2014/main" id="{E50E5696-472C-0805-87C7-90C8CC9AEDA7}"/>
              </a:ext>
            </a:extLst>
          </p:cNvPr>
          <p:cNvSpPr/>
          <p:nvPr/>
        </p:nvSpPr>
        <p:spPr>
          <a:xfrm rot="5400000">
            <a:off x="9369405" y="2771045"/>
            <a:ext cx="339299" cy="1159405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空间注意力模块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510" name="箭头: 右 509">
            <a:extLst>
              <a:ext uri="{FF2B5EF4-FFF2-40B4-BE49-F238E27FC236}">
                <a16:creationId xmlns:a16="http://schemas.microsoft.com/office/drawing/2014/main" id="{F8096532-CF47-696C-5964-386C9C060237}"/>
              </a:ext>
            </a:extLst>
          </p:cNvPr>
          <p:cNvSpPr/>
          <p:nvPr/>
        </p:nvSpPr>
        <p:spPr>
          <a:xfrm>
            <a:off x="10164071" y="3249480"/>
            <a:ext cx="285143" cy="15650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11" name="组合 510">
            <a:extLst>
              <a:ext uri="{FF2B5EF4-FFF2-40B4-BE49-F238E27FC236}">
                <a16:creationId xmlns:a16="http://schemas.microsoft.com/office/drawing/2014/main" id="{06CCFB11-86EC-8206-B49D-DF2D2EE90C6B}"/>
              </a:ext>
            </a:extLst>
          </p:cNvPr>
          <p:cNvGrpSpPr/>
          <p:nvPr/>
        </p:nvGrpSpPr>
        <p:grpSpPr>
          <a:xfrm>
            <a:off x="10510047" y="3033924"/>
            <a:ext cx="634337" cy="567930"/>
            <a:chOff x="7477420" y="4652979"/>
            <a:chExt cx="1329840" cy="1057193"/>
          </a:xfrm>
        </p:grpSpPr>
        <p:sp>
          <p:nvSpPr>
            <p:cNvPr id="193" name="立方体 192">
              <a:extLst>
                <a:ext uri="{FF2B5EF4-FFF2-40B4-BE49-F238E27FC236}">
                  <a16:creationId xmlns:a16="http://schemas.microsoft.com/office/drawing/2014/main" id="{CA643740-154D-49B5-C092-81AE3386CEAA}"/>
                </a:ext>
              </a:extLst>
            </p:cNvPr>
            <p:cNvSpPr/>
            <p:nvPr/>
          </p:nvSpPr>
          <p:spPr>
            <a:xfrm>
              <a:off x="7477421" y="5312685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5" name="立方体 194">
              <a:extLst>
                <a:ext uri="{FF2B5EF4-FFF2-40B4-BE49-F238E27FC236}">
                  <a16:creationId xmlns:a16="http://schemas.microsoft.com/office/drawing/2014/main" id="{1DF8F460-C3CB-5E8B-6762-55F418C3C784}"/>
                </a:ext>
              </a:extLst>
            </p:cNvPr>
            <p:cNvSpPr/>
            <p:nvPr/>
          </p:nvSpPr>
          <p:spPr>
            <a:xfrm>
              <a:off x="7477421" y="5108196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立方体 195">
              <a:extLst>
                <a:ext uri="{FF2B5EF4-FFF2-40B4-BE49-F238E27FC236}">
                  <a16:creationId xmlns:a16="http://schemas.microsoft.com/office/drawing/2014/main" id="{0598237D-EE06-F36E-0C79-725C38F55E46}"/>
                </a:ext>
              </a:extLst>
            </p:cNvPr>
            <p:cNvSpPr/>
            <p:nvPr/>
          </p:nvSpPr>
          <p:spPr>
            <a:xfrm>
              <a:off x="7477420" y="4875271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立方体 197">
              <a:extLst>
                <a:ext uri="{FF2B5EF4-FFF2-40B4-BE49-F238E27FC236}">
                  <a16:creationId xmlns:a16="http://schemas.microsoft.com/office/drawing/2014/main" id="{642A2392-6545-4471-41FB-96415CCED003}"/>
                </a:ext>
              </a:extLst>
            </p:cNvPr>
            <p:cNvSpPr/>
            <p:nvPr/>
          </p:nvSpPr>
          <p:spPr>
            <a:xfrm>
              <a:off x="7477421" y="4652979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3" name="矩形 202">
            <a:extLst>
              <a:ext uri="{FF2B5EF4-FFF2-40B4-BE49-F238E27FC236}">
                <a16:creationId xmlns:a16="http://schemas.microsoft.com/office/drawing/2014/main" id="{1FCD6F94-F927-D593-3BE3-84AAE897A99C}"/>
              </a:ext>
            </a:extLst>
          </p:cNvPr>
          <p:cNvSpPr/>
          <p:nvPr/>
        </p:nvSpPr>
        <p:spPr>
          <a:xfrm rot="5400000">
            <a:off x="9574001" y="866539"/>
            <a:ext cx="1012750" cy="2242047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立方体 203">
            <a:extLst>
              <a:ext uri="{FF2B5EF4-FFF2-40B4-BE49-F238E27FC236}">
                <a16:creationId xmlns:a16="http://schemas.microsoft.com/office/drawing/2014/main" id="{B65D0EAF-617A-C607-DC37-B08666BE838B}"/>
              </a:ext>
            </a:extLst>
          </p:cNvPr>
          <p:cNvSpPr/>
          <p:nvPr/>
        </p:nvSpPr>
        <p:spPr>
          <a:xfrm>
            <a:off x="9008867" y="1818098"/>
            <a:ext cx="88626" cy="298083"/>
          </a:xfrm>
          <a:prstGeom prst="cube">
            <a:avLst>
              <a:gd name="adj" fmla="val 65125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立方体 204">
            <a:extLst>
              <a:ext uri="{FF2B5EF4-FFF2-40B4-BE49-F238E27FC236}">
                <a16:creationId xmlns:a16="http://schemas.microsoft.com/office/drawing/2014/main" id="{414492A9-5CB8-2EBB-CCBB-71DCDF4E5C51}"/>
              </a:ext>
            </a:extLst>
          </p:cNvPr>
          <p:cNvSpPr/>
          <p:nvPr/>
        </p:nvSpPr>
        <p:spPr>
          <a:xfrm>
            <a:off x="9276685" y="1674758"/>
            <a:ext cx="257845" cy="55475"/>
          </a:xfrm>
          <a:prstGeom prst="cube">
            <a:avLst>
              <a:gd name="adj" fmla="val 45654"/>
            </a:avLst>
          </a:prstGeom>
          <a:solidFill>
            <a:srgbClr val="F5B184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立方体 206">
            <a:extLst>
              <a:ext uri="{FF2B5EF4-FFF2-40B4-BE49-F238E27FC236}">
                <a16:creationId xmlns:a16="http://schemas.microsoft.com/office/drawing/2014/main" id="{843BCA19-3D18-4305-ECCA-3DDFD17116CA}"/>
              </a:ext>
            </a:extLst>
          </p:cNvPr>
          <p:cNvSpPr/>
          <p:nvPr/>
        </p:nvSpPr>
        <p:spPr>
          <a:xfrm>
            <a:off x="9270777" y="2142845"/>
            <a:ext cx="257845" cy="55475"/>
          </a:xfrm>
          <a:prstGeom prst="cube">
            <a:avLst>
              <a:gd name="adj" fmla="val 45654"/>
            </a:avLst>
          </a:prstGeom>
          <a:solidFill>
            <a:srgbClr val="B4C7E7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4279D92D-A92C-37A6-604F-1BDA048566CE}"/>
              </a:ext>
            </a:extLst>
          </p:cNvPr>
          <p:cNvCxnSpPr>
            <a:cxnSpLocks/>
          </p:cNvCxnSpPr>
          <p:nvPr/>
        </p:nvCxnSpPr>
        <p:spPr>
          <a:xfrm flipV="1">
            <a:off x="9114661" y="1773805"/>
            <a:ext cx="156116" cy="155635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F0F842A1-0DD3-65FA-025B-4628DAB41FCC}"/>
              </a:ext>
            </a:extLst>
          </p:cNvPr>
          <p:cNvCxnSpPr>
            <a:cxnSpLocks/>
          </p:cNvCxnSpPr>
          <p:nvPr/>
        </p:nvCxnSpPr>
        <p:spPr>
          <a:xfrm>
            <a:off x="9114661" y="1929440"/>
            <a:ext cx="156116" cy="161063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B0C49D80-2DA0-6945-7B45-66652118712A}"/>
              </a:ext>
            </a:extLst>
          </p:cNvPr>
          <p:cNvSpPr txBox="1"/>
          <p:nvPr/>
        </p:nvSpPr>
        <p:spPr>
          <a:xfrm>
            <a:off x="9080847" y="1451305"/>
            <a:ext cx="80004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/>
              <a:t>MaxPool</a:t>
            </a:r>
            <a:endParaRPr lang="zh-CN" altLang="en-US" sz="1000" dirty="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6E2E3568-1636-BCCE-6134-9D355DB4BA2D}"/>
              </a:ext>
            </a:extLst>
          </p:cNvPr>
          <p:cNvSpPr txBox="1"/>
          <p:nvPr/>
        </p:nvSpPr>
        <p:spPr>
          <a:xfrm>
            <a:off x="9093426" y="2180797"/>
            <a:ext cx="7479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/>
              <a:t>AvgPool</a:t>
            </a:r>
            <a:endParaRPr lang="zh-CN" altLang="en-US" sz="1000" dirty="0"/>
          </a:p>
        </p:txBody>
      </p:sp>
      <p:sp>
        <p:nvSpPr>
          <p:cNvPr id="230" name="立方体 229">
            <a:extLst>
              <a:ext uri="{FF2B5EF4-FFF2-40B4-BE49-F238E27FC236}">
                <a16:creationId xmlns:a16="http://schemas.microsoft.com/office/drawing/2014/main" id="{F29E670D-3F26-C488-0956-33B9C84DDD1A}"/>
              </a:ext>
            </a:extLst>
          </p:cNvPr>
          <p:cNvSpPr/>
          <p:nvPr/>
        </p:nvSpPr>
        <p:spPr>
          <a:xfrm>
            <a:off x="9729127" y="1759056"/>
            <a:ext cx="62743" cy="340768"/>
          </a:xfrm>
          <a:prstGeom prst="cube">
            <a:avLst>
              <a:gd name="adj" fmla="val 37182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立方体 230">
            <a:extLst>
              <a:ext uri="{FF2B5EF4-FFF2-40B4-BE49-F238E27FC236}">
                <a16:creationId xmlns:a16="http://schemas.microsoft.com/office/drawing/2014/main" id="{B2ABABF9-A2AA-248D-7E43-63B367903CA0}"/>
              </a:ext>
            </a:extLst>
          </p:cNvPr>
          <p:cNvSpPr/>
          <p:nvPr/>
        </p:nvSpPr>
        <p:spPr>
          <a:xfrm>
            <a:off x="9867267" y="1841226"/>
            <a:ext cx="62743" cy="152596"/>
          </a:xfrm>
          <a:prstGeom prst="cube">
            <a:avLst>
              <a:gd name="adj" fmla="val 37182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立方体 231">
            <a:extLst>
              <a:ext uri="{FF2B5EF4-FFF2-40B4-BE49-F238E27FC236}">
                <a16:creationId xmlns:a16="http://schemas.microsoft.com/office/drawing/2014/main" id="{20E4F238-8A12-E9C2-F7B1-710DACC9C567}"/>
              </a:ext>
            </a:extLst>
          </p:cNvPr>
          <p:cNvSpPr/>
          <p:nvPr/>
        </p:nvSpPr>
        <p:spPr>
          <a:xfrm>
            <a:off x="10005407" y="1752611"/>
            <a:ext cx="62743" cy="340768"/>
          </a:xfrm>
          <a:prstGeom prst="cube">
            <a:avLst>
              <a:gd name="adj" fmla="val 37182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3C4D8F3-7D9B-D6CA-D58D-98400B505B16}"/>
              </a:ext>
            </a:extLst>
          </p:cNvPr>
          <p:cNvCxnSpPr>
            <a:stCxn id="230" idx="0"/>
            <a:endCxn id="231" idx="1"/>
          </p:cNvCxnSpPr>
          <p:nvPr/>
        </p:nvCxnSpPr>
        <p:spPr>
          <a:xfrm>
            <a:off x="9772163" y="1759056"/>
            <a:ext cx="114811" cy="10549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47208461-FC62-B70B-E8A8-94FFD9871E9F}"/>
              </a:ext>
            </a:extLst>
          </p:cNvPr>
          <p:cNvCxnSpPr>
            <a:cxnSpLocks/>
            <a:stCxn id="230" idx="3"/>
          </p:cNvCxnSpPr>
          <p:nvPr/>
        </p:nvCxnSpPr>
        <p:spPr>
          <a:xfrm flipV="1">
            <a:off x="9748834" y="2001221"/>
            <a:ext cx="138140" cy="9860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连接符 237">
            <a:extLst>
              <a:ext uri="{FF2B5EF4-FFF2-40B4-BE49-F238E27FC236}">
                <a16:creationId xmlns:a16="http://schemas.microsoft.com/office/drawing/2014/main" id="{5AD8FE8A-51F5-3AF0-ED0C-62BECF4B7D58}"/>
              </a:ext>
            </a:extLst>
          </p:cNvPr>
          <p:cNvCxnSpPr>
            <a:cxnSpLocks/>
            <a:stCxn id="231" idx="1"/>
            <a:endCxn id="232" idx="1"/>
          </p:cNvCxnSpPr>
          <p:nvPr/>
        </p:nvCxnSpPr>
        <p:spPr>
          <a:xfrm flipV="1">
            <a:off x="9886974" y="1775940"/>
            <a:ext cx="138140" cy="8861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A088675A-B9AE-D7E7-07EE-96384184FF89}"/>
              </a:ext>
            </a:extLst>
          </p:cNvPr>
          <p:cNvCxnSpPr>
            <a:cxnSpLocks/>
            <a:stCxn id="232" idx="3"/>
            <a:endCxn id="231" idx="3"/>
          </p:cNvCxnSpPr>
          <p:nvPr/>
        </p:nvCxnSpPr>
        <p:spPr>
          <a:xfrm flipH="1" flipV="1">
            <a:off x="9886974" y="1993822"/>
            <a:ext cx="138140" cy="9955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接箭头连接符 244">
            <a:extLst>
              <a:ext uri="{FF2B5EF4-FFF2-40B4-BE49-F238E27FC236}">
                <a16:creationId xmlns:a16="http://schemas.microsoft.com/office/drawing/2014/main" id="{A885BE4C-4BDE-2B94-6C34-839F9E4F4B73}"/>
              </a:ext>
            </a:extLst>
          </p:cNvPr>
          <p:cNvCxnSpPr>
            <a:cxnSpLocks/>
          </p:cNvCxnSpPr>
          <p:nvPr/>
        </p:nvCxnSpPr>
        <p:spPr>
          <a:xfrm>
            <a:off x="9521431" y="1763582"/>
            <a:ext cx="163470" cy="144664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1B422A2B-CE3F-CE1D-6056-AEB6F1E88330}"/>
              </a:ext>
            </a:extLst>
          </p:cNvPr>
          <p:cNvCxnSpPr>
            <a:cxnSpLocks/>
          </p:cNvCxnSpPr>
          <p:nvPr/>
        </p:nvCxnSpPr>
        <p:spPr>
          <a:xfrm flipV="1">
            <a:off x="9521209" y="1931611"/>
            <a:ext cx="161150" cy="154979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4" name="立方体 253">
            <a:extLst>
              <a:ext uri="{FF2B5EF4-FFF2-40B4-BE49-F238E27FC236}">
                <a16:creationId xmlns:a16="http://schemas.microsoft.com/office/drawing/2014/main" id="{053E03FF-E2AA-1CF0-55C9-97C9AC3EA5D7}"/>
              </a:ext>
            </a:extLst>
          </p:cNvPr>
          <p:cNvSpPr/>
          <p:nvPr/>
        </p:nvSpPr>
        <p:spPr>
          <a:xfrm>
            <a:off x="10306367" y="1811805"/>
            <a:ext cx="257845" cy="55475"/>
          </a:xfrm>
          <a:prstGeom prst="cube">
            <a:avLst>
              <a:gd name="adj" fmla="val 45654"/>
            </a:avLst>
          </a:prstGeom>
          <a:solidFill>
            <a:srgbClr val="F5B184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立方体 254">
            <a:extLst>
              <a:ext uri="{FF2B5EF4-FFF2-40B4-BE49-F238E27FC236}">
                <a16:creationId xmlns:a16="http://schemas.microsoft.com/office/drawing/2014/main" id="{7FD1687E-9696-93ED-736F-A3ABA25CABFE}"/>
              </a:ext>
            </a:extLst>
          </p:cNvPr>
          <p:cNvSpPr/>
          <p:nvPr/>
        </p:nvSpPr>
        <p:spPr>
          <a:xfrm>
            <a:off x="10304265" y="2012588"/>
            <a:ext cx="257845" cy="55475"/>
          </a:xfrm>
          <a:prstGeom prst="cube">
            <a:avLst>
              <a:gd name="adj" fmla="val 45654"/>
            </a:avLst>
          </a:prstGeom>
          <a:solidFill>
            <a:srgbClr val="B4C7E7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7" name="直接箭头连接符 256">
            <a:extLst>
              <a:ext uri="{FF2B5EF4-FFF2-40B4-BE49-F238E27FC236}">
                <a16:creationId xmlns:a16="http://schemas.microsoft.com/office/drawing/2014/main" id="{368D87E1-BA7F-EB0A-82C5-E16A61265687}"/>
              </a:ext>
            </a:extLst>
          </p:cNvPr>
          <p:cNvCxnSpPr>
            <a:cxnSpLocks/>
          </p:cNvCxnSpPr>
          <p:nvPr/>
        </p:nvCxnSpPr>
        <p:spPr>
          <a:xfrm flipV="1">
            <a:off x="10093172" y="1835914"/>
            <a:ext cx="170159" cy="88933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0" name="直接箭头连接符 259">
            <a:extLst>
              <a:ext uri="{FF2B5EF4-FFF2-40B4-BE49-F238E27FC236}">
                <a16:creationId xmlns:a16="http://schemas.microsoft.com/office/drawing/2014/main" id="{5F53287D-61F1-4261-518E-FACAC5E3029E}"/>
              </a:ext>
            </a:extLst>
          </p:cNvPr>
          <p:cNvCxnSpPr>
            <a:cxnSpLocks/>
          </p:cNvCxnSpPr>
          <p:nvPr/>
        </p:nvCxnSpPr>
        <p:spPr>
          <a:xfrm>
            <a:off x="10100511" y="1931609"/>
            <a:ext cx="149709" cy="91501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1" name="组合 290">
            <a:extLst>
              <a:ext uri="{FF2B5EF4-FFF2-40B4-BE49-F238E27FC236}">
                <a16:creationId xmlns:a16="http://schemas.microsoft.com/office/drawing/2014/main" id="{6885B6EE-05E2-3CE9-6D08-18A31449B61D}"/>
              </a:ext>
            </a:extLst>
          </p:cNvPr>
          <p:cNvGrpSpPr/>
          <p:nvPr/>
        </p:nvGrpSpPr>
        <p:grpSpPr>
          <a:xfrm>
            <a:off x="10591693" y="1905266"/>
            <a:ext cx="79580" cy="79580"/>
            <a:chOff x="10623649" y="1898414"/>
            <a:chExt cx="79580" cy="79580"/>
          </a:xfrm>
        </p:grpSpPr>
        <p:sp>
          <p:nvSpPr>
            <p:cNvPr id="270" name="椭圆 269">
              <a:extLst>
                <a:ext uri="{FF2B5EF4-FFF2-40B4-BE49-F238E27FC236}">
                  <a16:creationId xmlns:a16="http://schemas.microsoft.com/office/drawing/2014/main" id="{F5153E8A-2809-E6E7-0A60-1FE3FE123F7C}"/>
                </a:ext>
              </a:extLst>
            </p:cNvPr>
            <p:cNvSpPr/>
            <p:nvPr/>
          </p:nvSpPr>
          <p:spPr>
            <a:xfrm>
              <a:off x="10623649" y="1898414"/>
              <a:ext cx="79580" cy="79580"/>
            </a:xfrm>
            <a:prstGeom prst="ellipse">
              <a:avLst/>
            </a:prstGeom>
            <a:solidFill>
              <a:schemeClr val="bg1"/>
            </a:solidFill>
            <a:ln w="1016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7" name="直接连接符 276">
              <a:extLst>
                <a:ext uri="{FF2B5EF4-FFF2-40B4-BE49-F238E27FC236}">
                  <a16:creationId xmlns:a16="http://schemas.microsoft.com/office/drawing/2014/main" id="{7C0E0D50-2FCE-A143-0DEA-949AC46FB0DE}"/>
                </a:ext>
              </a:extLst>
            </p:cNvPr>
            <p:cNvCxnSpPr>
              <a:stCxn id="270" idx="0"/>
              <a:endCxn id="270" idx="4"/>
            </p:cNvCxnSpPr>
            <p:nvPr/>
          </p:nvCxnSpPr>
          <p:spPr>
            <a:xfrm>
              <a:off x="10663439" y="1898414"/>
              <a:ext cx="0" cy="7958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9" name="直接连接符 278">
              <a:extLst>
                <a:ext uri="{FF2B5EF4-FFF2-40B4-BE49-F238E27FC236}">
                  <a16:creationId xmlns:a16="http://schemas.microsoft.com/office/drawing/2014/main" id="{1DF7A732-CB85-84B9-C33D-B8E86A656F3F}"/>
                </a:ext>
              </a:extLst>
            </p:cNvPr>
            <p:cNvCxnSpPr>
              <a:stCxn id="270" idx="2"/>
              <a:endCxn id="270" idx="6"/>
            </p:cNvCxnSpPr>
            <p:nvPr/>
          </p:nvCxnSpPr>
          <p:spPr>
            <a:xfrm>
              <a:off x="10623649" y="1938204"/>
              <a:ext cx="7958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0" name="组合 289">
            <a:extLst>
              <a:ext uri="{FF2B5EF4-FFF2-40B4-BE49-F238E27FC236}">
                <a16:creationId xmlns:a16="http://schemas.microsoft.com/office/drawing/2014/main" id="{79DB5DAE-5201-5AFE-5AE8-E6BC145F74C7}"/>
              </a:ext>
            </a:extLst>
          </p:cNvPr>
          <p:cNvGrpSpPr/>
          <p:nvPr/>
        </p:nvGrpSpPr>
        <p:grpSpPr>
          <a:xfrm>
            <a:off x="10706873" y="1904180"/>
            <a:ext cx="79580" cy="79580"/>
            <a:chOff x="10777520" y="1897023"/>
            <a:chExt cx="79580" cy="79580"/>
          </a:xfrm>
        </p:grpSpPr>
        <p:sp>
          <p:nvSpPr>
            <p:cNvPr id="273" name="椭圆 272">
              <a:extLst>
                <a:ext uri="{FF2B5EF4-FFF2-40B4-BE49-F238E27FC236}">
                  <a16:creationId xmlns:a16="http://schemas.microsoft.com/office/drawing/2014/main" id="{420C41D6-C785-74C0-86D2-D6D8FEBA9CB7}"/>
                </a:ext>
              </a:extLst>
            </p:cNvPr>
            <p:cNvSpPr/>
            <p:nvPr/>
          </p:nvSpPr>
          <p:spPr>
            <a:xfrm>
              <a:off x="10777520" y="1897023"/>
              <a:ext cx="79580" cy="79580"/>
            </a:xfrm>
            <a:prstGeom prst="ellipse">
              <a:avLst/>
            </a:prstGeom>
            <a:solidFill>
              <a:schemeClr val="bg1"/>
            </a:solidFill>
            <a:ln w="1016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2" name="连接符: 曲线 281">
              <a:extLst>
                <a:ext uri="{FF2B5EF4-FFF2-40B4-BE49-F238E27FC236}">
                  <a16:creationId xmlns:a16="http://schemas.microsoft.com/office/drawing/2014/main" id="{7B33FAB8-0E01-8ACE-65AB-E5BC125536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8240" y="1908246"/>
              <a:ext cx="72939" cy="53276"/>
            </a:xfrm>
            <a:prstGeom prst="curvedConnector3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2" name="直接箭头连接符 291">
            <a:extLst>
              <a:ext uri="{FF2B5EF4-FFF2-40B4-BE49-F238E27FC236}">
                <a16:creationId xmlns:a16="http://schemas.microsoft.com/office/drawing/2014/main" id="{25B50560-1ADB-2661-F0D1-1ACA4BF0047F}"/>
              </a:ext>
            </a:extLst>
          </p:cNvPr>
          <p:cNvCxnSpPr>
            <a:cxnSpLocks/>
          </p:cNvCxnSpPr>
          <p:nvPr/>
        </p:nvCxnSpPr>
        <p:spPr>
          <a:xfrm>
            <a:off x="10806434" y="1943970"/>
            <a:ext cx="132076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6" name="立方体 295">
            <a:extLst>
              <a:ext uri="{FF2B5EF4-FFF2-40B4-BE49-F238E27FC236}">
                <a16:creationId xmlns:a16="http://schemas.microsoft.com/office/drawing/2014/main" id="{26187976-6D37-2FED-BAC3-86EA4B454486}"/>
              </a:ext>
            </a:extLst>
          </p:cNvPr>
          <p:cNvSpPr/>
          <p:nvPr/>
        </p:nvSpPr>
        <p:spPr>
          <a:xfrm>
            <a:off x="10973674" y="1792420"/>
            <a:ext cx="88626" cy="298083"/>
          </a:xfrm>
          <a:prstGeom prst="cube">
            <a:avLst>
              <a:gd name="adj" fmla="val 65125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B79279B6-97B2-E945-5335-56C9CA2AFB89}"/>
              </a:ext>
            </a:extLst>
          </p:cNvPr>
          <p:cNvCxnSpPr>
            <a:cxnSpLocks/>
          </p:cNvCxnSpPr>
          <p:nvPr/>
        </p:nvCxnSpPr>
        <p:spPr>
          <a:xfrm flipV="1">
            <a:off x="8447307" y="1481187"/>
            <a:ext cx="512045" cy="41540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>
            <a:extLst>
              <a:ext uri="{FF2B5EF4-FFF2-40B4-BE49-F238E27FC236}">
                <a16:creationId xmlns:a16="http://schemas.microsoft.com/office/drawing/2014/main" id="{7475AAB9-3743-6301-D9DC-F047B3C224B3}"/>
              </a:ext>
            </a:extLst>
          </p:cNvPr>
          <p:cNvCxnSpPr>
            <a:cxnSpLocks/>
          </p:cNvCxnSpPr>
          <p:nvPr/>
        </p:nvCxnSpPr>
        <p:spPr>
          <a:xfrm>
            <a:off x="8459507" y="2237712"/>
            <a:ext cx="502203" cy="258047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07EA2CB9-E154-F94D-A879-910207AD3E2D}"/>
              </a:ext>
            </a:extLst>
          </p:cNvPr>
          <p:cNvCxnSpPr>
            <a:cxnSpLocks/>
          </p:cNvCxnSpPr>
          <p:nvPr/>
        </p:nvCxnSpPr>
        <p:spPr>
          <a:xfrm>
            <a:off x="8966236" y="3511443"/>
            <a:ext cx="12554" cy="390179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B8A37816-9B82-B87C-80E5-83F94DDA897C}"/>
              </a:ext>
            </a:extLst>
          </p:cNvPr>
          <p:cNvCxnSpPr>
            <a:cxnSpLocks/>
          </p:cNvCxnSpPr>
          <p:nvPr/>
        </p:nvCxnSpPr>
        <p:spPr>
          <a:xfrm>
            <a:off x="10093172" y="3520397"/>
            <a:ext cx="779300" cy="369657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2" name="立方体 311">
            <a:extLst>
              <a:ext uri="{FF2B5EF4-FFF2-40B4-BE49-F238E27FC236}">
                <a16:creationId xmlns:a16="http://schemas.microsoft.com/office/drawing/2014/main" id="{9A7DB41C-0D53-AF4E-0A5A-0E4394DB3979}"/>
              </a:ext>
            </a:extLst>
          </p:cNvPr>
          <p:cNvSpPr/>
          <p:nvPr/>
        </p:nvSpPr>
        <p:spPr>
          <a:xfrm>
            <a:off x="9093426" y="4229353"/>
            <a:ext cx="167040" cy="375158"/>
          </a:xfrm>
          <a:prstGeom prst="cube">
            <a:avLst>
              <a:gd name="adj" fmla="val 55530"/>
            </a:avLst>
          </a:prstGeom>
          <a:solidFill>
            <a:schemeClr val="bg1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3" name="直接箭头连接符 312">
            <a:extLst>
              <a:ext uri="{FF2B5EF4-FFF2-40B4-BE49-F238E27FC236}">
                <a16:creationId xmlns:a16="http://schemas.microsoft.com/office/drawing/2014/main" id="{91057F45-095D-3B26-F8A1-E91F324F84DE}"/>
              </a:ext>
            </a:extLst>
          </p:cNvPr>
          <p:cNvCxnSpPr>
            <a:cxnSpLocks/>
          </p:cNvCxnSpPr>
          <p:nvPr/>
        </p:nvCxnSpPr>
        <p:spPr>
          <a:xfrm>
            <a:off x="9302678" y="4415790"/>
            <a:ext cx="206980" cy="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6" name="立方体 315">
            <a:extLst>
              <a:ext uri="{FF2B5EF4-FFF2-40B4-BE49-F238E27FC236}">
                <a16:creationId xmlns:a16="http://schemas.microsoft.com/office/drawing/2014/main" id="{8068CA39-A25C-B5A6-1DA0-0745FB913610}"/>
              </a:ext>
            </a:extLst>
          </p:cNvPr>
          <p:cNvSpPr/>
          <p:nvPr/>
        </p:nvSpPr>
        <p:spPr>
          <a:xfrm>
            <a:off x="9543028" y="4229353"/>
            <a:ext cx="119261" cy="375157"/>
          </a:xfrm>
          <a:prstGeom prst="cube">
            <a:avLst>
              <a:gd name="adj" fmla="val 65125"/>
            </a:avLst>
          </a:prstGeom>
          <a:solidFill>
            <a:srgbClr val="B4C7E7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立方体 316">
            <a:extLst>
              <a:ext uri="{FF2B5EF4-FFF2-40B4-BE49-F238E27FC236}">
                <a16:creationId xmlns:a16="http://schemas.microsoft.com/office/drawing/2014/main" id="{BF1192AE-6EFD-C665-29DC-8AFE1D7F3F26}"/>
              </a:ext>
            </a:extLst>
          </p:cNvPr>
          <p:cNvSpPr/>
          <p:nvPr/>
        </p:nvSpPr>
        <p:spPr>
          <a:xfrm>
            <a:off x="9583423" y="4229353"/>
            <a:ext cx="119261" cy="375157"/>
          </a:xfrm>
          <a:prstGeom prst="cube">
            <a:avLst>
              <a:gd name="adj" fmla="val 65125"/>
            </a:avLst>
          </a:prstGeom>
          <a:solidFill>
            <a:srgbClr val="F5B184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立方体 317">
            <a:extLst>
              <a:ext uri="{FF2B5EF4-FFF2-40B4-BE49-F238E27FC236}">
                <a16:creationId xmlns:a16="http://schemas.microsoft.com/office/drawing/2014/main" id="{F2C88812-423E-4929-4839-58C7B156B76A}"/>
              </a:ext>
            </a:extLst>
          </p:cNvPr>
          <p:cNvSpPr/>
          <p:nvPr/>
        </p:nvSpPr>
        <p:spPr>
          <a:xfrm>
            <a:off x="9965453" y="4227317"/>
            <a:ext cx="119261" cy="375157"/>
          </a:xfrm>
          <a:prstGeom prst="cube">
            <a:avLst>
              <a:gd name="adj" fmla="val 65125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立方体 318">
            <a:extLst>
              <a:ext uri="{FF2B5EF4-FFF2-40B4-BE49-F238E27FC236}">
                <a16:creationId xmlns:a16="http://schemas.microsoft.com/office/drawing/2014/main" id="{448ED8B4-1BA0-25AD-5716-E6B3E842C184}"/>
              </a:ext>
            </a:extLst>
          </p:cNvPr>
          <p:cNvSpPr/>
          <p:nvPr/>
        </p:nvSpPr>
        <p:spPr>
          <a:xfrm>
            <a:off x="9639429" y="4353010"/>
            <a:ext cx="45719" cy="123770"/>
          </a:xfrm>
          <a:prstGeom prst="cube">
            <a:avLst>
              <a:gd name="adj" fmla="val 65125"/>
            </a:avLst>
          </a:prstGeom>
          <a:solidFill>
            <a:srgbClr val="FBE5D6"/>
          </a:solidFill>
          <a:ln w="381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立方体 319">
            <a:extLst>
              <a:ext uri="{FF2B5EF4-FFF2-40B4-BE49-F238E27FC236}">
                <a16:creationId xmlns:a16="http://schemas.microsoft.com/office/drawing/2014/main" id="{EFFEABCD-50AA-2391-2622-EC0DD171564D}"/>
              </a:ext>
            </a:extLst>
          </p:cNvPr>
          <p:cNvSpPr/>
          <p:nvPr/>
        </p:nvSpPr>
        <p:spPr>
          <a:xfrm>
            <a:off x="10024340" y="4383740"/>
            <a:ext cx="45719" cy="77729"/>
          </a:xfrm>
          <a:prstGeom prst="cube">
            <a:avLst>
              <a:gd name="adj" fmla="val 70403"/>
            </a:avLst>
          </a:prstGeom>
          <a:solidFill>
            <a:srgbClr val="FBE5D6"/>
          </a:solidFill>
          <a:ln w="381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2" name="直接连接符 321">
            <a:extLst>
              <a:ext uri="{FF2B5EF4-FFF2-40B4-BE49-F238E27FC236}">
                <a16:creationId xmlns:a16="http://schemas.microsoft.com/office/drawing/2014/main" id="{CF7C3303-EC9C-0059-80EE-438B7384B85B}"/>
              </a:ext>
            </a:extLst>
          </p:cNvPr>
          <p:cNvCxnSpPr>
            <a:cxnSpLocks/>
            <a:stCxn id="319" idx="0"/>
            <a:endCxn id="320" idx="0"/>
          </p:cNvCxnSpPr>
          <p:nvPr/>
        </p:nvCxnSpPr>
        <p:spPr>
          <a:xfrm>
            <a:off x="9677176" y="4353010"/>
            <a:ext cx="386117" cy="307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36FF8919-0DB3-75CB-77E3-22F070DB9FA6}"/>
              </a:ext>
            </a:extLst>
          </p:cNvPr>
          <p:cNvCxnSpPr>
            <a:cxnSpLocks/>
            <a:stCxn id="319" idx="3"/>
            <a:endCxn id="320" idx="3"/>
          </p:cNvCxnSpPr>
          <p:nvPr/>
        </p:nvCxnSpPr>
        <p:spPr>
          <a:xfrm flipV="1">
            <a:off x="9647401" y="4461469"/>
            <a:ext cx="383705" cy="153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220F96C9-3BD6-A2D6-FC4D-A9A065534D28}"/>
              </a:ext>
            </a:extLst>
          </p:cNvPr>
          <p:cNvCxnSpPr>
            <a:cxnSpLocks/>
            <a:stCxn id="319" idx="1"/>
            <a:endCxn id="320" idx="1"/>
          </p:cNvCxnSpPr>
          <p:nvPr/>
        </p:nvCxnSpPr>
        <p:spPr>
          <a:xfrm>
            <a:off x="9647401" y="4382784"/>
            <a:ext cx="383705" cy="3314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8" name="文本框 337">
            <a:extLst>
              <a:ext uri="{FF2B5EF4-FFF2-40B4-BE49-F238E27FC236}">
                <a16:creationId xmlns:a16="http://schemas.microsoft.com/office/drawing/2014/main" id="{5BB1B114-121A-199A-C68D-01D8AFA0EF49}"/>
              </a:ext>
            </a:extLst>
          </p:cNvPr>
          <p:cNvSpPr txBox="1"/>
          <p:nvPr/>
        </p:nvSpPr>
        <p:spPr>
          <a:xfrm>
            <a:off x="9571322" y="4549632"/>
            <a:ext cx="502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dirty="0"/>
              <a:t>Conv</a:t>
            </a:r>
            <a:endParaRPr lang="zh-CN" altLang="en-US" sz="1000" dirty="0"/>
          </a:p>
        </p:txBody>
      </p:sp>
      <p:cxnSp>
        <p:nvCxnSpPr>
          <p:cNvPr id="341" name="直接箭头连接符 340">
            <a:extLst>
              <a:ext uri="{FF2B5EF4-FFF2-40B4-BE49-F238E27FC236}">
                <a16:creationId xmlns:a16="http://schemas.microsoft.com/office/drawing/2014/main" id="{BE096BE1-1B8F-03ED-8578-8419CF4D564C}"/>
              </a:ext>
            </a:extLst>
          </p:cNvPr>
          <p:cNvCxnSpPr>
            <a:cxnSpLocks/>
          </p:cNvCxnSpPr>
          <p:nvPr/>
        </p:nvCxnSpPr>
        <p:spPr>
          <a:xfrm>
            <a:off x="10127848" y="4408145"/>
            <a:ext cx="132076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2" name="组合 341">
            <a:extLst>
              <a:ext uri="{FF2B5EF4-FFF2-40B4-BE49-F238E27FC236}">
                <a16:creationId xmlns:a16="http://schemas.microsoft.com/office/drawing/2014/main" id="{18676F5C-B5DB-77BD-3F6D-3DF646AF3E09}"/>
              </a:ext>
            </a:extLst>
          </p:cNvPr>
          <p:cNvGrpSpPr/>
          <p:nvPr/>
        </p:nvGrpSpPr>
        <p:grpSpPr>
          <a:xfrm>
            <a:off x="10294989" y="4364620"/>
            <a:ext cx="79580" cy="79580"/>
            <a:chOff x="10777520" y="1897023"/>
            <a:chExt cx="79580" cy="79580"/>
          </a:xfrm>
        </p:grpSpPr>
        <p:sp>
          <p:nvSpPr>
            <p:cNvPr id="343" name="椭圆 342">
              <a:extLst>
                <a:ext uri="{FF2B5EF4-FFF2-40B4-BE49-F238E27FC236}">
                  <a16:creationId xmlns:a16="http://schemas.microsoft.com/office/drawing/2014/main" id="{DFBC61EC-06E5-A92F-2EE7-28DE57E4C686}"/>
                </a:ext>
              </a:extLst>
            </p:cNvPr>
            <p:cNvSpPr/>
            <p:nvPr/>
          </p:nvSpPr>
          <p:spPr>
            <a:xfrm>
              <a:off x="10777520" y="1897023"/>
              <a:ext cx="79580" cy="79580"/>
            </a:xfrm>
            <a:prstGeom prst="ellipse">
              <a:avLst/>
            </a:prstGeom>
            <a:solidFill>
              <a:schemeClr val="bg1"/>
            </a:solidFill>
            <a:ln w="1016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4" name="连接符: 曲线 343">
              <a:extLst>
                <a:ext uri="{FF2B5EF4-FFF2-40B4-BE49-F238E27FC236}">
                  <a16:creationId xmlns:a16="http://schemas.microsoft.com/office/drawing/2014/main" id="{F9919851-DD3C-0059-003E-F27E56BBBC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78240" y="1908246"/>
              <a:ext cx="72939" cy="53276"/>
            </a:xfrm>
            <a:prstGeom prst="curvedConnector3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45" name="直接箭头连接符 344">
            <a:extLst>
              <a:ext uri="{FF2B5EF4-FFF2-40B4-BE49-F238E27FC236}">
                <a16:creationId xmlns:a16="http://schemas.microsoft.com/office/drawing/2014/main" id="{C81199B0-56BE-7792-EF52-A401E5D7F592}"/>
              </a:ext>
            </a:extLst>
          </p:cNvPr>
          <p:cNvCxnSpPr>
            <a:cxnSpLocks/>
          </p:cNvCxnSpPr>
          <p:nvPr/>
        </p:nvCxnSpPr>
        <p:spPr>
          <a:xfrm>
            <a:off x="10429301" y="4403104"/>
            <a:ext cx="132076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w="sm" len="med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6" name="立方体 345">
            <a:extLst>
              <a:ext uri="{FF2B5EF4-FFF2-40B4-BE49-F238E27FC236}">
                <a16:creationId xmlns:a16="http://schemas.microsoft.com/office/drawing/2014/main" id="{4B374135-7C47-0770-7F75-AF7D62141FAA}"/>
              </a:ext>
            </a:extLst>
          </p:cNvPr>
          <p:cNvSpPr/>
          <p:nvPr/>
        </p:nvSpPr>
        <p:spPr>
          <a:xfrm>
            <a:off x="10670440" y="4227317"/>
            <a:ext cx="119261" cy="375157"/>
          </a:xfrm>
          <a:prstGeom prst="cube">
            <a:avLst>
              <a:gd name="adj" fmla="val 65125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文本框 352">
                <a:extLst>
                  <a:ext uri="{FF2B5EF4-FFF2-40B4-BE49-F238E27FC236}">
                    <a16:creationId xmlns:a16="http://schemas.microsoft.com/office/drawing/2014/main" id="{CFADFFE0-4666-E8DB-13F4-99B45B0DF3D9}"/>
                  </a:ext>
                </a:extLst>
              </p:cNvPr>
              <p:cNvSpPr txBox="1"/>
              <p:nvPr/>
            </p:nvSpPr>
            <p:spPr>
              <a:xfrm>
                <a:off x="2063465" y="2924464"/>
                <a:ext cx="8559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53" name="文本框 352">
                <a:extLst>
                  <a:ext uri="{FF2B5EF4-FFF2-40B4-BE49-F238E27FC236}">
                    <a16:creationId xmlns:a16="http://schemas.microsoft.com/office/drawing/2014/main" id="{CFADFFE0-4666-E8DB-13F4-99B45B0D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3465" y="2924464"/>
                <a:ext cx="8559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文本框 353">
            <a:extLst>
              <a:ext uri="{FF2B5EF4-FFF2-40B4-BE49-F238E27FC236}">
                <a16:creationId xmlns:a16="http://schemas.microsoft.com/office/drawing/2014/main" id="{137CD224-21F1-61B4-DAA8-D90AF30AC0E5}"/>
              </a:ext>
            </a:extLst>
          </p:cNvPr>
          <p:cNvSpPr txBox="1"/>
          <p:nvPr/>
        </p:nvSpPr>
        <p:spPr>
          <a:xfrm>
            <a:off x="1844554" y="1333086"/>
            <a:ext cx="933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输入图像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" name="文本框 357">
                <a:extLst>
                  <a:ext uri="{FF2B5EF4-FFF2-40B4-BE49-F238E27FC236}">
                    <a16:creationId xmlns:a16="http://schemas.microsoft.com/office/drawing/2014/main" id="{74DCCD06-DF59-6A4D-F4E9-CD29AD806DCC}"/>
                  </a:ext>
                </a:extLst>
              </p:cNvPr>
              <p:cNvSpPr txBox="1"/>
              <p:nvPr/>
            </p:nvSpPr>
            <p:spPr>
              <a:xfrm>
                <a:off x="10921206" y="3077187"/>
                <a:ext cx="891383" cy="3906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zh-CN" altLang="en-US" b="1" i="1"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bSup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58" name="文本框 357">
                <a:extLst>
                  <a:ext uri="{FF2B5EF4-FFF2-40B4-BE49-F238E27FC236}">
                    <a16:creationId xmlns:a16="http://schemas.microsoft.com/office/drawing/2014/main" id="{74DCCD06-DF59-6A4D-F4E9-CD29AD806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1206" y="3077187"/>
                <a:ext cx="891383" cy="390620"/>
              </a:xfrm>
              <a:prstGeom prst="rect">
                <a:avLst/>
              </a:prstGeom>
              <a:blipFill>
                <a:blip r:embed="rId4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2" name="矩形 361">
            <a:extLst>
              <a:ext uri="{FF2B5EF4-FFF2-40B4-BE49-F238E27FC236}">
                <a16:creationId xmlns:a16="http://schemas.microsoft.com/office/drawing/2014/main" id="{A61D8E7F-A270-4514-A449-CDD99988E437}"/>
              </a:ext>
            </a:extLst>
          </p:cNvPr>
          <p:cNvSpPr/>
          <p:nvPr/>
        </p:nvSpPr>
        <p:spPr>
          <a:xfrm rot="5400000">
            <a:off x="7692142" y="2316876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363" name="矩形 362">
            <a:extLst>
              <a:ext uri="{FF2B5EF4-FFF2-40B4-BE49-F238E27FC236}">
                <a16:creationId xmlns:a16="http://schemas.microsoft.com/office/drawing/2014/main" id="{6BE849F0-D0D6-59F4-FD46-9D234B8A8314}"/>
              </a:ext>
            </a:extLst>
          </p:cNvPr>
          <p:cNvSpPr/>
          <p:nvPr/>
        </p:nvSpPr>
        <p:spPr>
          <a:xfrm rot="5400000">
            <a:off x="7692141" y="3162672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364" name="矩形 363">
            <a:extLst>
              <a:ext uri="{FF2B5EF4-FFF2-40B4-BE49-F238E27FC236}">
                <a16:creationId xmlns:a16="http://schemas.microsoft.com/office/drawing/2014/main" id="{6F7090AA-9BF2-A4BC-79F6-41670F004A0D}"/>
              </a:ext>
            </a:extLst>
          </p:cNvPr>
          <p:cNvSpPr/>
          <p:nvPr/>
        </p:nvSpPr>
        <p:spPr>
          <a:xfrm rot="5400000">
            <a:off x="7692142" y="3976142"/>
            <a:ext cx="339299" cy="1195431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通道注意力模块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289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4766-190F-6AB8-814D-51A41929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86F46DCA-099E-2A67-2BEF-B2F3DB2186FE}"/>
              </a:ext>
            </a:extLst>
          </p:cNvPr>
          <p:cNvSpPr/>
          <p:nvPr/>
        </p:nvSpPr>
        <p:spPr>
          <a:xfrm rot="5400000">
            <a:off x="4039193" y="1260006"/>
            <a:ext cx="473136" cy="1478279"/>
          </a:xfrm>
          <a:prstGeom prst="rect">
            <a:avLst/>
          </a:prstGeom>
          <a:solidFill>
            <a:srgbClr val="FCEADE">
              <a:alpha val="2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立方体 2">
            <a:extLst>
              <a:ext uri="{FF2B5EF4-FFF2-40B4-BE49-F238E27FC236}">
                <a16:creationId xmlns:a16="http://schemas.microsoft.com/office/drawing/2014/main" id="{B810C9E7-ACAC-16EA-1E26-9EF9B7DFEC29}"/>
              </a:ext>
            </a:extLst>
          </p:cNvPr>
          <p:cNvSpPr/>
          <p:nvPr/>
        </p:nvSpPr>
        <p:spPr>
          <a:xfrm>
            <a:off x="3601754" y="1907624"/>
            <a:ext cx="6739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立方体 22">
            <a:extLst>
              <a:ext uri="{FF2B5EF4-FFF2-40B4-BE49-F238E27FC236}">
                <a16:creationId xmlns:a16="http://schemas.microsoft.com/office/drawing/2014/main" id="{7BCFF1D2-FEA8-9D05-0321-672FB9D1F1B8}"/>
              </a:ext>
            </a:extLst>
          </p:cNvPr>
          <p:cNvSpPr/>
          <p:nvPr/>
        </p:nvSpPr>
        <p:spPr>
          <a:xfrm>
            <a:off x="3681990" y="966546"/>
            <a:ext cx="658356" cy="250405"/>
          </a:xfrm>
          <a:prstGeom prst="cube">
            <a:avLst>
              <a:gd name="adj" fmla="val 77174"/>
            </a:avLst>
          </a:prstGeom>
          <a:solidFill>
            <a:srgbClr val="B7DDE8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立方体 24">
            <a:extLst>
              <a:ext uri="{FF2B5EF4-FFF2-40B4-BE49-F238E27FC236}">
                <a16:creationId xmlns:a16="http://schemas.microsoft.com/office/drawing/2014/main" id="{DBBE8539-1750-0F79-348C-C1B64133B4F5}"/>
              </a:ext>
            </a:extLst>
          </p:cNvPr>
          <p:cNvSpPr/>
          <p:nvPr/>
        </p:nvSpPr>
        <p:spPr>
          <a:xfrm>
            <a:off x="2027263" y="1822753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25400">
            <a:solidFill>
              <a:srgbClr val="F9C499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立方体 469">
            <a:extLst>
              <a:ext uri="{FF2B5EF4-FFF2-40B4-BE49-F238E27FC236}">
                <a16:creationId xmlns:a16="http://schemas.microsoft.com/office/drawing/2014/main" id="{AECA5C6E-A345-6CFA-9EEC-417A3E38D3A5}"/>
              </a:ext>
            </a:extLst>
          </p:cNvPr>
          <p:cNvSpPr/>
          <p:nvPr/>
        </p:nvSpPr>
        <p:spPr>
          <a:xfrm>
            <a:off x="3601754" y="1818342"/>
            <a:ext cx="658356" cy="250405"/>
          </a:xfrm>
          <a:prstGeom prst="cube">
            <a:avLst>
              <a:gd name="adj" fmla="val 77174"/>
            </a:avLst>
          </a:prstGeom>
          <a:solidFill>
            <a:srgbClr val="FBD7BB"/>
          </a:solidFill>
          <a:ln w="381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箭头: 右 478">
            <a:extLst>
              <a:ext uri="{FF2B5EF4-FFF2-40B4-BE49-F238E27FC236}">
                <a16:creationId xmlns:a16="http://schemas.microsoft.com/office/drawing/2014/main" id="{D79AB6BB-E876-F8EE-980E-A9BD5E381A58}"/>
              </a:ext>
            </a:extLst>
          </p:cNvPr>
          <p:cNvSpPr/>
          <p:nvPr/>
        </p:nvSpPr>
        <p:spPr>
          <a:xfrm>
            <a:off x="2782161" y="1907624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文本框 482">
            <a:extLst>
              <a:ext uri="{FF2B5EF4-FFF2-40B4-BE49-F238E27FC236}">
                <a16:creationId xmlns:a16="http://schemas.microsoft.com/office/drawing/2014/main" id="{C310FDA3-AE67-9329-4BCC-BE3FC31D2AA5}"/>
              </a:ext>
            </a:extLst>
          </p:cNvPr>
          <p:cNvSpPr txBox="1"/>
          <p:nvPr/>
        </p:nvSpPr>
        <p:spPr>
          <a:xfrm>
            <a:off x="2806760" y="1630958"/>
            <a:ext cx="81735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dirty="0"/>
              <a:t>1</a:t>
            </a:r>
            <a:r>
              <a:rPr lang="en-US" altLang="zh-CN" sz="1100" dirty="0">
                <a:solidFill>
                  <a:schemeClr val="tx1"/>
                </a:solidFill>
              </a:rPr>
              <a:t>×1</a:t>
            </a:r>
            <a:r>
              <a:rPr lang="zh-CN" altLang="en-US" sz="1100" dirty="0">
                <a:solidFill>
                  <a:schemeClr val="tx1"/>
                </a:solidFill>
              </a:rPr>
              <a:t>卷积</a:t>
            </a:r>
            <a:endParaRPr lang="zh-CN" altLang="en-US" sz="1100" dirty="0"/>
          </a:p>
        </p:txBody>
      </p:sp>
      <p:sp>
        <p:nvSpPr>
          <p:cNvPr id="2" name="箭头: 右 1">
            <a:extLst>
              <a:ext uri="{FF2B5EF4-FFF2-40B4-BE49-F238E27FC236}">
                <a16:creationId xmlns:a16="http://schemas.microsoft.com/office/drawing/2014/main" id="{76483E66-D94A-B7A3-B73A-A1420BFAEA35}"/>
              </a:ext>
            </a:extLst>
          </p:cNvPr>
          <p:cNvSpPr/>
          <p:nvPr/>
        </p:nvSpPr>
        <p:spPr>
          <a:xfrm rot="5400000">
            <a:off x="3764046" y="1477529"/>
            <a:ext cx="414008" cy="80236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7EB9ACA-0B5A-14CC-3166-CEE4E8293696}"/>
                  </a:ext>
                </a:extLst>
              </p:cNvPr>
              <p:cNvSpPr txBox="1"/>
              <p:nvPr/>
            </p:nvSpPr>
            <p:spPr>
              <a:xfrm>
                <a:off x="1947763" y="1492229"/>
                <a:ext cx="817355" cy="3228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8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800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  <m:r>
                            <a:rPr lang="zh-CN" altLang="en-US" sz="80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80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</m:e>
                        <m:sup>
                          <m:r>
                            <a:rPr lang="en-US" altLang="zh-CN" sz="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87EB9ACA-0B5A-14CC-3166-CEE4E8293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763" y="1492229"/>
                <a:ext cx="817355" cy="3228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BB2C590-F845-B9FE-F2E3-D18101C35D8C}"/>
                  </a:ext>
                </a:extLst>
              </p:cNvPr>
              <p:cNvSpPr txBox="1"/>
              <p:nvPr/>
            </p:nvSpPr>
            <p:spPr>
              <a:xfrm>
                <a:off x="1563394" y="1818342"/>
                <a:ext cx="734654" cy="2580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bSup>
                      <m:r>
                        <a:rPr lang="en-US" altLang="zh-CN" sz="10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BB2C590-F845-B9FE-F2E3-D18101C35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394" y="1818342"/>
                <a:ext cx="734654" cy="2580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06D797D-B572-0611-0D96-BA62D3637014}"/>
                  </a:ext>
                </a:extLst>
              </p:cNvPr>
              <p:cNvSpPr txBox="1"/>
              <p:nvPr/>
            </p:nvSpPr>
            <p:spPr>
              <a:xfrm>
                <a:off x="4944830" y="640224"/>
                <a:ext cx="817355" cy="322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latin typeface="Cambria Math" panose="02040503050406030204" pitchFamily="18" charset="0"/>
                            </a:rPr>
                            <m:t>768</m:t>
                          </m:r>
                          <m:r>
                            <a:rPr lang="en-US" altLang="zh-CN" sz="800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  <m:r>
                            <a:rPr lang="zh-CN" altLang="en-US" sz="80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8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r>
                                <a:rPr lang="en-US" altLang="zh-CN" sz="800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  <m:sup>
                          <m:r>
                            <a:rPr lang="en-US" altLang="zh-CN" sz="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zh-CN" altLang="en-US" sz="800" dirty="0">
                  <a:latin typeface="+mj-lt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06D797D-B572-0611-0D96-BA62D3637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4830" y="640224"/>
                <a:ext cx="817355" cy="3227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立方体 10">
            <a:extLst>
              <a:ext uri="{FF2B5EF4-FFF2-40B4-BE49-F238E27FC236}">
                <a16:creationId xmlns:a16="http://schemas.microsoft.com/office/drawing/2014/main" id="{9DE96B4E-15D9-9B6C-DFCA-46B243D7D4DA}"/>
              </a:ext>
            </a:extLst>
          </p:cNvPr>
          <p:cNvSpPr/>
          <p:nvPr/>
        </p:nvSpPr>
        <p:spPr>
          <a:xfrm>
            <a:off x="5014901" y="963069"/>
            <a:ext cx="658356" cy="250405"/>
          </a:xfrm>
          <a:prstGeom prst="cube">
            <a:avLst>
              <a:gd name="adj" fmla="val 77174"/>
            </a:avLst>
          </a:prstGeom>
          <a:solidFill>
            <a:srgbClr val="B4C7E7"/>
          </a:solidFill>
          <a:ln w="25400">
            <a:solidFill>
              <a:srgbClr val="92CDD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DF50484-DCFF-B44C-34C8-D41B4FF82862}"/>
                  </a:ext>
                </a:extLst>
              </p:cNvPr>
              <p:cNvSpPr txBox="1"/>
              <p:nvPr/>
            </p:nvSpPr>
            <p:spPr>
              <a:xfrm>
                <a:off x="5435761" y="963069"/>
                <a:ext cx="63399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000" b="1" i="1" smtClean="0">
                          <a:latin typeface="Cambria Math" panose="02040503050406030204" pitchFamily="18" charset="0"/>
                        </a:rPr>
                        <m:t>𝑽</m:t>
                      </m:r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DF50484-DCFF-B44C-34C8-D41B4FF82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5761" y="963069"/>
                <a:ext cx="633990" cy="2462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箭头: 右 16">
            <a:extLst>
              <a:ext uri="{FF2B5EF4-FFF2-40B4-BE49-F238E27FC236}">
                <a16:creationId xmlns:a16="http://schemas.microsoft.com/office/drawing/2014/main" id="{E4EFCF4A-513A-274A-709D-550DA599E1A8}"/>
              </a:ext>
            </a:extLst>
          </p:cNvPr>
          <p:cNvSpPr/>
          <p:nvPr/>
        </p:nvSpPr>
        <p:spPr>
          <a:xfrm rot="10800000">
            <a:off x="4388255" y="1035097"/>
            <a:ext cx="537718" cy="77423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A678723-8C6A-A586-71B5-2067CB02FB6E}"/>
              </a:ext>
            </a:extLst>
          </p:cNvPr>
          <p:cNvSpPr txBox="1"/>
          <p:nvPr/>
        </p:nvSpPr>
        <p:spPr>
          <a:xfrm>
            <a:off x="4474049" y="817216"/>
            <a:ext cx="4071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800" dirty="0">
                <a:latin typeface="+mj-ea"/>
                <a:ea typeface="+mj-ea"/>
              </a:rPr>
              <a:t>重塑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9B5BCD-99BB-9A28-62E0-8B61F6888883}"/>
                  </a:ext>
                </a:extLst>
              </p:cNvPr>
              <p:cNvSpPr txBox="1"/>
              <p:nvPr/>
            </p:nvSpPr>
            <p:spPr>
              <a:xfrm>
                <a:off x="3333049" y="957874"/>
                <a:ext cx="407147" cy="256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0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bSup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9B5BCD-99BB-9A28-62E0-8B61F6888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049" y="957874"/>
                <a:ext cx="407147" cy="25660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AACFF13-CFC7-7D75-CD3F-27B08CA7900F}"/>
                  </a:ext>
                </a:extLst>
              </p:cNvPr>
              <p:cNvSpPr txBox="1"/>
              <p:nvPr/>
            </p:nvSpPr>
            <p:spPr>
              <a:xfrm>
                <a:off x="5752756" y="1488623"/>
                <a:ext cx="1032701" cy="3341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p>
                          <m:r>
                            <a:rPr lang="zh-CN" altLang="en-US" sz="1000" b="0" i="1">
                              <a:latin typeface="Cambria Math" panose="02040503050406030204" pitchFamily="18" charset="0"/>
                            </a:rPr>
                            <m:t>768×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  <m:r>
                            <a:rPr lang="zh-CN" altLang="en-US" sz="1000" b="0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zh-CN" altLang="en-US" sz="10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3AACFF13-CFC7-7D75-CD3F-27B08CA79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2756" y="1488623"/>
                <a:ext cx="1032701" cy="3341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文本框 35">
            <a:extLst>
              <a:ext uri="{FF2B5EF4-FFF2-40B4-BE49-F238E27FC236}">
                <a16:creationId xmlns:a16="http://schemas.microsoft.com/office/drawing/2014/main" id="{BF1B5A27-4133-BF03-436E-0629710A056C}"/>
              </a:ext>
            </a:extLst>
          </p:cNvPr>
          <p:cNvSpPr txBox="1"/>
          <p:nvPr/>
        </p:nvSpPr>
        <p:spPr>
          <a:xfrm>
            <a:off x="4240080" y="1892568"/>
            <a:ext cx="794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800" kern="100" dirty="0">
                <a:effectLst/>
                <a:latin typeface="+mj-ea"/>
                <a:ea typeface="+mj-ea"/>
                <a:cs typeface="Times New Roman" panose="02020603050405020304" pitchFamily="18" charset="0"/>
              </a:rPr>
              <a:t>通道维度拼接</a:t>
            </a:r>
            <a:endParaRPr lang="zh-CN" altLang="en-US" sz="800" dirty="0">
              <a:latin typeface="+mj-ea"/>
              <a:ea typeface="+mj-ea"/>
            </a:endParaRPr>
          </a:p>
        </p:txBody>
      </p:sp>
      <p:sp>
        <p:nvSpPr>
          <p:cNvPr id="41" name="立方体 40">
            <a:extLst>
              <a:ext uri="{FF2B5EF4-FFF2-40B4-BE49-F238E27FC236}">
                <a16:creationId xmlns:a16="http://schemas.microsoft.com/office/drawing/2014/main" id="{293F446D-33D6-7FF2-EE9E-F9C0E094FF3E}"/>
              </a:ext>
            </a:extLst>
          </p:cNvPr>
          <p:cNvSpPr/>
          <p:nvPr/>
        </p:nvSpPr>
        <p:spPr>
          <a:xfrm>
            <a:off x="5924296" y="1851681"/>
            <a:ext cx="658356" cy="250405"/>
          </a:xfrm>
          <a:prstGeom prst="cube">
            <a:avLst>
              <a:gd name="adj" fmla="val 77174"/>
            </a:avLst>
          </a:prstGeom>
          <a:solidFill>
            <a:srgbClr val="B904CC">
              <a:alpha val="50000"/>
            </a:srgbClr>
          </a:solidFill>
          <a:ln w="127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25DE2039-8DAC-578F-9B70-CD19B7903437}"/>
                  </a:ext>
                </a:extLst>
              </p:cNvPr>
              <p:cNvSpPr txBox="1"/>
              <p:nvPr/>
            </p:nvSpPr>
            <p:spPr>
              <a:xfrm>
                <a:off x="6441439" y="1876034"/>
                <a:ext cx="586549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0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000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sz="1000" dirty="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25DE2039-8DAC-578F-9B70-CD19B7903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1439" y="1876034"/>
                <a:ext cx="586549" cy="2462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852503A-FAA2-712B-E034-C3E7A1052FEA}"/>
                  </a:ext>
                </a:extLst>
              </p:cNvPr>
              <p:cNvSpPr txBox="1"/>
              <p:nvPr/>
            </p:nvSpPr>
            <p:spPr>
              <a:xfrm>
                <a:off x="3515635" y="650151"/>
                <a:ext cx="1032701" cy="3341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1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p>
                          <m:r>
                            <a:rPr lang="zh-CN" altLang="en-US" sz="1000" b="0" i="1">
                              <a:latin typeface="Cambria Math" panose="02040503050406030204" pitchFamily="18" charset="0"/>
                            </a:rPr>
                            <m:t>768×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  <m:r>
                            <a:rPr lang="zh-CN" altLang="en-US" sz="1000" b="0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sz="1000" b="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zh-CN" altLang="en-US" sz="1000" b="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zh-CN" altLang="en-US" sz="1000" i="1" dirty="0">
                  <a:latin typeface="+mj-lt"/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852503A-FAA2-712B-E034-C3E7A1052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635" y="650151"/>
                <a:ext cx="1032701" cy="3341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箭头: 右 46">
            <a:extLst>
              <a:ext uri="{FF2B5EF4-FFF2-40B4-BE49-F238E27FC236}">
                <a16:creationId xmlns:a16="http://schemas.microsoft.com/office/drawing/2014/main" id="{682EAAD6-1A99-C2B8-1C88-8B90675EFF4E}"/>
              </a:ext>
            </a:extLst>
          </p:cNvPr>
          <p:cNvSpPr/>
          <p:nvPr/>
        </p:nvSpPr>
        <p:spPr>
          <a:xfrm>
            <a:off x="5111633" y="1931122"/>
            <a:ext cx="734654" cy="91521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4A3C42-7A25-AF07-9D5D-A12A6C728419}"/>
              </a:ext>
            </a:extLst>
          </p:cNvPr>
          <p:cNvSpPr txBox="1"/>
          <p:nvPr/>
        </p:nvSpPr>
        <p:spPr>
          <a:xfrm>
            <a:off x="5185105" y="1719862"/>
            <a:ext cx="604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800" kern="100" dirty="0">
                <a:latin typeface="+mj-ea"/>
                <a:ea typeface="+mj-ea"/>
                <a:cs typeface="Times New Roman" panose="02020603050405020304" pitchFamily="18" charset="0"/>
              </a:rPr>
              <a:t>特征融合</a:t>
            </a:r>
            <a:endParaRPr lang="zh-CN" altLang="en-US" sz="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07405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EAE4F-CF44-774A-A55C-E4F85D2D5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B6BCA09-27C5-1816-3029-324425B22966}"/>
              </a:ext>
            </a:extLst>
          </p:cNvPr>
          <p:cNvSpPr/>
          <p:nvPr/>
        </p:nvSpPr>
        <p:spPr>
          <a:xfrm>
            <a:off x="2913919" y="790526"/>
            <a:ext cx="7547519" cy="4853365"/>
          </a:xfrm>
          <a:prstGeom prst="roundRect">
            <a:avLst>
              <a:gd name="adj" fmla="val 4136"/>
            </a:avLst>
          </a:prstGeom>
          <a:solidFill>
            <a:srgbClr val="FFF2CC">
              <a:alpha val="30000"/>
            </a:srgb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: 圆角 253">
            <a:extLst>
              <a:ext uri="{FF2B5EF4-FFF2-40B4-BE49-F238E27FC236}">
                <a16:creationId xmlns:a16="http://schemas.microsoft.com/office/drawing/2014/main" id="{0E818DE6-3201-BC8B-60BD-8E0557396EA2}"/>
              </a:ext>
            </a:extLst>
          </p:cNvPr>
          <p:cNvSpPr/>
          <p:nvPr/>
        </p:nvSpPr>
        <p:spPr>
          <a:xfrm>
            <a:off x="3817651" y="1214108"/>
            <a:ext cx="1039709" cy="29081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自注意力</a:t>
            </a:r>
          </a:p>
        </p:txBody>
      </p:sp>
      <p:sp>
        <p:nvSpPr>
          <p:cNvPr id="353" name="矩形: 圆角 352">
            <a:extLst>
              <a:ext uri="{FF2B5EF4-FFF2-40B4-BE49-F238E27FC236}">
                <a16:creationId xmlns:a16="http://schemas.microsoft.com/office/drawing/2014/main" id="{8106FCCC-97AB-5A99-B8DF-9913CF67BFF4}"/>
              </a:ext>
            </a:extLst>
          </p:cNvPr>
          <p:cNvSpPr/>
          <p:nvPr/>
        </p:nvSpPr>
        <p:spPr>
          <a:xfrm>
            <a:off x="3304636" y="3307991"/>
            <a:ext cx="708780" cy="34824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矩形: 圆角 354">
            <a:extLst>
              <a:ext uri="{FF2B5EF4-FFF2-40B4-BE49-F238E27FC236}">
                <a16:creationId xmlns:a16="http://schemas.microsoft.com/office/drawing/2014/main" id="{B638B6D3-E6FC-99D9-EB7A-EE005C809714}"/>
              </a:ext>
            </a:extLst>
          </p:cNvPr>
          <p:cNvSpPr/>
          <p:nvPr/>
        </p:nvSpPr>
        <p:spPr>
          <a:xfrm>
            <a:off x="6013200" y="2405050"/>
            <a:ext cx="1587580" cy="27531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平均池化</a:t>
            </a:r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最大池化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文本框 467">
                <a:extLst>
                  <a:ext uri="{FF2B5EF4-FFF2-40B4-BE49-F238E27FC236}">
                    <a16:creationId xmlns:a16="http://schemas.microsoft.com/office/drawing/2014/main" id="{382227D0-7F4F-EA79-BB86-B3B41A4D9C2D}"/>
                  </a:ext>
                </a:extLst>
              </p:cNvPr>
              <p:cNvSpPr txBox="1"/>
              <p:nvPr/>
            </p:nvSpPr>
            <p:spPr>
              <a:xfrm>
                <a:off x="3852681" y="269668"/>
                <a:ext cx="11310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输入特征 </a:t>
                </a:r>
                <a14:m>
                  <m:oMath xmlns:m="http://schemas.openxmlformats.org/officeDocument/2006/math">
                    <m:r>
                      <a:rPr lang="en-US" altLang="zh-CN" sz="1400" b="1" i="1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8" name="文本框 467">
                <a:extLst>
                  <a:ext uri="{FF2B5EF4-FFF2-40B4-BE49-F238E27FC236}">
                    <a16:creationId xmlns:a16="http://schemas.microsoft.com/office/drawing/2014/main" id="{382227D0-7F4F-EA79-BB86-B3B41A4D9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2681" y="269668"/>
                <a:ext cx="1131044" cy="307777"/>
              </a:xfrm>
              <a:prstGeom prst="rect">
                <a:avLst/>
              </a:prstGeom>
              <a:blipFill>
                <a:blip r:embed="rId3"/>
                <a:stretch>
                  <a:fillRect l="-1613" t="-392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EF0800BE-B0E5-7279-8972-EC184FFA25B0}"/>
              </a:ext>
            </a:extLst>
          </p:cNvPr>
          <p:cNvGrpSpPr/>
          <p:nvPr/>
        </p:nvGrpSpPr>
        <p:grpSpPr>
          <a:xfrm>
            <a:off x="4262202" y="1853164"/>
            <a:ext cx="146706" cy="145254"/>
            <a:chOff x="3044767" y="2832724"/>
            <a:chExt cx="146706" cy="145254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1D26938C-4A4C-741E-8D2A-257454B68A8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B675F015-ABF3-5D5F-0067-C8C621B7B6EB}"/>
                </a:ext>
              </a:extLst>
            </p:cNvPr>
            <p:cNvCxnSpPr>
              <a:cxnSpLocks/>
              <a:stCxn id="12" idx="0"/>
              <a:endCxn id="1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FE435D10-A661-34BB-46F0-5E2D76C57500}"/>
                </a:ext>
              </a:extLst>
            </p:cNvPr>
            <p:cNvCxnSpPr>
              <a:cxnSpLocks/>
              <a:stCxn id="12" idx="2"/>
              <a:endCxn id="1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A866F8A-6343-2269-C96A-420954F50351}"/>
              </a:ext>
            </a:extLst>
          </p:cNvPr>
          <p:cNvCxnSpPr>
            <a:cxnSpLocks/>
            <a:endCxn id="254" idx="0"/>
          </p:cNvCxnSpPr>
          <p:nvPr/>
        </p:nvCxnSpPr>
        <p:spPr>
          <a:xfrm>
            <a:off x="4334128" y="540614"/>
            <a:ext cx="3378" cy="67349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96DB5978-D4CF-109C-377C-452DF72279EE}"/>
              </a:ext>
            </a:extLst>
          </p:cNvPr>
          <p:cNvCxnSpPr>
            <a:cxnSpLocks/>
            <a:endCxn id="12" idx="6"/>
          </p:cNvCxnSpPr>
          <p:nvPr/>
        </p:nvCxnSpPr>
        <p:spPr>
          <a:xfrm rot="16200000" flipH="1">
            <a:off x="3819467" y="1336350"/>
            <a:ext cx="1105528" cy="73354"/>
          </a:xfrm>
          <a:prstGeom prst="bentConnector4">
            <a:avLst>
              <a:gd name="adj1" fmla="val 15353"/>
              <a:gd name="adj2" fmla="val 858323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C1C13BFD-A346-0777-5EC3-AB1EA799E492}"/>
              </a:ext>
            </a:extLst>
          </p:cNvPr>
          <p:cNvCxnSpPr>
            <a:cxnSpLocks/>
            <a:stCxn id="254" idx="2"/>
          </p:cNvCxnSpPr>
          <p:nvPr/>
        </p:nvCxnSpPr>
        <p:spPr>
          <a:xfrm flipH="1">
            <a:off x="4335554" y="1504920"/>
            <a:ext cx="1952" cy="3482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AD813FA6-2BFA-5877-522B-BBF8622D2118}"/>
              </a:ext>
            </a:extLst>
          </p:cNvPr>
          <p:cNvCxnSpPr>
            <a:cxnSpLocks/>
            <a:stCxn id="12" idx="4"/>
            <a:endCxn id="353" idx="0"/>
          </p:cNvCxnSpPr>
          <p:nvPr/>
        </p:nvCxnSpPr>
        <p:spPr>
          <a:xfrm rot="5400000">
            <a:off x="3342505" y="2314940"/>
            <a:ext cx="1309573" cy="676529"/>
          </a:xfrm>
          <a:prstGeom prst="bentConnector3">
            <a:avLst>
              <a:gd name="adj1" fmla="val 13245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9" name="连接符: 肘形 458">
            <a:extLst>
              <a:ext uri="{FF2B5EF4-FFF2-40B4-BE49-F238E27FC236}">
                <a16:creationId xmlns:a16="http://schemas.microsoft.com/office/drawing/2014/main" id="{83C8DB5C-2F7D-1549-8708-50F5432F1DEB}"/>
              </a:ext>
            </a:extLst>
          </p:cNvPr>
          <p:cNvCxnSpPr>
            <a:cxnSpLocks/>
            <a:stCxn id="12" idx="4"/>
            <a:endCxn id="355" idx="0"/>
          </p:cNvCxnSpPr>
          <p:nvPr/>
        </p:nvCxnSpPr>
        <p:spPr>
          <a:xfrm rot="16200000" flipH="1">
            <a:off x="5367956" y="966016"/>
            <a:ext cx="406632" cy="2471435"/>
          </a:xfrm>
          <a:prstGeom prst="bentConnector3">
            <a:avLst>
              <a:gd name="adj1" fmla="val 42504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4" name="连接符: 肘形 473">
            <a:extLst>
              <a:ext uri="{FF2B5EF4-FFF2-40B4-BE49-F238E27FC236}">
                <a16:creationId xmlns:a16="http://schemas.microsoft.com/office/drawing/2014/main" id="{E502CA1B-135B-1BF8-9C12-38A2F6148AC5}"/>
              </a:ext>
            </a:extLst>
          </p:cNvPr>
          <p:cNvCxnSpPr>
            <a:cxnSpLocks/>
            <a:stCxn id="12" idx="4"/>
            <a:endCxn id="477" idx="6"/>
          </p:cNvCxnSpPr>
          <p:nvPr/>
        </p:nvCxnSpPr>
        <p:spPr>
          <a:xfrm rot="16200000" flipH="1">
            <a:off x="3922177" y="2411795"/>
            <a:ext cx="3371544" cy="2544789"/>
          </a:xfrm>
          <a:prstGeom prst="bentConnector4">
            <a:avLst>
              <a:gd name="adj1" fmla="val 5175"/>
              <a:gd name="adj2" fmla="val 197285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76" name="组合 475">
            <a:extLst>
              <a:ext uri="{FF2B5EF4-FFF2-40B4-BE49-F238E27FC236}">
                <a16:creationId xmlns:a16="http://schemas.microsoft.com/office/drawing/2014/main" id="{76E01AB1-C57C-75CF-375D-71B5AD91BFC1}"/>
              </a:ext>
            </a:extLst>
          </p:cNvPr>
          <p:cNvGrpSpPr/>
          <p:nvPr/>
        </p:nvGrpSpPr>
        <p:grpSpPr>
          <a:xfrm>
            <a:off x="6733638" y="5297335"/>
            <a:ext cx="146706" cy="145254"/>
            <a:chOff x="3044767" y="2832724"/>
            <a:chExt cx="146706" cy="145254"/>
          </a:xfrm>
        </p:grpSpPr>
        <p:sp>
          <p:nvSpPr>
            <p:cNvPr id="477" name="椭圆 476">
              <a:extLst>
                <a:ext uri="{FF2B5EF4-FFF2-40B4-BE49-F238E27FC236}">
                  <a16:creationId xmlns:a16="http://schemas.microsoft.com/office/drawing/2014/main" id="{6F079782-B361-F6C8-B0E7-EAD6B45BEEEA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78" name="直接连接符 477">
              <a:extLst>
                <a:ext uri="{FF2B5EF4-FFF2-40B4-BE49-F238E27FC236}">
                  <a16:creationId xmlns:a16="http://schemas.microsoft.com/office/drawing/2014/main" id="{04CD5782-0E21-7B17-1187-22C3BE6E634E}"/>
                </a:ext>
              </a:extLst>
            </p:cNvPr>
            <p:cNvCxnSpPr>
              <a:cxnSpLocks/>
              <a:stCxn id="477" idx="0"/>
              <a:endCxn id="47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直接连接符 478">
              <a:extLst>
                <a:ext uri="{FF2B5EF4-FFF2-40B4-BE49-F238E27FC236}">
                  <a16:creationId xmlns:a16="http://schemas.microsoft.com/office/drawing/2014/main" id="{3A02049D-3648-4C3D-9288-F8E4598BB44B}"/>
                </a:ext>
              </a:extLst>
            </p:cNvPr>
            <p:cNvCxnSpPr>
              <a:cxnSpLocks/>
              <a:stCxn id="477" idx="2"/>
              <a:endCxn id="47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3" name="连接符: 肘形 502">
            <a:extLst>
              <a:ext uri="{FF2B5EF4-FFF2-40B4-BE49-F238E27FC236}">
                <a16:creationId xmlns:a16="http://schemas.microsoft.com/office/drawing/2014/main" id="{DFF25D0F-23D3-3A5A-4341-BFEFEA2F1BCE}"/>
              </a:ext>
            </a:extLst>
          </p:cNvPr>
          <p:cNvCxnSpPr>
            <a:cxnSpLocks/>
            <a:stCxn id="353" idx="2"/>
            <a:endCxn id="477" idx="2"/>
          </p:cNvCxnSpPr>
          <p:nvPr/>
        </p:nvCxnSpPr>
        <p:spPr>
          <a:xfrm rot="16200000" flipH="1">
            <a:off x="4339468" y="2975791"/>
            <a:ext cx="1713729" cy="3074612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矩形: 圆角 196">
            <a:extLst>
              <a:ext uri="{FF2B5EF4-FFF2-40B4-BE49-F238E27FC236}">
                <a16:creationId xmlns:a16="http://schemas.microsoft.com/office/drawing/2014/main" id="{AF1CD2DB-3479-CCEE-2ACB-424C244E3027}"/>
              </a:ext>
            </a:extLst>
          </p:cNvPr>
          <p:cNvSpPr/>
          <p:nvPr/>
        </p:nvSpPr>
        <p:spPr>
          <a:xfrm>
            <a:off x="4464559" y="3307991"/>
            <a:ext cx="964980" cy="348242"/>
          </a:xfrm>
          <a:prstGeom prst="roundRect">
            <a:avLst/>
          </a:prstGeom>
          <a:solidFill>
            <a:srgbClr val="F3CA87">
              <a:alpha val="9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sp>
        <p:nvSpPr>
          <p:cNvPr id="199" name="矩形: 圆角 198">
            <a:extLst>
              <a:ext uri="{FF2B5EF4-FFF2-40B4-BE49-F238E27FC236}">
                <a16:creationId xmlns:a16="http://schemas.microsoft.com/office/drawing/2014/main" id="{EDCF71E5-0A98-E630-290D-47B22BB48D81}"/>
              </a:ext>
            </a:extLst>
          </p:cNvPr>
          <p:cNvSpPr/>
          <p:nvPr/>
        </p:nvSpPr>
        <p:spPr>
          <a:xfrm>
            <a:off x="5682820" y="3307991"/>
            <a:ext cx="964980" cy="348242"/>
          </a:xfrm>
          <a:prstGeom prst="roundRect">
            <a:avLst/>
          </a:prstGeom>
          <a:solidFill>
            <a:srgbClr val="F3CA87">
              <a:alpha val="7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sp>
        <p:nvSpPr>
          <p:cNvPr id="200" name="矩形: 圆角 199">
            <a:extLst>
              <a:ext uri="{FF2B5EF4-FFF2-40B4-BE49-F238E27FC236}">
                <a16:creationId xmlns:a16="http://schemas.microsoft.com/office/drawing/2014/main" id="{C71F348E-62F0-0999-FF29-64DAB6E701DE}"/>
              </a:ext>
            </a:extLst>
          </p:cNvPr>
          <p:cNvSpPr/>
          <p:nvPr/>
        </p:nvSpPr>
        <p:spPr>
          <a:xfrm>
            <a:off x="6901081" y="3307991"/>
            <a:ext cx="964980" cy="348242"/>
          </a:xfrm>
          <a:prstGeom prst="roundRect">
            <a:avLst/>
          </a:prstGeom>
          <a:solidFill>
            <a:srgbClr val="F3CA87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sp>
        <p:nvSpPr>
          <p:cNvPr id="201" name="矩形: 圆角 200">
            <a:extLst>
              <a:ext uri="{FF2B5EF4-FFF2-40B4-BE49-F238E27FC236}">
                <a16:creationId xmlns:a16="http://schemas.microsoft.com/office/drawing/2014/main" id="{8B44DF3D-1FAA-697F-2C5F-4A515F6F14DE}"/>
              </a:ext>
            </a:extLst>
          </p:cNvPr>
          <p:cNvSpPr/>
          <p:nvPr/>
        </p:nvSpPr>
        <p:spPr>
          <a:xfrm>
            <a:off x="8119342" y="3307991"/>
            <a:ext cx="964980" cy="348242"/>
          </a:xfrm>
          <a:prstGeom prst="roundRect">
            <a:avLst/>
          </a:prstGeom>
          <a:solidFill>
            <a:srgbClr val="F3CA87">
              <a:alpha val="3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3×3</a:t>
            </a:r>
          </a:p>
          <a:p>
            <a:pPr algn="ctr"/>
            <a:r>
              <a:rPr lang="zh-CN" altLang="en-US" sz="11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空洞卷积</a:t>
            </a:r>
          </a:p>
        </p:txBody>
      </p:sp>
      <p:cxnSp>
        <p:nvCxnSpPr>
          <p:cNvPr id="204" name="连接符: 肘形 203">
            <a:extLst>
              <a:ext uri="{FF2B5EF4-FFF2-40B4-BE49-F238E27FC236}">
                <a16:creationId xmlns:a16="http://schemas.microsoft.com/office/drawing/2014/main" id="{4C55BC23-CCCF-5A55-C1A7-60089B28B36F}"/>
              </a:ext>
            </a:extLst>
          </p:cNvPr>
          <p:cNvCxnSpPr>
            <a:stCxn id="355" idx="2"/>
            <a:endCxn id="197" idx="0"/>
          </p:cNvCxnSpPr>
          <p:nvPr/>
        </p:nvCxnSpPr>
        <p:spPr>
          <a:xfrm rot="5400000">
            <a:off x="5563208" y="2064208"/>
            <a:ext cx="627625" cy="185994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DF398253-9A2D-BB06-7D4F-4296464F85ED}"/>
              </a:ext>
            </a:extLst>
          </p:cNvPr>
          <p:cNvCxnSpPr>
            <a:cxnSpLocks/>
            <a:stCxn id="355" idx="2"/>
            <a:endCxn id="199" idx="0"/>
          </p:cNvCxnSpPr>
          <p:nvPr/>
        </p:nvCxnSpPr>
        <p:spPr>
          <a:xfrm rot="5400000">
            <a:off x="6172338" y="2673338"/>
            <a:ext cx="627625" cy="641680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连接符: 肘形 207">
            <a:extLst>
              <a:ext uri="{FF2B5EF4-FFF2-40B4-BE49-F238E27FC236}">
                <a16:creationId xmlns:a16="http://schemas.microsoft.com/office/drawing/2014/main" id="{3655112C-AE01-7D49-128A-A64C1FFFA201}"/>
              </a:ext>
            </a:extLst>
          </p:cNvPr>
          <p:cNvCxnSpPr>
            <a:cxnSpLocks/>
            <a:stCxn id="355" idx="2"/>
            <a:endCxn id="200" idx="0"/>
          </p:cNvCxnSpPr>
          <p:nvPr/>
        </p:nvCxnSpPr>
        <p:spPr>
          <a:xfrm rot="16200000" flipH="1">
            <a:off x="6781468" y="2705887"/>
            <a:ext cx="627625" cy="57658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连接符: 肘形 210">
            <a:extLst>
              <a:ext uri="{FF2B5EF4-FFF2-40B4-BE49-F238E27FC236}">
                <a16:creationId xmlns:a16="http://schemas.microsoft.com/office/drawing/2014/main" id="{CAFF095A-4AAE-292D-94C0-D148BF5D7B9D}"/>
              </a:ext>
            </a:extLst>
          </p:cNvPr>
          <p:cNvCxnSpPr>
            <a:cxnSpLocks/>
            <a:stCxn id="355" idx="2"/>
            <a:endCxn id="201" idx="0"/>
          </p:cNvCxnSpPr>
          <p:nvPr/>
        </p:nvCxnSpPr>
        <p:spPr>
          <a:xfrm rot="16200000" flipH="1">
            <a:off x="7390599" y="2096757"/>
            <a:ext cx="627625" cy="1794842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框 216">
            <a:extLst>
              <a:ext uri="{FF2B5EF4-FFF2-40B4-BE49-F238E27FC236}">
                <a16:creationId xmlns:a16="http://schemas.microsoft.com/office/drawing/2014/main" id="{92B93FF2-CBE7-12CA-4D2F-6DE762356E12}"/>
              </a:ext>
            </a:extLst>
          </p:cNvPr>
          <p:cNvSpPr txBox="1"/>
          <p:nvPr/>
        </p:nvSpPr>
        <p:spPr>
          <a:xfrm>
            <a:off x="6809735" y="2695007"/>
            <a:ext cx="174009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00" b="0" i="0" dirty="0">
                <a:solidFill>
                  <a:srgbClr val="24292F"/>
                </a:solidFill>
                <a:effectLst/>
                <a:latin typeface="Noto Sans" panose="020B0502040504020204" pitchFamily="34" charset="0"/>
              </a:rPr>
              <a:t>池化比例</a:t>
            </a:r>
            <a:r>
              <a:rPr lang="en-US" altLang="zh-CN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:</a:t>
            </a:r>
            <a:r>
              <a:rPr lang="zh-CN" altLang="en-US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（</a:t>
            </a:r>
            <a:r>
              <a:rPr lang="en-US" altLang="zh-CN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1,2,3,4</a:t>
            </a:r>
            <a:r>
              <a:rPr lang="zh-CN" altLang="en-US" sz="1000" dirty="0">
                <a:solidFill>
                  <a:srgbClr val="24292F"/>
                </a:solidFill>
                <a:latin typeface="Noto Sans" panose="020B0502040504020204" pitchFamily="34" charset="0"/>
                <a:sym typeface="Wingdings" panose="05000000000000000000" pitchFamily="2" charset="2"/>
              </a:rPr>
              <a:t>）</a:t>
            </a:r>
            <a:endParaRPr lang="zh-CN" altLang="en-US" sz="1000" dirty="0"/>
          </a:p>
        </p:txBody>
      </p:sp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0988FC2A-3FC7-F927-F8C9-5284535973CD}"/>
              </a:ext>
            </a:extLst>
          </p:cNvPr>
          <p:cNvGrpSpPr/>
          <p:nvPr/>
        </p:nvGrpSpPr>
        <p:grpSpPr>
          <a:xfrm>
            <a:off x="4873696" y="3861977"/>
            <a:ext cx="146706" cy="145254"/>
            <a:chOff x="3044767" y="2832724"/>
            <a:chExt cx="146706" cy="145254"/>
          </a:xfrm>
        </p:grpSpPr>
        <p:sp>
          <p:nvSpPr>
            <p:cNvPr id="219" name="椭圆 218">
              <a:extLst>
                <a:ext uri="{FF2B5EF4-FFF2-40B4-BE49-F238E27FC236}">
                  <a16:creationId xmlns:a16="http://schemas.microsoft.com/office/drawing/2014/main" id="{0FBF5E5E-F6B7-6C8E-F76A-191CB2CF58D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20" name="直接连接符 219">
              <a:extLst>
                <a:ext uri="{FF2B5EF4-FFF2-40B4-BE49-F238E27FC236}">
                  <a16:creationId xmlns:a16="http://schemas.microsoft.com/office/drawing/2014/main" id="{CD3DCDAB-6751-9441-FDCC-2DAB4A83910D}"/>
                </a:ext>
              </a:extLst>
            </p:cNvPr>
            <p:cNvCxnSpPr>
              <a:cxnSpLocks/>
              <a:stCxn id="219" idx="0"/>
              <a:endCxn id="219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接连接符 220">
              <a:extLst>
                <a:ext uri="{FF2B5EF4-FFF2-40B4-BE49-F238E27FC236}">
                  <a16:creationId xmlns:a16="http://schemas.microsoft.com/office/drawing/2014/main" id="{F8C8B0AA-111C-057E-AEB4-AB456DB48C69}"/>
                </a:ext>
              </a:extLst>
            </p:cNvPr>
            <p:cNvCxnSpPr>
              <a:cxnSpLocks/>
              <a:stCxn id="219" idx="2"/>
              <a:endCxn id="219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2" name="组合 221">
            <a:extLst>
              <a:ext uri="{FF2B5EF4-FFF2-40B4-BE49-F238E27FC236}">
                <a16:creationId xmlns:a16="http://schemas.microsoft.com/office/drawing/2014/main" id="{E95B24EA-2B8C-3628-5605-A40CA17AD49C}"/>
              </a:ext>
            </a:extLst>
          </p:cNvPr>
          <p:cNvGrpSpPr/>
          <p:nvPr/>
        </p:nvGrpSpPr>
        <p:grpSpPr>
          <a:xfrm>
            <a:off x="6091957" y="3861977"/>
            <a:ext cx="146706" cy="145254"/>
            <a:chOff x="3044767" y="2832724"/>
            <a:chExt cx="146706" cy="145254"/>
          </a:xfrm>
        </p:grpSpPr>
        <p:sp>
          <p:nvSpPr>
            <p:cNvPr id="223" name="椭圆 222">
              <a:extLst>
                <a:ext uri="{FF2B5EF4-FFF2-40B4-BE49-F238E27FC236}">
                  <a16:creationId xmlns:a16="http://schemas.microsoft.com/office/drawing/2014/main" id="{352C82C1-E44B-4299-0894-0B0BF71C7F46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F047CF5C-253F-F2D0-472D-16D38F06B26D}"/>
                </a:ext>
              </a:extLst>
            </p:cNvPr>
            <p:cNvCxnSpPr>
              <a:cxnSpLocks/>
              <a:stCxn id="223" idx="0"/>
              <a:endCxn id="22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91106D48-CCCD-69E5-67AA-C858E1327834}"/>
                </a:ext>
              </a:extLst>
            </p:cNvPr>
            <p:cNvCxnSpPr>
              <a:cxnSpLocks/>
              <a:stCxn id="223" idx="2"/>
              <a:endCxn id="22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3F770494-ED88-06A7-4B1E-BB7C45ED05C6}"/>
              </a:ext>
            </a:extLst>
          </p:cNvPr>
          <p:cNvGrpSpPr/>
          <p:nvPr/>
        </p:nvGrpSpPr>
        <p:grpSpPr>
          <a:xfrm>
            <a:off x="7310218" y="3861977"/>
            <a:ext cx="146706" cy="145254"/>
            <a:chOff x="3044767" y="2832724"/>
            <a:chExt cx="146706" cy="145254"/>
          </a:xfrm>
        </p:grpSpPr>
        <p:sp>
          <p:nvSpPr>
            <p:cNvPr id="227" name="椭圆 226">
              <a:extLst>
                <a:ext uri="{FF2B5EF4-FFF2-40B4-BE49-F238E27FC236}">
                  <a16:creationId xmlns:a16="http://schemas.microsoft.com/office/drawing/2014/main" id="{E96D9805-05DA-EA08-B044-A93E2E1F580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DECD13FE-A44E-146E-C848-51E7B362855D}"/>
                </a:ext>
              </a:extLst>
            </p:cNvPr>
            <p:cNvCxnSpPr>
              <a:cxnSpLocks/>
              <a:stCxn id="227" idx="0"/>
              <a:endCxn id="22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连接符 228">
              <a:extLst>
                <a:ext uri="{FF2B5EF4-FFF2-40B4-BE49-F238E27FC236}">
                  <a16:creationId xmlns:a16="http://schemas.microsoft.com/office/drawing/2014/main" id="{6BA9E279-E7A3-803F-F1E1-4B0617A03414}"/>
                </a:ext>
              </a:extLst>
            </p:cNvPr>
            <p:cNvCxnSpPr>
              <a:cxnSpLocks/>
              <a:stCxn id="227" idx="2"/>
              <a:endCxn id="22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795C9756-BD42-88C7-34A7-B19A92CE61D6}"/>
              </a:ext>
            </a:extLst>
          </p:cNvPr>
          <p:cNvGrpSpPr/>
          <p:nvPr/>
        </p:nvGrpSpPr>
        <p:grpSpPr>
          <a:xfrm>
            <a:off x="8528479" y="3861977"/>
            <a:ext cx="146706" cy="145254"/>
            <a:chOff x="3044767" y="2832724"/>
            <a:chExt cx="146706" cy="145254"/>
          </a:xfrm>
        </p:grpSpPr>
        <p:sp>
          <p:nvSpPr>
            <p:cNvPr id="231" name="椭圆 230">
              <a:extLst>
                <a:ext uri="{FF2B5EF4-FFF2-40B4-BE49-F238E27FC236}">
                  <a16:creationId xmlns:a16="http://schemas.microsoft.com/office/drawing/2014/main" id="{C4DDDF5C-2DE8-2DEE-7334-E93831E04B8C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32" name="直接连接符 231">
              <a:extLst>
                <a:ext uri="{FF2B5EF4-FFF2-40B4-BE49-F238E27FC236}">
                  <a16:creationId xmlns:a16="http://schemas.microsoft.com/office/drawing/2014/main" id="{BC6231C2-9E0C-6632-49C0-327941A1999F}"/>
                </a:ext>
              </a:extLst>
            </p:cNvPr>
            <p:cNvCxnSpPr>
              <a:cxnSpLocks/>
              <a:stCxn id="231" idx="0"/>
              <a:endCxn id="231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接连接符 232">
              <a:extLst>
                <a:ext uri="{FF2B5EF4-FFF2-40B4-BE49-F238E27FC236}">
                  <a16:creationId xmlns:a16="http://schemas.microsoft.com/office/drawing/2014/main" id="{4EE84CB9-1302-FE9D-1EC1-CFBB5314580D}"/>
                </a:ext>
              </a:extLst>
            </p:cNvPr>
            <p:cNvCxnSpPr>
              <a:cxnSpLocks/>
              <a:stCxn id="231" idx="2"/>
              <a:endCxn id="231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5" name="直接箭头连接符 234">
            <a:extLst>
              <a:ext uri="{FF2B5EF4-FFF2-40B4-BE49-F238E27FC236}">
                <a16:creationId xmlns:a16="http://schemas.microsoft.com/office/drawing/2014/main" id="{075F18D8-EB7A-F71D-4F7E-912872FD3B54}"/>
              </a:ext>
            </a:extLst>
          </p:cNvPr>
          <p:cNvCxnSpPr>
            <a:cxnSpLocks/>
            <a:stCxn id="197" idx="2"/>
            <a:endCxn id="219" idx="0"/>
          </p:cNvCxnSpPr>
          <p:nvPr/>
        </p:nvCxnSpPr>
        <p:spPr>
          <a:xfrm>
            <a:off x="4947049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箭头连接符 236">
            <a:extLst>
              <a:ext uri="{FF2B5EF4-FFF2-40B4-BE49-F238E27FC236}">
                <a16:creationId xmlns:a16="http://schemas.microsoft.com/office/drawing/2014/main" id="{2A98EDA2-1D9D-C462-A64F-48182E0E13E3}"/>
              </a:ext>
            </a:extLst>
          </p:cNvPr>
          <p:cNvCxnSpPr>
            <a:cxnSpLocks/>
            <a:stCxn id="199" idx="2"/>
            <a:endCxn id="223" idx="0"/>
          </p:cNvCxnSpPr>
          <p:nvPr/>
        </p:nvCxnSpPr>
        <p:spPr>
          <a:xfrm>
            <a:off x="6165310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箭头连接符 241">
            <a:extLst>
              <a:ext uri="{FF2B5EF4-FFF2-40B4-BE49-F238E27FC236}">
                <a16:creationId xmlns:a16="http://schemas.microsoft.com/office/drawing/2014/main" id="{CC29C768-AC10-BF3E-3AFC-EFD23DDEE1AF}"/>
              </a:ext>
            </a:extLst>
          </p:cNvPr>
          <p:cNvCxnSpPr>
            <a:cxnSpLocks/>
            <a:stCxn id="200" idx="2"/>
            <a:endCxn id="227" idx="0"/>
          </p:cNvCxnSpPr>
          <p:nvPr/>
        </p:nvCxnSpPr>
        <p:spPr>
          <a:xfrm>
            <a:off x="7383571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04B34B60-3379-01BB-3C71-F3092DBD03AD}"/>
              </a:ext>
            </a:extLst>
          </p:cNvPr>
          <p:cNvCxnSpPr>
            <a:cxnSpLocks/>
            <a:stCxn id="201" idx="2"/>
            <a:endCxn id="231" idx="0"/>
          </p:cNvCxnSpPr>
          <p:nvPr/>
        </p:nvCxnSpPr>
        <p:spPr>
          <a:xfrm>
            <a:off x="8601832" y="3656233"/>
            <a:ext cx="0" cy="20574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2" name="连接符: 肘形 251">
            <a:extLst>
              <a:ext uri="{FF2B5EF4-FFF2-40B4-BE49-F238E27FC236}">
                <a16:creationId xmlns:a16="http://schemas.microsoft.com/office/drawing/2014/main" id="{DE85A4B1-2770-7A08-51B6-AB8EDA1499D3}"/>
              </a:ext>
            </a:extLst>
          </p:cNvPr>
          <p:cNvCxnSpPr>
            <a:endCxn id="219" idx="6"/>
          </p:cNvCxnSpPr>
          <p:nvPr/>
        </p:nvCxnSpPr>
        <p:spPr>
          <a:xfrm rot="16200000" flipH="1">
            <a:off x="4569687" y="348388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6" name="连接符: 肘形 255">
            <a:extLst>
              <a:ext uri="{FF2B5EF4-FFF2-40B4-BE49-F238E27FC236}">
                <a16:creationId xmlns:a16="http://schemas.microsoft.com/office/drawing/2014/main" id="{78BD78B7-C119-EA33-BA8D-FCA254C4B4F6}"/>
              </a:ext>
            </a:extLst>
          </p:cNvPr>
          <p:cNvCxnSpPr/>
          <p:nvPr/>
        </p:nvCxnSpPr>
        <p:spPr>
          <a:xfrm rot="16200000" flipH="1">
            <a:off x="5786569" y="347705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7" name="连接符: 肘形 256">
            <a:extLst>
              <a:ext uri="{FF2B5EF4-FFF2-40B4-BE49-F238E27FC236}">
                <a16:creationId xmlns:a16="http://schemas.microsoft.com/office/drawing/2014/main" id="{EF305840-D1E8-474C-2BA1-3EEB8D6F5DFA}"/>
              </a:ext>
            </a:extLst>
          </p:cNvPr>
          <p:cNvCxnSpPr/>
          <p:nvPr/>
        </p:nvCxnSpPr>
        <p:spPr>
          <a:xfrm rot="16200000" flipH="1">
            <a:off x="7002645" y="348388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8" name="连接符: 肘形 257">
            <a:extLst>
              <a:ext uri="{FF2B5EF4-FFF2-40B4-BE49-F238E27FC236}">
                <a16:creationId xmlns:a16="http://schemas.microsoft.com/office/drawing/2014/main" id="{BCFCB287-0571-A455-AD7F-C432850A4320}"/>
              </a:ext>
            </a:extLst>
          </p:cNvPr>
          <p:cNvCxnSpPr/>
          <p:nvPr/>
        </p:nvCxnSpPr>
        <p:spPr>
          <a:xfrm rot="16200000" flipH="1">
            <a:off x="8221725" y="3477059"/>
            <a:ext cx="828076" cy="73353"/>
          </a:xfrm>
          <a:prstGeom prst="bentConnector4">
            <a:avLst>
              <a:gd name="adj1" fmla="val 65"/>
              <a:gd name="adj2" fmla="val 811586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64" name="组合 263">
            <a:extLst>
              <a:ext uri="{FF2B5EF4-FFF2-40B4-BE49-F238E27FC236}">
                <a16:creationId xmlns:a16="http://schemas.microsoft.com/office/drawing/2014/main" id="{67425E38-4FB6-E06E-FACF-B8541EB29F14}"/>
              </a:ext>
            </a:extLst>
          </p:cNvPr>
          <p:cNvGrpSpPr/>
          <p:nvPr/>
        </p:nvGrpSpPr>
        <p:grpSpPr>
          <a:xfrm>
            <a:off x="6675442" y="4188130"/>
            <a:ext cx="263098" cy="215444"/>
            <a:chOff x="6804646" y="5198372"/>
            <a:chExt cx="263098" cy="215444"/>
          </a:xfrm>
        </p:grpSpPr>
        <p:sp>
          <p:nvSpPr>
            <p:cNvPr id="263" name="文本框 262">
              <a:extLst>
                <a:ext uri="{FF2B5EF4-FFF2-40B4-BE49-F238E27FC236}">
                  <a16:creationId xmlns:a16="http://schemas.microsoft.com/office/drawing/2014/main" id="{D0DCBE31-D84E-141B-BABD-B46A359463E7}"/>
                </a:ext>
              </a:extLst>
            </p:cNvPr>
            <p:cNvSpPr txBox="1"/>
            <p:nvPr/>
          </p:nvSpPr>
          <p:spPr>
            <a:xfrm>
              <a:off x="6804646" y="5198372"/>
              <a:ext cx="263098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800" b="0" i="0" dirty="0">
                  <a:solidFill>
                    <a:srgbClr val="24292F"/>
                  </a:solidFill>
                  <a:effectLst/>
                  <a:latin typeface="Noto Sans" panose="020B0502040504020204" pitchFamily="34" charset="0"/>
                </a:rPr>
                <a:t>C</a:t>
              </a:r>
              <a:endParaRPr lang="zh-CN" altLang="en-US" sz="800" dirty="0"/>
            </a:p>
          </p:txBody>
        </p:sp>
        <p:sp>
          <p:nvSpPr>
            <p:cNvPr id="260" name="椭圆 259">
              <a:extLst>
                <a:ext uri="{FF2B5EF4-FFF2-40B4-BE49-F238E27FC236}">
                  <a16:creationId xmlns:a16="http://schemas.microsoft.com/office/drawing/2014/main" id="{CE564621-9412-B2F0-5BC3-59F061E95A3A}"/>
                </a:ext>
              </a:extLst>
            </p:cNvPr>
            <p:cNvSpPr/>
            <p:nvPr/>
          </p:nvSpPr>
          <p:spPr>
            <a:xfrm>
              <a:off x="6862842" y="5233467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cxnSp>
        <p:nvCxnSpPr>
          <p:cNvPr id="265" name="连接符: 肘形 264">
            <a:extLst>
              <a:ext uri="{FF2B5EF4-FFF2-40B4-BE49-F238E27FC236}">
                <a16:creationId xmlns:a16="http://schemas.microsoft.com/office/drawing/2014/main" id="{2E5C2DB8-EA5F-AF9E-FAEC-4268EE2ADF7B}"/>
              </a:ext>
            </a:extLst>
          </p:cNvPr>
          <p:cNvCxnSpPr>
            <a:cxnSpLocks/>
            <a:stCxn id="219" idx="4"/>
            <a:endCxn id="260" idx="2"/>
          </p:cNvCxnSpPr>
          <p:nvPr/>
        </p:nvCxnSpPr>
        <p:spPr>
          <a:xfrm rot="16200000" flipH="1">
            <a:off x="5696033" y="3258246"/>
            <a:ext cx="288621" cy="1786589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2" name="连接符: 肘形 271">
            <a:extLst>
              <a:ext uri="{FF2B5EF4-FFF2-40B4-BE49-F238E27FC236}">
                <a16:creationId xmlns:a16="http://schemas.microsoft.com/office/drawing/2014/main" id="{42FAF814-71D0-BFFE-DD9A-562D47F765F7}"/>
              </a:ext>
            </a:extLst>
          </p:cNvPr>
          <p:cNvCxnSpPr>
            <a:stCxn id="223" idx="4"/>
            <a:endCxn id="260" idx="2"/>
          </p:cNvCxnSpPr>
          <p:nvPr/>
        </p:nvCxnSpPr>
        <p:spPr>
          <a:xfrm rot="16200000" flipH="1">
            <a:off x="6305164" y="3867377"/>
            <a:ext cx="288621" cy="56832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5" name="连接符: 肘形 274">
            <a:extLst>
              <a:ext uri="{FF2B5EF4-FFF2-40B4-BE49-F238E27FC236}">
                <a16:creationId xmlns:a16="http://schemas.microsoft.com/office/drawing/2014/main" id="{D20BD8EB-338A-15BB-BF4F-02A3C62BF6FE}"/>
              </a:ext>
            </a:extLst>
          </p:cNvPr>
          <p:cNvCxnSpPr>
            <a:cxnSpLocks/>
            <a:stCxn id="227" idx="4"/>
            <a:endCxn id="260" idx="6"/>
          </p:cNvCxnSpPr>
          <p:nvPr/>
        </p:nvCxnSpPr>
        <p:spPr>
          <a:xfrm rot="5400000">
            <a:off x="6987648" y="3899928"/>
            <a:ext cx="288621" cy="503227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连接符: 肘形 277">
            <a:extLst>
              <a:ext uri="{FF2B5EF4-FFF2-40B4-BE49-F238E27FC236}">
                <a16:creationId xmlns:a16="http://schemas.microsoft.com/office/drawing/2014/main" id="{4F3C63BA-096D-BC7D-EF34-A08D203B70FE}"/>
              </a:ext>
            </a:extLst>
          </p:cNvPr>
          <p:cNvCxnSpPr>
            <a:cxnSpLocks/>
            <a:stCxn id="231" idx="4"/>
            <a:endCxn id="260" idx="6"/>
          </p:cNvCxnSpPr>
          <p:nvPr/>
        </p:nvCxnSpPr>
        <p:spPr>
          <a:xfrm rot="5400000">
            <a:off x="7596778" y="3290797"/>
            <a:ext cx="288621" cy="172148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1" name="矩形: 圆角 280">
            <a:extLst>
              <a:ext uri="{FF2B5EF4-FFF2-40B4-BE49-F238E27FC236}">
                <a16:creationId xmlns:a16="http://schemas.microsoft.com/office/drawing/2014/main" id="{7D2BBCD4-EF4A-5F3E-8F4A-A58671658D9A}"/>
              </a:ext>
            </a:extLst>
          </p:cNvPr>
          <p:cNvSpPr/>
          <p:nvPr/>
        </p:nvSpPr>
        <p:spPr>
          <a:xfrm>
            <a:off x="6013201" y="4767876"/>
            <a:ext cx="1587580" cy="27531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交叉注意力</a:t>
            </a:r>
          </a:p>
        </p:txBody>
      </p:sp>
      <p:cxnSp>
        <p:nvCxnSpPr>
          <p:cNvPr id="290" name="连接符: 肘形 289">
            <a:extLst>
              <a:ext uri="{FF2B5EF4-FFF2-40B4-BE49-F238E27FC236}">
                <a16:creationId xmlns:a16="http://schemas.microsoft.com/office/drawing/2014/main" id="{6BB98F55-3E7A-8412-D1CA-252C131E13A4}"/>
              </a:ext>
            </a:extLst>
          </p:cNvPr>
          <p:cNvCxnSpPr>
            <a:cxnSpLocks/>
            <a:stCxn id="260" idx="4"/>
          </p:cNvCxnSpPr>
          <p:nvPr/>
        </p:nvCxnSpPr>
        <p:spPr>
          <a:xfrm rot="5400000">
            <a:off x="6409548" y="4370432"/>
            <a:ext cx="399396" cy="39549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3" name="连接符: 肘形 292">
            <a:extLst>
              <a:ext uri="{FF2B5EF4-FFF2-40B4-BE49-F238E27FC236}">
                <a16:creationId xmlns:a16="http://schemas.microsoft.com/office/drawing/2014/main" id="{58650F9E-1AF0-470E-6C55-9A8B5A676E77}"/>
              </a:ext>
            </a:extLst>
          </p:cNvPr>
          <p:cNvCxnSpPr>
            <a:cxnSpLocks/>
            <a:stCxn id="260" idx="4"/>
          </p:cNvCxnSpPr>
          <p:nvPr/>
        </p:nvCxnSpPr>
        <p:spPr>
          <a:xfrm rot="16200000" flipH="1">
            <a:off x="6805037" y="4370432"/>
            <a:ext cx="399398" cy="395491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C920D0E8-7632-6403-D214-F98054CBF754}"/>
              </a:ext>
            </a:extLst>
          </p:cNvPr>
          <p:cNvCxnSpPr>
            <a:stCxn id="281" idx="2"/>
            <a:endCxn id="477" idx="0"/>
          </p:cNvCxnSpPr>
          <p:nvPr/>
        </p:nvCxnSpPr>
        <p:spPr>
          <a:xfrm>
            <a:off x="6806991" y="5043192"/>
            <a:ext cx="0" cy="25414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D9EE304B-3510-CEDA-FE06-4BE531BC8073}"/>
                  </a:ext>
                </a:extLst>
              </p:cNvPr>
              <p:cNvSpPr txBox="1"/>
              <p:nvPr/>
            </p:nvSpPr>
            <p:spPr>
              <a:xfrm>
                <a:off x="6679498" y="2143317"/>
                <a:ext cx="6176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p>
                          <m:r>
                            <a:rPr lang="zh-CN" altLang="en-US" sz="1400" b="0" i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D9EE304B-3510-CEDA-FE06-4BE531BC8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9498" y="2143317"/>
                <a:ext cx="61767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文本框 318">
                <a:extLst>
                  <a:ext uri="{FF2B5EF4-FFF2-40B4-BE49-F238E27FC236}">
                    <a16:creationId xmlns:a16="http://schemas.microsoft.com/office/drawing/2014/main" id="{AFA2F637-51C6-0C49-DAB0-2DF0CCCD1972}"/>
                  </a:ext>
                </a:extLst>
              </p:cNvPr>
              <p:cNvSpPr txBox="1"/>
              <p:nvPr/>
            </p:nvSpPr>
            <p:spPr>
              <a:xfrm>
                <a:off x="3710277" y="1510494"/>
                <a:ext cx="700057" cy="325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19" name="文本框 318">
                <a:extLst>
                  <a:ext uri="{FF2B5EF4-FFF2-40B4-BE49-F238E27FC236}">
                    <a16:creationId xmlns:a16="http://schemas.microsoft.com/office/drawing/2014/main" id="{AFA2F637-51C6-0C49-DAB0-2DF0CCCD1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277" y="1510494"/>
                <a:ext cx="700057" cy="325282"/>
              </a:xfrm>
              <a:prstGeom prst="rect">
                <a:avLst/>
              </a:prstGeom>
              <a:blipFill>
                <a:blip r:embed="rId5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1" name="文本框 320">
                <a:extLst>
                  <a:ext uri="{FF2B5EF4-FFF2-40B4-BE49-F238E27FC236}">
                    <a16:creationId xmlns:a16="http://schemas.microsoft.com/office/drawing/2014/main" id="{B876DE7C-304A-2B13-8F7C-D0E0D8AA9A73}"/>
                  </a:ext>
                </a:extLst>
              </p:cNvPr>
              <p:cNvSpPr txBox="1"/>
              <p:nvPr/>
            </p:nvSpPr>
            <p:spPr>
              <a:xfrm>
                <a:off x="6234348" y="2661508"/>
                <a:ext cx="663088" cy="3486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𝑝𝑜𝑜𝑙</m:t>
                          </m:r>
                        </m:sub>
                        <m:sup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21" name="文本框 320">
                <a:extLst>
                  <a:ext uri="{FF2B5EF4-FFF2-40B4-BE49-F238E27FC236}">
                    <a16:creationId xmlns:a16="http://schemas.microsoft.com/office/drawing/2014/main" id="{B876DE7C-304A-2B13-8F7C-D0E0D8AA9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348" y="2661508"/>
                <a:ext cx="663088" cy="348685"/>
              </a:xfrm>
              <a:prstGeom prst="rect">
                <a:avLst/>
              </a:prstGeom>
              <a:blipFill>
                <a:blip r:embed="rId6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FA6FB159-2D4F-69B0-6D38-6FF0ACF5B7F9}"/>
                  </a:ext>
                </a:extLst>
              </p:cNvPr>
              <p:cNvSpPr txBox="1"/>
              <p:nvPr/>
            </p:nvSpPr>
            <p:spPr>
              <a:xfrm>
                <a:off x="6485425" y="5013384"/>
                <a:ext cx="135917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𝑀𝑆𝐷𝐶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FA6FB159-2D4F-69B0-6D38-6FF0ACF5B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425" y="5013384"/>
                <a:ext cx="1359174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文本框 325">
                <a:extLst>
                  <a:ext uri="{FF2B5EF4-FFF2-40B4-BE49-F238E27FC236}">
                    <a16:creationId xmlns:a16="http://schemas.microsoft.com/office/drawing/2014/main" id="{271E583D-190A-F23D-EE79-DA651DE06F1F}"/>
                  </a:ext>
                </a:extLst>
              </p:cNvPr>
              <p:cNvSpPr txBox="1"/>
              <p:nvPr/>
            </p:nvSpPr>
            <p:spPr>
              <a:xfrm>
                <a:off x="3216267" y="2499316"/>
                <a:ext cx="5536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26" name="文本框 325">
                <a:extLst>
                  <a:ext uri="{FF2B5EF4-FFF2-40B4-BE49-F238E27FC236}">
                    <a16:creationId xmlns:a16="http://schemas.microsoft.com/office/drawing/2014/main" id="{271E583D-190A-F23D-EE79-DA651DE06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267" y="2499316"/>
                <a:ext cx="55364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4" name="文本框 333">
                <a:extLst>
                  <a:ext uri="{FF2B5EF4-FFF2-40B4-BE49-F238E27FC236}">
                    <a16:creationId xmlns:a16="http://schemas.microsoft.com/office/drawing/2014/main" id="{2BB71905-187D-9C9C-A0BA-5828D49CEBCC}"/>
                  </a:ext>
                </a:extLst>
              </p:cNvPr>
              <p:cNvSpPr txBox="1"/>
              <p:nvPr/>
            </p:nvSpPr>
            <p:spPr>
              <a:xfrm>
                <a:off x="8902538" y="5043192"/>
                <a:ext cx="5536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34" name="文本框 333">
                <a:extLst>
                  <a:ext uri="{FF2B5EF4-FFF2-40B4-BE49-F238E27FC236}">
                    <a16:creationId xmlns:a16="http://schemas.microsoft.com/office/drawing/2014/main" id="{2BB71905-187D-9C9C-A0BA-5828D49CE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2538" y="5043192"/>
                <a:ext cx="55364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CF425EE-E6CE-BBAB-6700-7F15BA4E7173}"/>
                  </a:ext>
                </a:extLst>
              </p:cNvPr>
              <p:cNvSpPr txBox="1"/>
              <p:nvPr/>
            </p:nvSpPr>
            <p:spPr>
              <a:xfrm>
                <a:off x="6163930" y="5807816"/>
                <a:ext cx="142148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400" b="1" i="1">
                          <a:latin typeface="Cambria Math" panose="02040503050406030204" pitchFamily="18" charset="0"/>
                        </a:rPr>
                        <m:t>输出</m:t>
                      </m:r>
                      <m:r>
                        <a:rPr lang="zh-CN" altLang="en-US" sz="1400" b="1" i="1" smtClean="0">
                          <a:latin typeface="Cambria Math" panose="02040503050406030204" pitchFamily="18" charset="0"/>
                        </a:rPr>
                        <m:t>特征</m:t>
                      </m:r>
                      <m:sSub>
                        <m:sSubPr>
                          <m:ctrlPr>
                            <a:rPr lang="zh-CN" altLang="en-US" sz="1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400" b="0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CF425EE-E6CE-BBAB-6700-7F15BA4E7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930" y="5807816"/>
                <a:ext cx="1421489" cy="307777"/>
              </a:xfrm>
              <a:prstGeom prst="rect">
                <a:avLst/>
              </a:prstGeom>
              <a:blipFill>
                <a:blip r:embed="rId10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8" name="直接箭头连接符 337">
            <a:extLst>
              <a:ext uri="{FF2B5EF4-FFF2-40B4-BE49-F238E27FC236}">
                <a16:creationId xmlns:a16="http://schemas.microsoft.com/office/drawing/2014/main" id="{DECB70ED-7F69-07F8-9932-DBF78DA1674D}"/>
              </a:ext>
            </a:extLst>
          </p:cNvPr>
          <p:cNvCxnSpPr>
            <a:cxnSpLocks/>
            <a:stCxn id="477" idx="4"/>
          </p:cNvCxnSpPr>
          <p:nvPr/>
        </p:nvCxnSpPr>
        <p:spPr>
          <a:xfrm>
            <a:off x="6806991" y="5442589"/>
            <a:ext cx="0" cy="36394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0" name="文本框 339">
            <a:extLst>
              <a:ext uri="{FF2B5EF4-FFF2-40B4-BE49-F238E27FC236}">
                <a16:creationId xmlns:a16="http://schemas.microsoft.com/office/drawing/2014/main" id="{23540658-2416-E035-A1CF-467324903B24}"/>
              </a:ext>
            </a:extLst>
          </p:cNvPr>
          <p:cNvSpPr txBox="1"/>
          <p:nvPr/>
        </p:nvSpPr>
        <p:spPr>
          <a:xfrm>
            <a:off x="9166347" y="841377"/>
            <a:ext cx="12950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</a:t>
            </a:r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块</a:t>
            </a:r>
          </a:p>
        </p:txBody>
      </p:sp>
    </p:spTree>
    <p:extLst>
      <p:ext uri="{BB962C8B-B14F-4D97-AF65-F5344CB8AC3E}">
        <p14:creationId xmlns:p14="http://schemas.microsoft.com/office/powerpoint/2010/main" val="2750720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4EA6B-E1FE-70FC-5ECB-7DB9B4FA3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矩形 388">
            <a:extLst>
              <a:ext uri="{FF2B5EF4-FFF2-40B4-BE49-F238E27FC236}">
                <a16:creationId xmlns:a16="http://schemas.microsoft.com/office/drawing/2014/main" id="{8DFE40C5-CA34-8AF2-2AE8-EFCBBCD34E79}"/>
              </a:ext>
            </a:extLst>
          </p:cNvPr>
          <p:cNvSpPr/>
          <p:nvPr/>
        </p:nvSpPr>
        <p:spPr>
          <a:xfrm rot="5400000">
            <a:off x="3805793" y="-755200"/>
            <a:ext cx="4173004" cy="7817437"/>
          </a:xfrm>
          <a:prstGeom prst="rect">
            <a:avLst/>
          </a:prstGeom>
          <a:solidFill>
            <a:srgbClr val="FBE5D6">
              <a:alpha val="4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61CCE975-C63C-DA69-2FD2-8522FCBCF623}"/>
              </a:ext>
            </a:extLst>
          </p:cNvPr>
          <p:cNvSpPr/>
          <p:nvPr/>
        </p:nvSpPr>
        <p:spPr>
          <a:xfrm rot="5400000">
            <a:off x="5776495" y="2005995"/>
            <a:ext cx="1531249" cy="4555740"/>
          </a:xfrm>
          <a:prstGeom prst="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立方体 260">
            <a:extLst>
              <a:ext uri="{FF2B5EF4-FFF2-40B4-BE49-F238E27FC236}">
                <a16:creationId xmlns:a16="http://schemas.microsoft.com/office/drawing/2014/main" id="{A20C3A15-10DB-059B-3E10-043F4B9B2793}"/>
              </a:ext>
            </a:extLst>
          </p:cNvPr>
          <p:cNvSpPr/>
          <p:nvPr/>
        </p:nvSpPr>
        <p:spPr>
          <a:xfrm>
            <a:off x="4798956" y="4345339"/>
            <a:ext cx="1051085" cy="353421"/>
          </a:xfrm>
          <a:prstGeom prst="cube">
            <a:avLst>
              <a:gd name="adj" fmla="val 77174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立方体 261">
            <a:extLst>
              <a:ext uri="{FF2B5EF4-FFF2-40B4-BE49-F238E27FC236}">
                <a16:creationId xmlns:a16="http://schemas.microsoft.com/office/drawing/2014/main" id="{7943674A-164C-65F5-A514-067A42ECF642}"/>
              </a:ext>
            </a:extLst>
          </p:cNvPr>
          <p:cNvSpPr/>
          <p:nvPr/>
        </p:nvSpPr>
        <p:spPr>
          <a:xfrm>
            <a:off x="4946111" y="4291697"/>
            <a:ext cx="744842" cy="271667"/>
          </a:xfrm>
          <a:prstGeom prst="cube">
            <a:avLst>
              <a:gd name="adj" fmla="val 63251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立方体 263">
            <a:extLst>
              <a:ext uri="{FF2B5EF4-FFF2-40B4-BE49-F238E27FC236}">
                <a16:creationId xmlns:a16="http://schemas.microsoft.com/office/drawing/2014/main" id="{536D9133-99B0-2ECA-D02B-CF28AC307E69}"/>
              </a:ext>
            </a:extLst>
          </p:cNvPr>
          <p:cNvSpPr/>
          <p:nvPr/>
        </p:nvSpPr>
        <p:spPr>
          <a:xfrm>
            <a:off x="5091884" y="4214663"/>
            <a:ext cx="482693" cy="195517"/>
          </a:xfrm>
          <a:prstGeom prst="cube">
            <a:avLst>
              <a:gd name="adj" fmla="val 55456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立方体 264">
            <a:extLst>
              <a:ext uri="{FF2B5EF4-FFF2-40B4-BE49-F238E27FC236}">
                <a16:creationId xmlns:a16="http://schemas.microsoft.com/office/drawing/2014/main" id="{7CC0AC31-3593-A223-BAD6-59F5B247F3F7}"/>
              </a:ext>
            </a:extLst>
          </p:cNvPr>
          <p:cNvSpPr/>
          <p:nvPr/>
        </p:nvSpPr>
        <p:spPr>
          <a:xfrm>
            <a:off x="5197208" y="4116592"/>
            <a:ext cx="252904" cy="152041"/>
          </a:xfrm>
          <a:prstGeom prst="cube">
            <a:avLst>
              <a:gd name="adj" fmla="val 35499"/>
            </a:avLst>
          </a:prstGeom>
          <a:solidFill>
            <a:srgbClr val="FBE5D6"/>
          </a:solidFill>
          <a:ln w="12700">
            <a:solidFill>
              <a:srgbClr val="F9C4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7D623518-0E90-3BAB-7778-38410CA51CD9}"/>
              </a:ext>
            </a:extLst>
          </p:cNvPr>
          <p:cNvSpPr/>
          <p:nvPr/>
        </p:nvSpPr>
        <p:spPr>
          <a:xfrm rot="10800000">
            <a:off x="6363549" y="4034685"/>
            <a:ext cx="202202" cy="615538"/>
          </a:xfrm>
          <a:prstGeom prst="rect">
            <a:avLst/>
          </a:prstGeom>
          <a:solidFill>
            <a:srgbClr val="C1E9F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Concat</a:t>
            </a:r>
          </a:p>
        </p:txBody>
      </p: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BC71F24B-B097-2DD2-8599-2B8BD9B40FB0}"/>
              </a:ext>
            </a:extLst>
          </p:cNvPr>
          <p:cNvCxnSpPr/>
          <p:nvPr/>
        </p:nvCxnSpPr>
        <p:spPr>
          <a:xfrm>
            <a:off x="5450111" y="416767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6" name="直接箭头连接符 375">
            <a:extLst>
              <a:ext uri="{FF2B5EF4-FFF2-40B4-BE49-F238E27FC236}">
                <a16:creationId xmlns:a16="http://schemas.microsoft.com/office/drawing/2014/main" id="{E7208A68-E6E5-8EB1-9CB6-9B3AEA15B5ED}"/>
              </a:ext>
            </a:extLst>
          </p:cNvPr>
          <p:cNvCxnSpPr/>
          <p:nvPr/>
        </p:nvCxnSpPr>
        <p:spPr>
          <a:xfrm>
            <a:off x="5540027" y="4289594"/>
            <a:ext cx="81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BB9A7B40-6AA9-9146-5B81-209BDAFAED91}"/>
              </a:ext>
            </a:extLst>
          </p:cNvPr>
          <p:cNvCxnSpPr/>
          <p:nvPr/>
        </p:nvCxnSpPr>
        <p:spPr>
          <a:xfrm>
            <a:off x="5613025" y="4410180"/>
            <a:ext cx="738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522C99BF-6E0C-3F5E-5E3F-686B6FA18270}"/>
              </a:ext>
            </a:extLst>
          </p:cNvPr>
          <p:cNvCxnSpPr/>
          <p:nvPr/>
        </p:nvCxnSpPr>
        <p:spPr>
          <a:xfrm>
            <a:off x="5680300" y="4537180"/>
            <a:ext cx="666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81" name="图片 380">
            <a:extLst>
              <a:ext uri="{FF2B5EF4-FFF2-40B4-BE49-F238E27FC236}">
                <a16:creationId xmlns:a16="http://schemas.microsoft.com/office/drawing/2014/main" id="{96FB3ECE-068E-DD31-91D8-371A28728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894" y="3944254"/>
            <a:ext cx="807098" cy="806165"/>
          </a:xfrm>
          <a:prstGeom prst="rect">
            <a:avLst/>
          </a:prstGeom>
        </p:spPr>
      </p:pic>
      <p:cxnSp>
        <p:nvCxnSpPr>
          <p:cNvPr id="383" name="直接箭头连接符 382">
            <a:extLst>
              <a:ext uri="{FF2B5EF4-FFF2-40B4-BE49-F238E27FC236}">
                <a16:creationId xmlns:a16="http://schemas.microsoft.com/office/drawing/2014/main" id="{B8826D05-E9CC-0C31-7CD3-0827866E645C}"/>
              </a:ext>
            </a:extLst>
          </p:cNvPr>
          <p:cNvCxnSpPr>
            <a:cxnSpLocks/>
            <a:stCxn id="340" idx="1"/>
          </p:cNvCxnSpPr>
          <p:nvPr/>
        </p:nvCxnSpPr>
        <p:spPr>
          <a:xfrm>
            <a:off x="6565751" y="4342454"/>
            <a:ext cx="371153" cy="48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5" name="文本框 404">
            <a:extLst>
              <a:ext uri="{FF2B5EF4-FFF2-40B4-BE49-F238E27FC236}">
                <a16:creationId xmlns:a16="http://schemas.microsoft.com/office/drawing/2014/main" id="{8FB68DF6-909D-BF86-17A4-3FA57CE55005}"/>
              </a:ext>
            </a:extLst>
          </p:cNvPr>
          <p:cNvSpPr txBox="1"/>
          <p:nvPr/>
        </p:nvSpPr>
        <p:spPr>
          <a:xfrm>
            <a:off x="7863555" y="4756206"/>
            <a:ext cx="8339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语义掩码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61CDE447-3D2F-31B0-D4BB-E8F71A8FADFE}"/>
                  </a:ext>
                </a:extLst>
              </p:cNvPr>
              <p:cNvSpPr txBox="1"/>
              <p:nvPr/>
            </p:nvSpPr>
            <p:spPr>
              <a:xfrm>
                <a:off x="2401517" y="4393291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0" name="文本框 459">
                <a:extLst>
                  <a:ext uri="{FF2B5EF4-FFF2-40B4-BE49-F238E27FC236}">
                    <a16:creationId xmlns:a16="http://schemas.microsoft.com/office/drawing/2014/main" id="{61CDE447-3D2F-31B0-D4BB-E8F71A8FA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1517" y="4393291"/>
                <a:ext cx="47178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6064C6B-2F9D-DD2E-86C1-B17F42815BE2}"/>
                  </a:ext>
                </a:extLst>
              </p:cNvPr>
              <p:cNvSpPr txBox="1"/>
              <p:nvPr/>
            </p:nvSpPr>
            <p:spPr>
              <a:xfrm>
                <a:off x="2618187" y="4260181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1" name="文本框 460">
                <a:extLst>
                  <a:ext uri="{FF2B5EF4-FFF2-40B4-BE49-F238E27FC236}">
                    <a16:creationId xmlns:a16="http://schemas.microsoft.com/office/drawing/2014/main" id="{B6064C6B-2F9D-DD2E-86C1-B17F42815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187" y="4260181"/>
                <a:ext cx="471789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2B880D73-3F8B-E9C0-BC71-74E426609305}"/>
                  </a:ext>
                </a:extLst>
              </p:cNvPr>
              <p:cNvSpPr txBox="1"/>
              <p:nvPr/>
            </p:nvSpPr>
            <p:spPr>
              <a:xfrm>
                <a:off x="2900222" y="4076163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2" name="文本框 461">
                <a:extLst>
                  <a:ext uri="{FF2B5EF4-FFF2-40B4-BE49-F238E27FC236}">
                    <a16:creationId xmlns:a16="http://schemas.microsoft.com/office/drawing/2014/main" id="{2B880D73-3F8B-E9C0-BC71-74E426609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222" y="4076163"/>
                <a:ext cx="47178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001216EC-83B5-EBEE-BDAF-D46B4EF46049}"/>
                  </a:ext>
                </a:extLst>
              </p:cNvPr>
              <p:cNvSpPr txBox="1"/>
              <p:nvPr/>
            </p:nvSpPr>
            <p:spPr>
              <a:xfrm>
                <a:off x="3101753" y="3797553"/>
                <a:ext cx="47178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3" name="文本框 462">
                <a:extLst>
                  <a:ext uri="{FF2B5EF4-FFF2-40B4-BE49-F238E27FC236}">
                    <a16:creationId xmlns:a16="http://schemas.microsoft.com/office/drawing/2014/main" id="{001216EC-83B5-EBEE-BDAF-D46B4EF46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1753" y="3797553"/>
                <a:ext cx="471789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矩形 1">
            <a:extLst>
              <a:ext uri="{FF2B5EF4-FFF2-40B4-BE49-F238E27FC236}">
                <a16:creationId xmlns:a16="http://schemas.microsoft.com/office/drawing/2014/main" id="{F7934D06-F67A-E5EF-0ED6-8406DC9E39C5}"/>
              </a:ext>
            </a:extLst>
          </p:cNvPr>
          <p:cNvSpPr/>
          <p:nvPr/>
        </p:nvSpPr>
        <p:spPr>
          <a:xfrm rot="5400000">
            <a:off x="2934539" y="1771066"/>
            <a:ext cx="349747" cy="15181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SAM</a:t>
            </a:r>
            <a:r>
              <a:rPr lang="zh-CN" altLang="en-US" sz="1400" dirty="0">
                <a:solidFill>
                  <a:schemeClr val="tx1"/>
                </a:solidFill>
              </a:rPr>
              <a:t>编码器输出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4E698B-E367-74C1-0CBE-D5055C187738}"/>
              </a:ext>
            </a:extLst>
          </p:cNvPr>
          <p:cNvSpPr/>
          <p:nvPr/>
        </p:nvSpPr>
        <p:spPr>
          <a:xfrm rot="5400000">
            <a:off x="6522492" y="363283"/>
            <a:ext cx="1993631" cy="3889463"/>
          </a:xfrm>
          <a:prstGeom prst="rect">
            <a:avLst/>
          </a:prstGeom>
          <a:solidFill>
            <a:srgbClr val="FCEADE">
              <a:alpha val="80000"/>
            </a:srgbClr>
          </a:solidFill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5740669-57AD-0D95-09D5-0114EA3C7530}"/>
              </a:ext>
            </a:extLst>
          </p:cNvPr>
          <p:cNvSpPr/>
          <p:nvPr/>
        </p:nvSpPr>
        <p:spPr>
          <a:xfrm rot="5400000">
            <a:off x="6099012" y="2232913"/>
            <a:ext cx="349749" cy="583727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池化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8F6F1819-081E-C4E0-35FD-07F0D367033A}"/>
              </a:ext>
            </a:extLst>
          </p:cNvPr>
          <p:cNvCxnSpPr>
            <a:cxnSpLocks/>
            <a:stCxn id="2" idx="0"/>
            <a:endCxn id="7" idx="2"/>
          </p:cNvCxnSpPr>
          <p:nvPr/>
        </p:nvCxnSpPr>
        <p:spPr>
          <a:xfrm flipV="1">
            <a:off x="3868479" y="2524777"/>
            <a:ext cx="2113544" cy="535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立方体 9">
            <a:extLst>
              <a:ext uri="{FF2B5EF4-FFF2-40B4-BE49-F238E27FC236}">
                <a16:creationId xmlns:a16="http://schemas.microsoft.com/office/drawing/2014/main" id="{F712C9EB-B012-C0A6-450E-4096E4E610F1}"/>
              </a:ext>
            </a:extLst>
          </p:cNvPr>
          <p:cNvSpPr/>
          <p:nvPr/>
        </p:nvSpPr>
        <p:spPr>
          <a:xfrm>
            <a:off x="6917436" y="1867808"/>
            <a:ext cx="337438" cy="104903"/>
          </a:xfrm>
          <a:prstGeom prst="cube">
            <a:avLst>
              <a:gd name="adj" fmla="val 31521"/>
            </a:avLst>
          </a:prstGeom>
          <a:solidFill>
            <a:srgbClr val="F5B184">
              <a:alpha val="70000"/>
            </a:srgb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立方体 10">
            <a:extLst>
              <a:ext uri="{FF2B5EF4-FFF2-40B4-BE49-F238E27FC236}">
                <a16:creationId xmlns:a16="http://schemas.microsoft.com/office/drawing/2014/main" id="{C20FD47F-AE50-C0B3-0833-C5093A05381A}"/>
              </a:ext>
            </a:extLst>
          </p:cNvPr>
          <p:cNvSpPr/>
          <p:nvPr/>
        </p:nvSpPr>
        <p:spPr>
          <a:xfrm>
            <a:off x="6917436" y="2126855"/>
            <a:ext cx="337438" cy="153625"/>
          </a:xfrm>
          <a:prstGeom prst="cube">
            <a:avLst>
              <a:gd name="adj" fmla="val 31521"/>
            </a:avLst>
          </a:prstGeom>
          <a:solidFill>
            <a:schemeClr val="accent4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立方体 11">
            <a:extLst>
              <a:ext uri="{FF2B5EF4-FFF2-40B4-BE49-F238E27FC236}">
                <a16:creationId xmlns:a16="http://schemas.microsoft.com/office/drawing/2014/main" id="{01901809-8CA0-59F1-F21B-261CD27C723D}"/>
              </a:ext>
            </a:extLst>
          </p:cNvPr>
          <p:cNvSpPr/>
          <p:nvPr/>
        </p:nvSpPr>
        <p:spPr>
          <a:xfrm>
            <a:off x="6917436" y="2455191"/>
            <a:ext cx="337438" cy="219800"/>
          </a:xfrm>
          <a:prstGeom prst="cube">
            <a:avLst>
              <a:gd name="adj" fmla="val 31521"/>
            </a:avLst>
          </a:prstGeom>
          <a:solidFill>
            <a:schemeClr val="accent5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立方体 12">
            <a:extLst>
              <a:ext uri="{FF2B5EF4-FFF2-40B4-BE49-F238E27FC236}">
                <a16:creationId xmlns:a16="http://schemas.microsoft.com/office/drawing/2014/main" id="{9BFD43CD-4B7D-3697-2EC6-AE60206C97C3}"/>
              </a:ext>
            </a:extLst>
          </p:cNvPr>
          <p:cNvSpPr/>
          <p:nvPr/>
        </p:nvSpPr>
        <p:spPr>
          <a:xfrm>
            <a:off x="6917436" y="2814203"/>
            <a:ext cx="337438" cy="337114"/>
          </a:xfrm>
          <a:prstGeom prst="cube">
            <a:avLst>
              <a:gd name="adj" fmla="val 31521"/>
            </a:avLst>
          </a:prstGeom>
          <a:solidFill>
            <a:schemeClr val="accent6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EF3DA10F-0A4E-D6AD-6182-4FE1D55B3F50}"/>
              </a:ext>
            </a:extLst>
          </p:cNvPr>
          <p:cNvCxnSpPr>
            <a:stCxn id="7" idx="0"/>
            <a:endCxn id="10" idx="2"/>
          </p:cNvCxnSpPr>
          <p:nvPr/>
        </p:nvCxnSpPr>
        <p:spPr>
          <a:xfrm flipV="1">
            <a:off x="6565750" y="1936793"/>
            <a:ext cx="351686" cy="587984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EC8E217E-34E1-513F-4990-E20E68501F45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6565750" y="2227880"/>
            <a:ext cx="351686" cy="296897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64013881-6692-78EC-D97A-12E9C4D46BB2}"/>
              </a:ext>
            </a:extLst>
          </p:cNvPr>
          <p:cNvCxnSpPr>
            <a:cxnSpLocks/>
            <a:stCxn id="7" idx="0"/>
            <a:endCxn id="12" idx="2"/>
          </p:cNvCxnSpPr>
          <p:nvPr/>
        </p:nvCxnSpPr>
        <p:spPr>
          <a:xfrm>
            <a:off x="6565750" y="2524777"/>
            <a:ext cx="351686" cy="74956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65A775DB-FBE7-0EBC-2A80-CF6A32856AEA}"/>
              </a:ext>
            </a:extLst>
          </p:cNvPr>
          <p:cNvCxnSpPr>
            <a:cxnSpLocks/>
            <a:stCxn id="7" idx="0"/>
            <a:endCxn id="13" idx="2"/>
          </p:cNvCxnSpPr>
          <p:nvPr/>
        </p:nvCxnSpPr>
        <p:spPr>
          <a:xfrm>
            <a:off x="6565750" y="2524777"/>
            <a:ext cx="351686" cy="511114"/>
          </a:xfrm>
          <a:prstGeom prst="bentConnector3">
            <a:avLst/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5C3BB80E-56A1-FEB0-6EFA-1D922733C39B}"/>
              </a:ext>
            </a:extLst>
          </p:cNvPr>
          <p:cNvSpPr/>
          <p:nvPr/>
        </p:nvSpPr>
        <p:spPr>
          <a:xfrm rot="5400000">
            <a:off x="7574706" y="1723425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BA0A8AF-4074-D86F-08B7-A566C226A561}"/>
              </a:ext>
            </a:extLst>
          </p:cNvPr>
          <p:cNvSpPr/>
          <p:nvPr/>
        </p:nvSpPr>
        <p:spPr>
          <a:xfrm rot="5400000">
            <a:off x="7574705" y="2022070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119A849-405C-AA8E-C4BC-6E97DD5D2EAD}"/>
              </a:ext>
            </a:extLst>
          </p:cNvPr>
          <p:cNvSpPr/>
          <p:nvPr/>
        </p:nvSpPr>
        <p:spPr>
          <a:xfrm rot="5400000">
            <a:off x="7574705" y="2369736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3FD7901-C80D-5228-80C0-1C73BAEC50B1}"/>
              </a:ext>
            </a:extLst>
          </p:cNvPr>
          <p:cNvSpPr/>
          <p:nvPr/>
        </p:nvSpPr>
        <p:spPr>
          <a:xfrm rot="5400000">
            <a:off x="7574704" y="2803418"/>
            <a:ext cx="139889" cy="358683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卷积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AE35BA4-D345-ED8F-A641-8BD2BD70496D}"/>
              </a:ext>
            </a:extLst>
          </p:cNvPr>
          <p:cNvCxnSpPr>
            <a:stCxn id="10" idx="5"/>
            <a:endCxn id="31" idx="2"/>
          </p:cNvCxnSpPr>
          <p:nvPr/>
        </p:nvCxnSpPr>
        <p:spPr>
          <a:xfrm flipV="1">
            <a:off x="7254874" y="1902767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6A67ABC-A2FB-7BB9-3819-4BD7D0139D48}"/>
              </a:ext>
            </a:extLst>
          </p:cNvPr>
          <p:cNvCxnSpPr/>
          <p:nvPr/>
        </p:nvCxnSpPr>
        <p:spPr>
          <a:xfrm flipV="1">
            <a:off x="7254872" y="2200452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94DF1550-DC70-DD9D-35F4-D20FC19CF592}"/>
              </a:ext>
            </a:extLst>
          </p:cNvPr>
          <p:cNvCxnSpPr/>
          <p:nvPr/>
        </p:nvCxnSpPr>
        <p:spPr>
          <a:xfrm flipV="1">
            <a:off x="7254872" y="2551821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5F8231A9-E1A3-B6B3-D32D-34D744DA3583}"/>
              </a:ext>
            </a:extLst>
          </p:cNvPr>
          <p:cNvCxnSpPr/>
          <p:nvPr/>
        </p:nvCxnSpPr>
        <p:spPr>
          <a:xfrm flipV="1">
            <a:off x="7254871" y="2976289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立方体 42">
            <a:extLst>
              <a:ext uri="{FF2B5EF4-FFF2-40B4-BE49-F238E27FC236}">
                <a16:creationId xmlns:a16="http://schemas.microsoft.com/office/drawing/2014/main" id="{5F064828-115E-707A-7017-B80342C6FD4A}"/>
              </a:ext>
            </a:extLst>
          </p:cNvPr>
          <p:cNvSpPr/>
          <p:nvPr/>
        </p:nvSpPr>
        <p:spPr>
          <a:xfrm>
            <a:off x="8034427" y="1867808"/>
            <a:ext cx="125818" cy="104904"/>
          </a:xfrm>
          <a:prstGeom prst="cube">
            <a:avLst>
              <a:gd name="adj" fmla="val 31521"/>
            </a:avLst>
          </a:prstGeom>
          <a:solidFill>
            <a:srgbClr val="F5B184">
              <a:alpha val="70000"/>
            </a:srgb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立方体 43">
            <a:extLst>
              <a:ext uri="{FF2B5EF4-FFF2-40B4-BE49-F238E27FC236}">
                <a16:creationId xmlns:a16="http://schemas.microsoft.com/office/drawing/2014/main" id="{E03A1AF5-5190-CE26-4544-2003FBD65285}"/>
              </a:ext>
            </a:extLst>
          </p:cNvPr>
          <p:cNvSpPr/>
          <p:nvPr/>
        </p:nvSpPr>
        <p:spPr>
          <a:xfrm>
            <a:off x="8034425" y="2122031"/>
            <a:ext cx="125818" cy="156841"/>
          </a:xfrm>
          <a:prstGeom prst="cube">
            <a:avLst>
              <a:gd name="adj" fmla="val 31521"/>
            </a:avLst>
          </a:prstGeom>
          <a:solidFill>
            <a:schemeClr val="accent4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立方体 44">
            <a:extLst>
              <a:ext uri="{FF2B5EF4-FFF2-40B4-BE49-F238E27FC236}">
                <a16:creationId xmlns:a16="http://schemas.microsoft.com/office/drawing/2014/main" id="{FF994A94-C447-883C-6379-9BA1AA0BA146}"/>
              </a:ext>
            </a:extLst>
          </p:cNvPr>
          <p:cNvSpPr/>
          <p:nvPr/>
        </p:nvSpPr>
        <p:spPr>
          <a:xfrm>
            <a:off x="8034425" y="2457351"/>
            <a:ext cx="125818" cy="219800"/>
          </a:xfrm>
          <a:prstGeom prst="cube">
            <a:avLst>
              <a:gd name="adj" fmla="val 31521"/>
            </a:avLst>
          </a:prstGeom>
          <a:solidFill>
            <a:schemeClr val="accent5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立方体 46">
            <a:extLst>
              <a:ext uri="{FF2B5EF4-FFF2-40B4-BE49-F238E27FC236}">
                <a16:creationId xmlns:a16="http://schemas.microsoft.com/office/drawing/2014/main" id="{6092367F-551D-FAD5-A08E-BB3D5BD8F240}"/>
              </a:ext>
            </a:extLst>
          </p:cNvPr>
          <p:cNvSpPr/>
          <p:nvPr/>
        </p:nvSpPr>
        <p:spPr>
          <a:xfrm>
            <a:off x="8034425" y="2814203"/>
            <a:ext cx="125818" cy="337114"/>
          </a:xfrm>
          <a:prstGeom prst="cube">
            <a:avLst>
              <a:gd name="adj" fmla="val 31521"/>
            </a:avLst>
          </a:prstGeom>
          <a:solidFill>
            <a:schemeClr val="accent6">
              <a:lumMod val="60000"/>
              <a:lumOff val="40000"/>
              <a:alpha val="70000"/>
            </a:schemeClr>
          </a:solidFill>
          <a:ln w="12700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B063356D-79EE-C1BF-E502-787972DAF4E0}"/>
              </a:ext>
            </a:extLst>
          </p:cNvPr>
          <p:cNvCxnSpPr/>
          <p:nvPr/>
        </p:nvCxnSpPr>
        <p:spPr>
          <a:xfrm flipV="1">
            <a:off x="7823990" y="1901807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8D039619-0478-6390-BFDB-C60218952551}"/>
              </a:ext>
            </a:extLst>
          </p:cNvPr>
          <p:cNvCxnSpPr/>
          <p:nvPr/>
        </p:nvCxnSpPr>
        <p:spPr>
          <a:xfrm flipV="1">
            <a:off x="7827131" y="2203667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E3396EAD-7C00-6459-713E-C6351CC29A08}"/>
              </a:ext>
            </a:extLst>
          </p:cNvPr>
          <p:cNvCxnSpPr/>
          <p:nvPr/>
        </p:nvCxnSpPr>
        <p:spPr>
          <a:xfrm flipV="1">
            <a:off x="7823990" y="2558115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5CB06621-109E-CF61-1FB2-AA620CA16F52}"/>
              </a:ext>
            </a:extLst>
          </p:cNvPr>
          <p:cNvCxnSpPr/>
          <p:nvPr/>
        </p:nvCxnSpPr>
        <p:spPr>
          <a:xfrm flipV="1">
            <a:off x="7823988" y="2978098"/>
            <a:ext cx="210435" cy="959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矩形 53">
            <a:extLst>
              <a:ext uri="{FF2B5EF4-FFF2-40B4-BE49-F238E27FC236}">
                <a16:creationId xmlns:a16="http://schemas.microsoft.com/office/drawing/2014/main" id="{2D892D10-1AF6-AC8F-6B37-ECD454170F96}"/>
              </a:ext>
            </a:extLst>
          </p:cNvPr>
          <p:cNvSpPr/>
          <p:nvPr/>
        </p:nvSpPr>
        <p:spPr>
          <a:xfrm rot="5400000">
            <a:off x="8630551" y="2279742"/>
            <a:ext cx="133872" cy="404801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800" dirty="0">
                <a:solidFill>
                  <a:schemeClr val="tx1"/>
                </a:solidFill>
              </a:rPr>
              <a:t>上采样</a:t>
            </a:r>
            <a:endParaRPr lang="en-US" altLang="zh-CN" sz="8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E0A4BAD5-A5C6-FF00-D83E-5AE3F0CE65A8}"/>
              </a:ext>
            </a:extLst>
          </p:cNvPr>
          <p:cNvCxnSpPr>
            <a:cxnSpLocks/>
            <a:stCxn id="43" idx="5"/>
            <a:endCxn id="54" idx="2"/>
          </p:cNvCxnSpPr>
          <p:nvPr/>
        </p:nvCxnSpPr>
        <p:spPr>
          <a:xfrm>
            <a:off x="8160245" y="1903727"/>
            <a:ext cx="334842" cy="578416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8" name="连接符: 肘形 447">
            <a:extLst>
              <a:ext uri="{FF2B5EF4-FFF2-40B4-BE49-F238E27FC236}">
                <a16:creationId xmlns:a16="http://schemas.microsoft.com/office/drawing/2014/main" id="{19B733B2-9DC3-FA58-52D0-F5CF5E86BFE8}"/>
              </a:ext>
            </a:extLst>
          </p:cNvPr>
          <p:cNvCxnSpPr>
            <a:cxnSpLocks/>
            <a:stCxn id="44" idx="5"/>
            <a:endCxn id="54" idx="2"/>
          </p:cNvCxnSpPr>
          <p:nvPr/>
        </p:nvCxnSpPr>
        <p:spPr>
          <a:xfrm>
            <a:off x="8160243" y="2180622"/>
            <a:ext cx="334844" cy="301521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9" name="连接符: 肘形 458">
            <a:extLst>
              <a:ext uri="{FF2B5EF4-FFF2-40B4-BE49-F238E27FC236}">
                <a16:creationId xmlns:a16="http://schemas.microsoft.com/office/drawing/2014/main" id="{9B9AF131-C05A-8E1A-7CAC-DA410BA011DA}"/>
              </a:ext>
            </a:extLst>
          </p:cNvPr>
          <p:cNvCxnSpPr>
            <a:cxnSpLocks/>
            <a:stCxn id="45" idx="5"/>
            <a:endCxn id="54" idx="2"/>
          </p:cNvCxnSpPr>
          <p:nvPr/>
        </p:nvCxnSpPr>
        <p:spPr>
          <a:xfrm flipV="1">
            <a:off x="8160243" y="2482143"/>
            <a:ext cx="334844" cy="65278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6" name="连接符: 肘形 465">
            <a:extLst>
              <a:ext uri="{FF2B5EF4-FFF2-40B4-BE49-F238E27FC236}">
                <a16:creationId xmlns:a16="http://schemas.microsoft.com/office/drawing/2014/main" id="{EBDA5B1F-6A70-7505-B536-B5A8FB509BF2}"/>
              </a:ext>
            </a:extLst>
          </p:cNvPr>
          <p:cNvCxnSpPr>
            <a:cxnSpLocks/>
            <a:stCxn id="47" idx="5"/>
            <a:endCxn id="54" idx="2"/>
          </p:cNvCxnSpPr>
          <p:nvPr/>
        </p:nvCxnSpPr>
        <p:spPr>
          <a:xfrm flipV="1">
            <a:off x="8160243" y="2482143"/>
            <a:ext cx="334844" cy="480787"/>
          </a:xfrm>
          <a:prstGeom prst="bentConnector3">
            <a:avLst>
              <a:gd name="adj1" fmla="val 50000"/>
            </a:avLst>
          </a:prstGeom>
          <a:ln w="6350"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69" name="组合 468">
            <a:extLst>
              <a:ext uri="{FF2B5EF4-FFF2-40B4-BE49-F238E27FC236}">
                <a16:creationId xmlns:a16="http://schemas.microsoft.com/office/drawing/2014/main" id="{D2AA3D48-ACE8-09B6-2EAF-CC61D1B91A71}"/>
              </a:ext>
            </a:extLst>
          </p:cNvPr>
          <p:cNvGrpSpPr/>
          <p:nvPr/>
        </p:nvGrpSpPr>
        <p:grpSpPr>
          <a:xfrm>
            <a:off x="9065612" y="2407789"/>
            <a:ext cx="146706" cy="145254"/>
            <a:chOff x="3044767" y="2832724"/>
            <a:chExt cx="146706" cy="145254"/>
          </a:xfrm>
        </p:grpSpPr>
        <p:sp>
          <p:nvSpPr>
            <p:cNvPr id="470" name="椭圆 469">
              <a:extLst>
                <a:ext uri="{FF2B5EF4-FFF2-40B4-BE49-F238E27FC236}">
                  <a16:creationId xmlns:a16="http://schemas.microsoft.com/office/drawing/2014/main" id="{BB3C5B39-97BA-74BC-4CC4-173D6B2C2447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71" name="直接连接符 470">
              <a:extLst>
                <a:ext uri="{FF2B5EF4-FFF2-40B4-BE49-F238E27FC236}">
                  <a16:creationId xmlns:a16="http://schemas.microsoft.com/office/drawing/2014/main" id="{3565D2A4-22B3-5A2D-B8DA-041678121AAF}"/>
                </a:ext>
              </a:extLst>
            </p:cNvPr>
            <p:cNvCxnSpPr>
              <a:cxnSpLocks/>
              <a:stCxn id="470" idx="0"/>
              <a:endCxn id="470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直接连接符 471">
              <a:extLst>
                <a:ext uri="{FF2B5EF4-FFF2-40B4-BE49-F238E27FC236}">
                  <a16:creationId xmlns:a16="http://schemas.microsoft.com/office/drawing/2014/main" id="{0FCB9790-CB7F-3ABC-0CB7-33BB0FEB27D2}"/>
                </a:ext>
              </a:extLst>
            </p:cNvPr>
            <p:cNvCxnSpPr>
              <a:cxnSpLocks/>
              <a:stCxn id="470" idx="2"/>
              <a:endCxn id="470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4" name="连接符: 肘形 473">
            <a:extLst>
              <a:ext uri="{FF2B5EF4-FFF2-40B4-BE49-F238E27FC236}">
                <a16:creationId xmlns:a16="http://schemas.microsoft.com/office/drawing/2014/main" id="{DDEEF2FA-B866-5B75-B2F5-9CCA6869B516}"/>
              </a:ext>
            </a:extLst>
          </p:cNvPr>
          <p:cNvCxnSpPr>
            <a:cxnSpLocks/>
            <a:endCxn id="470" idx="0"/>
          </p:cNvCxnSpPr>
          <p:nvPr/>
        </p:nvCxnSpPr>
        <p:spPr>
          <a:xfrm flipV="1">
            <a:off x="5770880" y="2407789"/>
            <a:ext cx="3368085" cy="112614"/>
          </a:xfrm>
          <a:prstGeom prst="bentConnector4">
            <a:avLst>
              <a:gd name="adj1" fmla="val -410"/>
              <a:gd name="adj2" fmla="val 70221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0" name="直接箭头连接符 479">
            <a:extLst>
              <a:ext uri="{FF2B5EF4-FFF2-40B4-BE49-F238E27FC236}">
                <a16:creationId xmlns:a16="http://schemas.microsoft.com/office/drawing/2014/main" id="{DF827C4E-963B-E994-F23B-675969115DA9}"/>
              </a:ext>
            </a:extLst>
          </p:cNvPr>
          <p:cNvCxnSpPr>
            <a:cxnSpLocks/>
            <a:stCxn id="54" idx="0"/>
          </p:cNvCxnSpPr>
          <p:nvPr/>
        </p:nvCxnSpPr>
        <p:spPr>
          <a:xfrm>
            <a:off x="8899888" y="2482143"/>
            <a:ext cx="145052" cy="0"/>
          </a:xfrm>
          <a:prstGeom prst="straightConnector1">
            <a:avLst/>
          </a:prstGeom>
          <a:ln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6" name="连接符: 肘形 485">
            <a:extLst>
              <a:ext uri="{FF2B5EF4-FFF2-40B4-BE49-F238E27FC236}">
                <a16:creationId xmlns:a16="http://schemas.microsoft.com/office/drawing/2014/main" id="{2908D536-CD26-FA5D-1579-3C8A9D625F71}"/>
              </a:ext>
            </a:extLst>
          </p:cNvPr>
          <p:cNvCxnSpPr>
            <a:cxnSpLocks/>
            <a:stCxn id="470" idx="4"/>
            <a:endCxn id="488" idx="6"/>
          </p:cNvCxnSpPr>
          <p:nvPr/>
        </p:nvCxnSpPr>
        <p:spPr>
          <a:xfrm rot="5400000">
            <a:off x="6635407" y="1324219"/>
            <a:ext cx="1274734" cy="37323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87" name="组合 486">
            <a:extLst>
              <a:ext uri="{FF2B5EF4-FFF2-40B4-BE49-F238E27FC236}">
                <a16:creationId xmlns:a16="http://schemas.microsoft.com/office/drawing/2014/main" id="{364A40E8-FB05-53B8-8F09-E8D01C4721D1}"/>
              </a:ext>
            </a:extLst>
          </p:cNvPr>
          <p:cNvGrpSpPr/>
          <p:nvPr/>
        </p:nvGrpSpPr>
        <p:grpSpPr>
          <a:xfrm>
            <a:off x="5259877" y="3755150"/>
            <a:ext cx="146706" cy="145254"/>
            <a:chOff x="3044767" y="2832724"/>
            <a:chExt cx="146706" cy="145254"/>
          </a:xfrm>
        </p:grpSpPr>
        <p:sp>
          <p:nvSpPr>
            <p:cNvPr id="488" name="椭圆 487">
              <a:extLst>
                <a:ext uri="{FF2B5EF4-FFF2-40B4-BE49-F238E27FC236}">
                  <a16:creationId xmlns:a16="http://schemas.microsoft.com/office/drawing/2014/main" id="{6F5BA701-DA1B-1DBD-8A90-79427B60B4B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1D35AD11-A480-132A-09AE-E9785F271F7C}"/>
                </a:ext>
              </a:extLst>
            </p:cNvPr>
            <p:cNvCxnSpPr>
              <a:cxnSpLocks/>
              <a:stCxn id="488" idx="0"/>
              <a:endCxn id="48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直接连接符 489">
              <a:extLst>
                <a:ext uri="{FF2B5EF4-FFF2-40B4-BE49-F238E27FC236}">
                  <a16:creationId xmlns:a16="http://schemas.microsoft.com/office/drawing/2014/main" id="{33938CF4-B999-33A6-D1DD-2CE7EAB7B85A}"/>
                </a:ext>
              </a:extLst>
            </p:cNvPr>
            <p:cNvCxnSpPr>
              <a:cxnSpLocks/>
              <a:stCxn id="488" idx="2"/>
              <a:endCxn id="48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2" name="矩形 491">
            <a:extLst>
              <a:ext uri="{FF2B5EF4-FFF2-40B4-BE49-F238E27FC236}">
                <a16:creationId xmlns:a16="http://schemas.microsoft.com/office/drawing/2014/main" id="{E2D85AE1-A091-DA02-2174-4064F55714E8}"/>
              </a:ext>
            </a:extLst>
          </p:cNvPr>
          <p:cNvSpPr/>
          <p:nvPr/>
        </p:nvSpPr>
        <p:spPr>
          <a:xfrm rot="5400000">
            <a:off x="2934539" y="2617353"/>
            <a:ext cx="349747" cy="1518133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多层交叉融合模块</a:t>
            </a:r>
            <a:endParaRPr lang="en-US" altLang="zh-CN" sz="1400" dirty="0">
              <a:solidFill>
                <a:schemeClr val="tx1"/>
              </a:solidFill>
            </a:endParaRPr>
          </a:p>
        </p:txBody>
      </p:sp>
      <p:cxnSp>
        <p:nvCxnSpPr>
          <p:cNvPr id="495" name="连接符: 肘形 494">
            <a:extLst>
              <a:ext uri="{FF2B5EF4-FFF2-40B4-BE49-F238E27FC236}">
                <a16:creationId xmlns:a16="http://schemas.microsoft.com/office/drawing/2014/main" id="{2CA33202-D4A0-75CF-1DB5-EC0A794BCE0E}"/>
              </a:ext>
            </a:extLst>
          </p:cNvPr>
          <p:cNvCxnSpPr>
            <a:cxnSpLocks/>
            <a:endCxn id="261" idx="2"/>
          </p:cNvCxnSpPr>
          <p:nvPr/>
        </p:nvCxnSpPr>
        <p:spPr>
          <a:xfrm>
            <a:off x="2579083" y="3551293"/>
            <a:ext cx="2219873" cy="1107131"/>
          </a:xfrm>
          <a:prstGeom prst="bentConnector3">
            <a:avLst>
              <a:gd name="adj1" fmla="val -2176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7" name="连接符: 肘形 496">
            <a:extLst>
              <a:ext uri="{FF2B5EF4-FFF2-40B4-BE49-F238E27FC236}">
                <a16:creationId xmlns:a16="http://schemas.microsoft.com/office/drawing/2014/main" id="{3261BBA4-38B1-EBC4-B792-D01951871731}"/>
              </a:ext>
            </a:extLst>
          </p:cNvPr>
          <p:cNvCxnSpPr>
            <a:cxnSpLocks/>
            <a:endCxn id="262" idx="2"/>
          </p:cNvCxnSpPr>
          <p:nvPr/>
        </p:nvCxnSpPr>
        <p:spPr>
          <a:xfrm>
            <a:off x="2828936" y="3551293"/>
            <a:ext cx="2117175" cy="962154"/>
          </a:xfrm>
          <a:prstGeom prst="bentConnector3">
            <a:avLst>
              <a:gd name="adj1" fmla="val -4419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2" name="连接符: 肘形 501">
            <a:extLst>
              <a:ext uri="{FF2B5EF4-FFF2-40B4-BE49-F238E27FC236}">
                <a16:creationId xmlns:a16="http://schemas.microsoft.com/office/drawing/2014/main" id="{5F6BAF14-DB7F-FD75-E1F2-90AB9DCC4F43}"/>
              </a:ext>
            </a:extLst>
          </p:cNvPr>
          <p:cNvCxnSpPr>
            <a:cxnSpLocks/>
            <a:endCxn id="264" idx="2"/>
          </p:cNvCxnSpPr>
          <p:nvPr/>
        </p:nvCxnSpPr>
        <p:spPr>
          <a:xfrm>
            <a:off x="2904211" y="3551293"/>
            <a:ext cx="2187673" cy="815341"/>
          </a:xfrm>
          <a:prstGeom prst="bentConnector3">
            <a:avLst>
              <a:gd name="adj1" fmla="val 2351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9" name="连接符: 肘形 508">
            <a:extLst>
              <a:ext uri="{FF2B5EF4-FFF2-40B4-BE49-F238E27FC236}">
                <a16:creationId xmlns:a16="http://schemas.microsoft.com/office/drawing/2014/main" id="{48DE42B2-EE62-3ED3-1DBB-A29B2E81D317}"/>
              </a:ext>
            </a:extLst>
          </p:cNvPr>
          <p:cNvCxnSpPr>
            <a:cxnSpLocks/>
            <a:endCxn id="488" idx="2"/>
          </p:cNvCxnSpPr>
          <p:nvPr/>
        </p:nvCxnSpPr>
        <p:spPr>
          <a:xfrm>
            <a:off x="3377853" y="3547633"/>
            <a:ext cx="1882024" cy="280144"/>
          </a:xfrm>
          <a:prstGeom prst="bentConnector3">
            <a:avLst>
              <a:gd name="adj1" fmla="val -8303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4697AD21-A160-3446-B4D5-BE36DE97984A}"/>
              </a:ext>
            </a:extLst>
          </p:cNvPr>
          <p:cNvCxnSpPr>
            <a:stCxn id="488" idx="4"/>
          </p:cNvCxnSpPr>
          <p:nvPr/>
        </p:nvCxnSpPr>
        <p:spPr>
          <a:xfrm>
            <a:off x="5333230" y="3900404"/>
            <a:ext cx="0" cy="204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1C220D-9981-5136-E218-7B62D08F5EBC}"/>
              </a:ext>
            </a:extLst>
          </p:cNvPr>
          <p:cNvSpPr txBox="1"/>
          <p:nvPr/>
        </p:nvSpPr>
        <p:spPr>
          <a:xfrm>
            <a:off x="2155021" y="1282883"/>
            <a:ext cx="1884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UperNet</a:t>
            </a:r>
            <a:r>
              <a: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解码头</a:t>
            </a:r>
          </a:p>
        </p:txBody>
      </p:sp>
      <p:sp>
        <p:nvSpPr>
          <p:cNvPr id="390" name="文本框 389">
            <a:extLst>
              <a:ext uri="{FF2B5EF4-FFF2-40B4-BE49-F238E27FC236}">
                <a16:creationId xmlns:a16="http://schemas.microsoft.com/office/drawing/2014/main" id="{553F57C2-D35D-1256-9F6B-D734381BFEB8}"/>
              </a:ext>
            </a:extLst>
          </p:cNvPr>
          <p:cNvSpPr txBox="1"/>
          <p:nvPr/>
        </p:nvSpPr>
        <p:spPr>
          <a:xfrm>
            <a:off x="5570020" y="1315846"/>
            <a:ext cx="1884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PPM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361E395A-9338-8DD1-357F-9793D0A7170D}"/>
              </a:ext>
            </a:extLst>
          </p:cNvPr>
          <p:cNvSpPr txBox="1"/>
          <p:nvPr/>
        </p:nvSpPr>
        <p:spPr>
          <a:xfrm>
            <a:off x="8210027" y="3513019"/>
            <a:ext cx="6178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FPN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B502CC7A-033A-4720-8604-74F61044D991}"/>
                  </a:ext>
                </a:extLst>
              </p:cNvPr>
              <p:cNvSpPr txBox="1"/>
              <p:nvPr/>
            </p:nvSpPr>
            <p:spPr>
              <a:xfrm>
                <a:off x="8678216" y="3398723"/>
                <a:ext cx="716280" cy="2820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zh-CN" altLang="en-US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sz="1200" b="1">
                                  <a:latin typeface="Cambria Math" panose="02040503050406030204" pitchFamily="18" charset="0"/>
                                </a:rPr>
                                <m:t>𝐅</m:t>
                              </m:r>
                            </m:e>
                          </m:acc>
                        </m:e>
                        <m:sub>
                          <m:r>
                            <a:rPr lang="zh-CN" altLang="en-US" sz="1200" b="0" i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B502CC7A-033A-4720-8604-74F61044D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8216" y="3398723"/>
                <a:ext cx="716280" cy="282000"/>
              </a:xfrm>
              <a:prstGeom prst="rect">
                <a:avLst/>
              </a:prstGeom>
              <a:blipFill>
                <a:blip r:embed="rId8"/>
                <a:stretch>
                  <a:fillRect t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本框 234">
                <a:extLst>
                  <a:ext uri="{FF2B5EF4-FFF2-40B4-BE49-F238E27FC236}">
                    <a16:creationId xmlns:a16="http://schemas.microsoft.com/office/drawing/2014/main" id="{6F522BE9-2BB6-BC90-9783-C4AEA442F891}"/>
                  </a:ext>
                </a:extLst>
              </p:cNvPr>
              <p:cNvSpPr txBox="1"/>
              <p:nvPr/>
            </p:nvSpPr>
            <p:spPr>
              <a:xfrm>
                <a:off x="4455966" y="2228784"/>
                <a:ext cx="655320" cy="2791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𝗙</m:t>
                          </m:r>
                        </m:e>
                        <m:sub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 sz="12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5" name="文本框 234">
                <a:extLst>
                  <a:ext uri="{FF2B5EF4-FFF2-40B4-BE49-F238E27FC236}">
                    <a16:creationId xmlns:a16="http://schemas.microsoft.com/office/drawing/2014/main" id="{6F522BE9-2BB6-BC90-9783-C4AEA442F8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966" y="2228784"/>
                <a:ext cx="655320" cy="27911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矩形 243">
            <a:extLst>
              <a:ext uri="{FF2B5EF4-FFF2-40B4-BE49-F238E27FC236}">
                <a16:creationId xmlns:a16="http://schemas.microsoft.com/office/drawing/2014/main" id="{140C7E3F-44E8-3328-FB21-A19E4302ACF3}"/>
              </a:ext>
            </a:extLst>
          </p:cNvPr>
          <p:cNvSpPr/>
          <p:nvPr/>
        </p:nvSpPr>
        <p:spPr>
          <a:xfrm rot="5400000">
            <a:off x="7086175" y="4078866"/>
            <a:ext cx="237722" cy="520539"/>
          </a:xfrm>
          <a:prstGeom prst="rect">
            <a:avLst/>
          </a:prstGeom>
          <a:solidFill>
            <a:srgbClr val="FDEF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Conv</a:t>
            </a:r>
          </a:p>
        </p:txBody>
      </p: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15810980-32A5-5CA9-06C2-720755F4C4A6}"/>
              </a:ext>
            </a:extLst>
          </p:cNvPr>
          <p:cNvCxnSpPr>
            <a:cxnSpLocks/>
            <a:stCxn id="244" idx="0"/>
          </p:cNvCxnSpPr>
          <p:nvPr/>
        </p:nvCxnSpPr>
        <p:spPr>
          <a:xfrm flipV="1">
            <a:off x="7465306" y="4339135"/>
            <a:ext cx="41443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文本框 254">
                <a:extLst>
                  <a:ext uri="{FF2B5EF4-FFF2-40B4-BE49-F238E27FC236}">
                    <a16:creationId xmlns:a16="http://schemas.microsoft.com/office/drawing/2014/main" id="{39DF6870-5F7A-01EF-69E4-3E574A6BB6EC}"/>
                  </a:ext>
                </a:extLst>
              </p:cNvPr>
              <p:cNvSpPr txBox="1"/>
              <p:nvPr/>
            </p:nvSpPr>
            <p:spPr>
              <a:xfrm>
                <a:off x="6452129" y="4050070"/>
                <a:ext cx="61782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𝐹𝑃𝑁</m:t>
                          </m:r>
                        </m:sub>
                      </m:sSub>
                    </m:oMath>
                  </m:oMathPara>
                </a14:m>
                <a:endParaRPr lang="zh-CN" altLang="en-US" sz="12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5" name="文本框 254">
                <a:extLst>
                  <a:ext uri="{FF2B5EF4-FFF2-40B4-BE49-F238E27FC236}">
                    <a16:creationId xmlns:a16="http://schemas.microsoft.com/office/drawing/2014/main" id="{39DF6870-5F7A-01EF-69E4-3E574A6BB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2129" y="4050070"/>
                <a:ext cx="617826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文本框 256">
                <a:extLst>
                  <a:ext uri="{FF2B5EF4-FFF2-40B4-BE49-F238E27FC236}">
                    <a16:creationId xmlns:a16="http://schemas.microsoft.com/office/drawing/2014/main" id="{D6F7C202-1739-AB6C-08FF-44B2A91A2BA4}"/>
                  </a:ext>
                </a:extLst>
              </p:cNvPr>
              <p:cNvSpPr txBox="1"/>
              <p:nvPr/>
            </p:nvSpPr>
            <p:spPr>
              <a:xfrm>
                <a:off x="7367335" y="4056349"/>
                <a:ext cx="61782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zh-CN" altLang="en-US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zh-CN" altLang="en-US" sz="120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7" name="文本框 256">
                <a:extLst>
                  <a:ext uri="{FF2B5EF4-FFF2-40B4-BE49-F238E27FC236}">
                    <a16:creationId xmlns:a16="http://schemas.microsoft.com/office/drawing/2014/main" id="{D6F7C202-1739-AB6C-08FF-44B2A91A2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7335" y="4056349"/>
                <a:ext cx="61782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3261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E8323-BCBF-8BD9-D0D4-F987F8A13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组合 252">
            <a:extLst>
              <a:ext uri="{FF2B5EF4-FFF2-40B4-BE49-F238E27FC236}">
                <a16:creationId xmlns:a16="http://schemas.microsoft.com/office/drawing/2014/main" id="{24C3DBFC-4F2F-FACF-03C2-100C7C1BF6E3}"/>
              </a:ext>
            </a:extLst>
          </p:cNvPr>
          <p:cNvGrpSpPr/>
          <p:nvPr/>
        </p:nvGrpSpPr>
        <p:grpSpPr>
          <a:xfrm>
            <a:off x="8824882" y="3587552"/>
            <a:ext cx="1811712" cy="503598"/>
            <a:chOff x="6603985" y="1572012"/>
            <a:chExt cx="1452344" cy="1550674"/>
          </a:xfrm>
        </p:grpSpPr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FD727169-7A15-C129-EF9A-9EF00008F3BC}"/>
                </a:ext>
              </a:extLst>
            </p:cNvPr>
            <p:cNvSpPr/>
            <p:nvPr/>
          </p:nvSpPr>
          <p:spPr>
            <a:xfrm rot="16200000">
              <a:off x="6554820" y="1621177"/>
              <a:ext cx="1550674" cy="145234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5" name="文本框 254">
              <a:extLst>
                <a:ext uri="{FF2B5EF4-FFF2-40B4-BE49-F238E27FC236}">
                  <a16:creationId xmlns:a16="http://schemas.microsoft.com/office/drawing/2014/main" id="{4C639E4A-896A-899B-AF7D-2FB7ED8673F1}"/>
                </a:ext>
              </a:extLst>
            </p:cNvPr>
            <p:cNvSpPr txBox="1"/>
            <p:nvPr/>
          </p:nvSpPr>
          <p:spPr>
            <a:xfrm>
              <a:off x="6847364" y="1831095"/>
              <a:ext cx="965583" cy="1042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提示编码器</a:t>
              </a:r>
            </a:p>
          </p:txBody>
        </p:sp>
      </p:grpSp>
      <p:sp>
        <p:nvSpPr>
          <p:cNvPr id="259" name="矩形 258">
            <a:extLst>
              <a:ext uri="{FF2B5EF4-FFF2-40B4-BE49-F238E27FC236}">
                <a16:creationId xmlns:a16="http://schemas.microsoft.com/office/drawing/2014/main" id="{6A21443D-252F-FF45-5825-C82B4AD303DF}"/>
              </a:ext>
            </a:extLst>
          </p:cNvPr>
          <p:cNvSpPr/>
          <p:nvPr/>
        </p:nvSpPr>
        <p:spPr>
          <a:xfrm>
            <a:off x="8784075" y="4538872"/>
            <a:ext cx="456105" cy="4561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36202EE8-369D-120A-4EA5-7E5FA5032D26}"/>
              </a:ext>
            </a:extLst>
          </p:cNvPr>
          <p:cNvSpPr/>
          <p:nvPr/>
        </p:nvSpPr>
        <p:spPr>
          <a:xfrm>
            <a:off x="9369675" y="4539979"/>
            <a:ext cx="456105" cy="4561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F9DE2670-01F9-6A42-4966-1AE68D61315F}"/>
              </a:ext>
            </a:extLst>
          </p:cNvPr>
          <p:cNvSpPr/>
          <p:nvPr/>
        </p:nvSpPr>
        <p:spPr>
          <a:xfrm>
            <a:off x="10198347" y="4535275"/>
            <a:ext cx="456105" cy="4561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左大括号 267">
            <a:extLst>
              <a:ext uri="{FF2B5EF4-FFF2-40B4-BE49-F238E27FC236}">
                <a16:creationId xmlns:a16="http://schemas.microsoft.com/office/drawing/2014/main" id="{1F3276BF-DC2A-D61A-39F3-352EAE385460}"/>
              </a:ext>
            </a:extLst>
          </p:cNvPr>
          <p:cNvSpPr/>
          <p:nvPr/>
        </p:nvSpPr>
        <p:spPr>
          <a:xfrm rot="16200000" flipH="1">
            <a:off x="9593836" y="3511229"/>
            <a:ext cx="250857" cy="1695778"/>
          </a:xfrm>
          <a:prstGeom prst="leftBrace">
            <a:avLst>
              <a:gd name="adj1" fmla="val 11382"/>
              <a:gd name="adj2" fmla="val 50843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8DACF41-9C41-56EE-C378-E56321A6C29A}"/>
              </a:ext>
            </a:extLst>
          </p:cNvPr>
          <p:cNvSpPr/>
          <p:nvPr/>
        </p:nvSpPr>
        <p:spPr>
          <a:xfrm>
            <a:off x="1880080" y="567840"/>
            <a:ext cx="7584639" cy="1874431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37" name="组合 236">
            <a:extLst>
              <a:ext uri="{FF2B5EF4-FFF2-40B4-BE49-F238E27FC236}">
                <a16:creationId xmlns:a16="http://schemas.microsoft.com/office/drawing/2014/main" id="{E16B3CCA-54BF-DC06-CE5C-39386D1651DB}"/>
              </a:ext>
            </a:extLst>
          </p:cNvPr>
          <p:cNvGrpSpPr/>
          <p:nvPr/>
        </p:nvGrpSpPr>
        <p:grpSpPr>
          <a:xfrm>
            <a:off x="2031380" y="751539"/>
            <a:ext cx="511585" cy="1518988"/>
            <a:chOff x="1886057" y="912003"/>
            <a:chExt cx="592281" cy="1518988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C06F840F-6ECA-AEB4-220B-B353D5963F62}"/>
                </a:ext>
              </a:extLst>
            </p:cNvPr>
            <p:cNvSpPr/>
            <p:nvPr/>
          </p:nvSpPr>
          <p:spPr>
            <a:xfrm>
              <a:off x="1886057" y="912003"/>
              <a:ext cx="59228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63776B8-4388-E223-5683-C4CCA03E2245}"/>
                </a:ext>
              </a:extLst>
            </p:cNvPr>
            <p:cNvSpPr txBox="1"/>
            <p:nvPr/>
          </p:nvSpPr>
          <p:spPr>
            <a:xfrm>
              <a:off x="2012592" y="1266530"/>
              <a:ext cx="430887" cy="116446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×2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09E24C4A-DE7B-310C-AEFC-42E7931ACD40}"/>
                </a:ext>
              </a:extLst>
            </p:cNvPr>
            <p:cNvGrpSpPr/>
            <p:nvPr/>
          </p:nvGrpSpPr>
          <p:grpSpPr>
            <a:xfrm>
              <a:off x="2065179" y="1001283"/>
              <a:ext cx="234034" cy="202650"/>
              <a:chOff x="1635983" y="1987000"/>
              <a:chExt cx="258740" cy="270510"/>
            </a:xfrm>
          </p:grpSpPr>
          <p:sp>
            <p:nvSpPr>
              <p:cNvPr id="55" name="梯形 54">
                <a:extLst>
                  <a:ext uri="{FF2B5EF4-FFF2-40B4-BE49-F238E27FC236}">
                    <a16:creationId xmlns:a16="http://schemas.microsoft.com/office/drawing/2014/main" id="{5589B4A7-EFE3-8A86-5BCF-A9D195CAB334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9" name="梯形 58">
                <a:extLst>
                  <a:ext uri="{FF2B5EF4-FFF2-40B4-BE49-F238E27FC236}">
                    <a16:creationId xmlns:a16="http://schemas.microsoft.com/office/drawing/2014/main" id="{DCEBF1C8-B6FE-C677-A642-C017A793BBCE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36" name="组合 235">
            <a:extLst>
              <a:ext uri="{FF2B5EF4-FFF2-40B4-BE49-F238E27FC236}">
                <a16:creationId xmlns:a16="http://schemas.microsoft.com/office/drawing/2014/main" id="{EB1E4F2F-9E61-D5EE-6420-6B3046952B6C}"/>
              </a:ext>
            </a:extLst>
          </p:cNvPr>
          <p:cNvGrpSpPr/>
          <p:nvPr/>
        </p:nvGrpSpPr>
        <p:grpSpPr>
          <a:xfrm>
            <a:off x="2683910" y="751164"/>
            <a:ext cx="1076679" cy="1518988"/>
            <a:chOff x="2827056" y="912003"/>
            <a:chExt cx="1255707" cy="1518988"/>
          </a:xfrm>
        </p:grpSpPr>
        <p:sp>
          <p:nvSpPr>
            <p:cNvPr id="226" name="矩形: 圆角 225">
              <a:extLst>
                <a:ext uri="{FF2B5EF4-FFF2-40B4-BE49-F238E27FC236}">
                  <a16:creationId xmlns:a16="http://schemas.microsoft.com/office/drawing/2014/main" id="{134955D2-0681-8D61-EFDF-6218F3175D99}"/>
                </a:ext>
              </a:extLst>
            </p:cNvPr>
            <p:cNvSpPr/>
            <p:nvPr/>
          </p:nvSpPr>
          <p:spPr>
            <a:xfrm>
              <a:off x="2827056" y="912003"/>
              <a:ext cx="122973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7" name="文本框 226">
              <a:extLst>
                <a:ext uri="{FF2B5EF4-FFF2-40B4-BE49-F238E27FC236}">
                  <a16:creationId xmlns:a16="http://schemas.microsoft.com/office/drawing/2014/main" id="{F45C1F04-20FD-C2A4-8645-529F460AA044}"/>
                </a:ext>
              </a:extLst>
            </p:cNvPr>
            <p:cNvSpPr txBox="1"/>
            <p:nvPr/>
          </p:nvSpPr>
          <p:spPr>
            <a:xfrm>
              <a:off x="2871854" y="1441983"/>
              <a:ext cx="430887" cy="81230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</a:p>
          </p:txBody>
        </p:sp>
        <p:sp>
          <p:nvSpPr>
            <p:cNvPr id="229" name="矩形 228">
              <a:extLst>
                <a:ext uri="{FF2B5EF4-FFF2-40B4-BE49-F238E27FC236}">
                  <a16:creationId xmlns:a16="http://schemas.microsoft.com/office/drawing/2014/main" id="{BD2EFD2C-FEF8-6B5E-A99F-058124E89EEB}"/>
                </a:ext>
              </a:extLst>
            </p:cNvPr>
            <p:cNvSpPr/>
            <p:nvPr/>
          </p:nvSpPr>
          <p:spPr>
            <a:xfrm rot="10800000">
              <a:off x="3249773" y="1088750"/>
              <a:ext cx="721690" cy="111007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</a:t>
              </a:r>
            </a:p>
          </p:txBody>
        </p:sp>
        <p:pic>
          <p:nvPicPr>
            <p:cNvPr id="230" name="图形 229" descr="火">
              <a:extLst>
                <a:ext uri="{FF2B5EF4-FFF2-40B4-BE49-F238E27FC236}">
                  <a16:creationId xmlns:a16="http://schemas.microsoft.com/office/drawing/2014/main" id="{94C834D3-F851-0898-C882-384F817C8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3530772" y="1096026"/>
              <a:ext cx="220608" cy="265170"/>
            </a:xfrm>
            <a:prstGeom prst="rect">
              <a:avLst/>
            </a:prstGeom>
          </p:spPr>
        </p:pic>
        <p:sp>
          <p:nvSpPr>
            <p:cNvPr id="231" name="文本框 230">
              <a:extLst>
                <a:ext uri="{FF2B5EF4-FFF2-40B4-BE49-F238E27FC236}">
                  <a16:creationId xmlns:a16="http://schemas.microsoft.com/office/drawing/2014/main" id="{9444E28E-2451-AB51-C122-64CF25374124}"/>
                </a:ext>
              </a:extLst>
            </p:cNvPr>
            <p:cNvSpPr txBox="1"/>
            <p:nvPr/>
          </p:nvSpPr>
          <p:spPr>
            <a:xfrm>
              <a:off x="3147750" y="1338915"/>
              <a:ext cx="93501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文本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引导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适配器</a:t>
              </a:r>
            </a:p>
          </p:txBody>
        </p:sp>
        <p:grpSp>
          <p:nvGrpSpPr>
            <p:cNvPr id="233" name="组合 232">
              <a:extLst>
                <a:ext uri="{FF2B5EF4-FFF2-40B4-BE49-F238E27FC236}">
                  <a16:creationId xmlns:a16="http://schemas.microsoft.com/office/drawing/2014/main" id="{8151440E-FA68-154D-5126-0D15DC9BB596}"/>
                </a:ext>
              </a:extLst>
            </p:cNvPr>
            <p:cNvGrpSpPr/>
            <p:nvPr/>
          </p:nvGrpSpPr>
          <p:grpSpPr>
            <a:xfrm>
              <a:off x="2953597" y="1090327"/>
              <a:ext cx="234034" cy="202650"/>
              <a:chOff x="1635983" y="1987000"/>
              <a:chExt cx="258740" cy="270510"/>
            </a:xfrm>
          </p:grpSpPr>
          <p:sp>
            <p:nvSpPr>
              <p:cNvPr id="234" name="梯形 233">
                <a:extLst>
                  <a:ext uri="{FF2B5EF4-FFF2-40B4-BE49-F238E27FC236}">
                    <a16:creationId xmlns:a16="http://schemas.microsoft.com/office/drawing/2014/main" id="{7E92903D-5B2E-D82A-504D-B1E2699E313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35" name="梯形 234">
                <a:extLst>
                  <a:ext uri="{FF2B5EF4-FFF2-40B4-BE49-F238E27FC236}">
                    <a16:creationId xmlns:a16="http://schemas.microsoft.com/office/drawing/2014/main" id="{7E4D81D5-3D14-A670-6F93-333EF1B7419A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2CB320D7-48DD-4A72-9D42-140E8E3C0CBE}"/>
              </a:ext>
            </a:extLst>
          </p:cNvPr>
          <p:cNvGrpSpPr/>
          <p:nvPr/>
        </p:nvGrpSpPr>
        <p:grpSpPr>
          <a:xfrm>
            <a:off x="3883568" y="759061"/>
            <a:ext cx="511585" cy="1518988"/>
            <a:chOff x="1886057" y="912003"/>
            <a:chExt cx="592281" cy="1518988"/>
          </a:xfrm>
        </p:grpSpPr>
        <p:sp>
          <p:nvSpPr>
            <p:cNvPr id="304" name="矩形: 圆角 303">
              <a:extLst>
                <a:ext uri="{FF2B5EF4-FFF2-40B4-BE49-F238E27FC236}">
                  <a16:creationId xmlns:a16="http://schemas.microsoft.com/office/drawing/2014/main" id="{5F6DC74F-AB9D-4695-3491-3D6154D7C04B}"/>
                </a:ext>
              </a:extLst>
            </p:cNvPr>
            <p:cNvSpPr/>
            <p:nvPr/>
          </p:nvSpPr>
          <p:spPr>
            <a:xfrm>
              <a:off x="1886057" y="912003"/>
              <a:ext cx="59228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5" name="文本框 304">
              <a:extLst>
                <a:ext uri="{FF2B5EF4-FFF2-40B4-BE49-F238E27FC236}">
                  <a16:creationId xmlns:a16="http://schemas.microsoft.com/office/drawing/2014/main" id="{6E633D34-813F-A465-E66F-254138127960}"/>
                </a:ext>
              </a:extLst>
            </p:cNvPr>
            <p:cNvSpPr txBox="1"/>
            <p:nvPr/>
          </p:nvSpPr>
          <p:spPr>
            <a:xfrm>
              <a:off x="2012592" y="1266530"/>
              <a:ext cx="430887" cy="116446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×2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06" name="组合 305">
              <a:extLst>
                <a:ext uri="{FF2B5EF4-FFF2-40B4-BE49-F238E27FC236}">
                  <a16:creationId xmlns:a16="http://schemas.microsoft.com/office/drawing/2014/main" id="{8BBCCA42-AFAE-FF9F-2CE0-5377D7585E99}"/>
                </a:ext>
              </a:extLst>
            </p:cNvPr>
            <p:cNvGrpSpPr/>
            <p:nvPr/>
          </p:nvGrpSpPr>
          <p:grpSpPr>
            <a:xfrm>
              <a:off x="2065179" y="1001283"/>
              <a:ext cx="234034" cy="202650"/>
              <a:chOff x="1635983" y="1987000"/>
              <a:chExt cx="258740" cy="270510"/>
            </a:xfrm>
          </p:grpSpPr>
          <p:sp>
            <p:nvSpPr>
              <p:cNvPr id="307" name="梯形 306">
                <a:extLst>
                  <a:ext uri="{FF2B5EF4-FFF2-40B4-BE49-F238E27FC236}">
                    <a16:creationId xmlns:a16="http://schemas.microsoft.com/office/drawing/2014/main" id="{64677E71-E54C-C286-7A04-AC20601F32AE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08" name="梯形 307">
                <a:extLst>
                  <a:ext uri="{FF2B5EF4-FFF2-40B4-BE49-F238E27FC236}">
                    <a16:creationId xmlns:a16="http://schemas.microsoft.com/office/drawing/2014/main" id="{695EDA3C-B586-11C1-4463-F44F70A95F44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09" name="组合 308">
            <a:extLst>
              <a:ext uri="{FF2B5EF4-FFF2-40B4-BE49-F238E27FC236}">
                <a16:creationId xmlns:a16="http://schemas.microsoft.com/office/drawing/2014/main" id="{840CFC06-646D-2383-A22B-10FDB81AD587}"/>
              </a:ext>
            </a:extLst>
          </p:cNvPr>
          <p:cNvGrpSpPr/>
          <p:nvPr/>
        </p:nvGrpSpPr>
        <p:grpSpPr>
          <a:xfrm>
            <a:off x="4536864" y="745561"/>
            <a:ext cx="1076679" cy="1518988"/>
            <a:chOff x="2827056" y="912003"/>
            <a:chExt cx="1255707" cy="1518988"/>
          </a:xfrm>
        </p:grpSpPr>
        <p:sp>
          <p:nvSpPr>
            <p:cNvPr id="310" name="矩形: 圆角 309">
              <a:extLst>
                <a:ext uri="{FF2B5EF4-FFF2-40B4-BE49-F238E27FC236}">
                  <a16:creationId xmlns:a16="http://schemas.microsoft.com/office/drawing/2014/main" id="{E17976B2-B0D7-A463-D183-E5B7710E9B7A}"/>
                </a:ext>
              </a:extLst>
            </p:cNvPr>
            <p:cNvSpPr/>
            <p:nvPr/>
          </p:nvSpPr>
          <p:spPr>
            <a:xfrm>
              <a:off x="2827056" y="912003"/>
              <a:ext cx="122973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1" name="文本框 310">
              <a:extLst>
                <a:ext uri="{FF2B5EF4-FFF2-40B4-BE49-F238E27FC236}">
                  <a16:creationId xmlns:a16="http://schemas.microsoft.com/office/drawing/2014/main" id="{D6E4E91C-3F16-25E3-90D3-B3B3C6DCC984}"/>
                </a:ext>
              </a:extLst>
            </p:cNvPr>
            <p:cNvSpPr txBox="1"/>
            <p:nvPr/>
          </p:nvSpPr>
          <p:spPr>
            <a:xfrm>
              <a:off x="2871854" y="1441983"/>
              <a:ext cx="430887" cy="81230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</a:p>
          </p:txBody>
        </p:sp>
        <p:sp>
          <p:nvSpPr>
            <p:cNvPr id="312" name="矩形 311">
              <a:extLst>
                <a:ext uri="{FF2B5EF4-FFF2-40B4-BE49-F238E27FC236}">
                  <a16:creationId xmlns:a16="http://schemas.microsoft.com/office/drawing/2014/main" id="{93156B93-6546-B504-198D-42F3D452E0CD}"/>
                </a:ext>
              </a:extLst>
            </p:cNvPr>
            <p:cNvSpPr/>
            <p:nvPr/>
          </p:nvSpPr>
          <p:spPr>
            <a:xfrm rot="10800000">
              <a:off x="3249773" y="1088750"/>
              <a:ext cx="721690" cy="111007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</a:t>
              </a:r>
            </a:p>
          </p:txBody>
        </p:sp>
        <p:pic>
          <p:nvPicPr>
            <p:cNvPr id="313" name="图形 312" descr="火">
              <a:extLst>
                <a:ext uri="{FF2B5EF4-FFF2-40B4-BE49-F238E27FC236}">
                  <a16:creationId xmlns:a16="http://schemas.microsoft.com/office/drawing/2014/main" id="{91A1DA5E-D0CF-5D5C-EC6D-281D4930E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3530772" y="1096026"/>
              <a:ext cx="220608" cy="265170"/>
            </a:xfrm>
            <a:prstGeom prst="rect">
              <a:avLst/>
            </a:prstGeom>
          </p:spPr>
        </p:pic>
        <p:sp>
          <p:nvSpPr>
            <p:cNvPr id="314" name="文本框 313">
              <a:extLst>
                <a:ext uri="{FF2B5EF4-FFF2-40B4-BE49-F238E27FC236}">
                  <a16:creationId xmlns:a16="http://schemas.microsoft.com/office/drawing/2014/main" id="{94C18C6E-5C1E-C4D2-689E-8E44408F1ACF}"/>
                </a:ext>
              </a:extLst>
            </p:cNvPr>
            <p:cNvSpPr txBox="1"/>
            <p:nvPr/>
          </p:nvSpPr>
          <p:spPr>
            <a:xfrm>
              <a:off x="3147750" y="1338915"/>
              <a:ext cx="93501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文本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引导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适配器</a:t>
              </a:r>
            </a:p>
          </p:txBody>
        </p:sp>
        <p:grpSp>
          <p:nvGrpSpPr>
            <p:cNvPr id="315" name="组合 314">
              <a:extLst>
                <a:ext uri="{FF2B5EF4-FFF2-40B4-BE49-F238E27FC236}">
                  <a16:creationId xmlns:a16="http://schemas.microsoft.com/office/drawing/2014/main" id="{4ED9ADBF-57EA-302B-56B4-9EDA5A29DF8E}"/>
                </a:ext>
              </a:extLst>
            </p:cNvPr>
            <p:cNvGrpSpPr/>
            <p:nvPr/>
          </p:nvGrpSpPr>
          <p:grpSpPr>
            <a:xfrm>
              <a:off x="2953597" y="1090327"/>
              <a:ext cx="234034" cy="202650"/>
              <a:chOff x="1635983" y="1987000"/>
              <a:chExt cx="258740" cy="270510"/>
            </a:xfrm>
          </p:grpSpPr>
          <p:sp>
            <p:nvSpPr>
              <p:cNvPr id="316" name="梯形 315">
                <a:extLst>
                  <a:ext uri="{FF2B5EF4-FFF2-40B4-BE49-F238E27FC236}">
                    <a16:creationId xmlns:a16="http://schemas.microsoft.com/office/drawing/2014/main" id="{042CC8A2-F620-AD9E-BB03-7FC81F01EC45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17" name="梯形 316">
                <a:extLst>
                  <a:ext uri="{FF2B5EF4-FFF2-40B4-BE49-F238E27FC236}">
                    <a16:creationId xmlns:a16="http://schemas.microsoft.com/office/drawing/2014/main" id="{2C07DCB1-A33A-7DBD-F2BD-45D92BA0F08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18" name="组合 317">
            <a:extLst>
              <a:ext uri="{FF2B5EF4-FFF2-40B4-BE49-F238E27FC236}">
                <a16:creationId xmlns:a16="http://schemas.microsoft.com/office/drawing/2014/main" id="{96A4EB15-E5D0-8037-A537-83199F8231ED}"/>
              </a:ext>
            </a:extLst>
          </p:cNvPr>
          <p:cNvGrpSpPr/>
          <p:nvPr/>
        </p:nvGrpSpPr>
        <p:grpSpPr>
          <a:xfrm>
            <a:off x="5737242" y="759061"/>
            <a:ext cx="511585" cy="1518988"/>
            <a:chOff x="1886057" y="912003"/>
            <a:chExt cx="592281" cy="1518988"/>
          </a:xfrm>
        </p:grpSpPr>
        <p:sp>
          <p:nvSpPr>
            <p:cNvPr id="319" name="矩形: 圆角 318">
              <a:extLst>
                <a:ext uri="{FF2B5EF4-FFF2-40B4-BE49-F238E27FC236}">
                  <a16:creationId xmlns:a16="http://schemas.microsoft.com/office/drawing/2014/main" id="{F4B94392-B0D0-2515-F09D-45E2251F0E3F}"/>
                </a:ext>
              </a:extLst>
            </p:cNvPr>
            <p:cNvSpPr/>
            <p:nvPr/>
          </p:nvSpPr>
          <p:spPr>
            <a:xfrm>
              <a:off x="1886057" y="912003"/>
              <a:ext cx="59228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0" name="文本框 319">
              <a:extLst>
                <a:ext uri="{FF2B5EF4-FFF2-40B4-BE49-F238E27FC236}">
                  <a16:creationId xmlns:a16="http://schemas.microsoft.com/office/drawing/2014/main" id="{EC44ABC6-F4C4-6F35-E450-55C29160F8EC}"/>
                </a:ext>
              </a:extLst>
            </p:cNvPr>
            <p:cNvSpPr txBox="1"/>
            <p:nvPr/>
          </p:nvSpPr>
          <p:spPr>
            <a:xfrm>
              <a:off x="2012592" y="1266530"/>
              <a:ext cx="430887" cy="116446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×2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1" name="组合 320">
              <a:extLst>
                <a:ext uri="{FF2B5EF4-FFF2-40B4-BE49-F238E27FC236}">
                  <a16:creationId xmlns:a16="http://schemas.microsoft.com/office/drawing/2014/main" id="{1A93D2C2-5088-402E-D8B1-A10809689209}"/>
                </a:ext>
              </a:extLst>
            </p:cNvPr>
            <p:cNvGrpSpPr/>
            <p:nvPr/>
          </p:nvGrpSpPr>
          <p:grpSpPr>
            <a:xfrm>
              <a:off x="2065179" y="1001283"/>
              <a:ext cx="234034" cy="202650"/>
              <a:chOff x="1635983" y="1987000"/>
              <a:chExt cx="258740" cy="270510"/>
            </a:xfrm>
          </p:grpSpPr>
          <p:sp>
            <p:nvSpPr>
              <p:cNvPr id="322" name="梯形 321">
                <a:extLst>
                  <a:ext uri="{FF2B5EF4-FFF2-40B4-BE49-F238E27FC236}">
                    <a16:creationId xmlns:a16="http://schemas.microsoft.com/office/drawing/2014/main" id="{EA8B7704-1812-F076-7B49-DFBD4743D3BD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23" name="梯形 322">
                <a:extLst>
                  <a:ext uri="{FF2B5EF4-FFF2-40B4-BE49-F238E27FC236}">
                    <a16:creationId xmlns:a16="http://schemas.microsoft.com/office/drawing/2014/main" id="{1CEF7CDE-97B8-2ED1-5C2B-25BC2679A6B0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24" name="组合 323">
            <a:extLst>
              <a:ext uri="{FF2B5EF4-FFF2-40B4-BE49-F238E27FC236}">
                <a16:creationId xmlns:a16="http://schemas.microsoft.com/office/drawing/2014/main" id="{3B56E0D3-75B7-7A1A-538F-12F2F983DA8F}"/>
              </a:ext>
            </a:extLst>
          </p:cNvPr>
          <p:cNvGrpSpPr/>
          <p:nvPr/>
        </p:nvGrpSpPr>
        <p:grpSpPr>
          <a:xfrm>
            <a:off x="6390249" y="759061"/>
            <a:ext cx="1076679" cy="1518988"/>
            <a:chOff x="2827056" y="912003"/>
            <a:chExt cx="1255707" cy="1518988"/>
          </a:xfrm>
        </p:grpSpPr>
        <p:sp>
          <p:nvSpPr>
            <p:cNvPr id="325" name="矩形: 圆角 324">
              <a:extLst>
                <a:ext uri="{FF2B5EF4-FFF2-40B4-BE49-F238E27FC236}">
                  <a16:creationId xmlns:a16="http://schemas.microsoft.com/office/drawing/2014/main" id="{66294B72-10E4-F62A-17A3-F41680242D1E}"/>
                </a:ext>
              </a:extLst>
            </p:cNvPr>
            <p:cNvSpPr/>
            <p:nvPr/>
          </p:nvSpPr>
          <p:spPr>
            <a:xfrm>
              <a:off x="2827056" y="912003"/>
              <a:ext cx="122973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6" name="文本框 325">
              <a:extLst>
                <a:ext uri="{FF2B5EF4-FFF2-40B4-BE49-F238E27FC236}">
                  <a16:creationId xmlns:a16="http://schemas.microsoft.com/office/drawing/2014/main" id="{82DD0B48-E3E3-FC18-F185-56C9FC4DD6CC}"/>
                </a:ext>
              </a:extLst>
            </p:cNvPr>
            <p:cNvSpPr txBox="1"/>
            <p:nvPr/>
          </p:nvSpPr>
          <p:spPr>
            <a:xfrm>
              <a:off x="2871854" y="1441983"/>
              <a:ext cx="430887" cy="81230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</a:p>
          </p:txBody>
        </p:sp>
        <p:sp>
          <p:nvSpPr>
            <p:cNvPr id="327" name="矩形 326">
              <a:extLst>
                <a:ext uri="{FF2B5EF4-FFF2-40B4-BE49-F238E27FC236}">
                  <a16:creationId xmlns:a16="http://schemas.microsoft.com/office/drawing/2014/main" id="{0321667F-8683-43A9-B74B-9CF10F6BBE61}"/>
                </a:ext>
              </a:extLst>
            </p:cNvPr>
            <p:cNvSpPr/>
            <p:nvPr/>
          </p:nvSpPr>
          <p:spPr>
            <a:xfrm rot="10800000">
              <a:off x="3249773" y="1088750"/>
              <a:ext cx="721690" cy="111007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</a:t>
              </a:r>
            </a:p>
          </p:txBody>
        </p:sp>
        <p:pic>
          <p:nvPicPr>
            <p:cNvPr id="328" name="图形 327" descr="火">
              <a:extLst>
                <a:ext uri="{FF2B5EF4-FFF2-40B4-BE49-F238E27FC236}">
                  <a16:creationId xmlns:a16="http://schemas.microsoft.com/office/drawing/2014/main" id="{38A197C2-1BD9-F967-B88B-01B47DE20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3530772" y="1096026"/>
              <a:ext cx="220608" cy="265170"/>
            </a:xfrm>
            <a:prstGeom prst="rect">
              <a:avLst/>
            </a:prstGeom>
          </p:spPr>
        </p:pic>
        <p:sp>
          <p:nvSpPr>
            <p:cNvPr id="329" name="文本框 328">
              <a:extLst>
                <a:ext uri="{FF2B5EF4-FFF2-40B4-BE49-F238E27FC236}">
                  <a16:creationId xmlns:a16="http://schemas.microsoft.com/office/drawing/2014/main" id="{E0123713-271C-C88E-147D-C11C820D07EC}"/>
                </a:ext>
              </a:extLst>
            </p:cNvPr>
            <p:cNvSpPr txBox="1"/>
            <p:nvPr/>
          </p:nvSpPr>
          <p:spPr>
            <a:xfrm>
              <a:off x="3147750" y="1338915"/>
              <a:ext cx="93501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文本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引导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适配器</a:t>
              </a:r>
            </a:p>
          </p:txBody>
        </p:sp>
        <p:grpSp>
          <p:nvGrpSpPr>
            <p:cNvPr id="330" name="组合 329">
              <a:extLst>
                <a:ext uri="{FF2B5EF4-FFF2-40B4-BE49-F238E27FC236}">
                  <a16:creationId xmlns:a16="http://schemas.microsoft.com/office/drawing/2014/main" id="{9883A6D6-F9C5-F2AB-F692-BD6FA80F24C5}"/>
                </a:ext>
              </a:extLst>
            </p:cNvPr>
            <p:cNvGrpSpPr/>
            <p:nvPr/>
          </p:nvGrpSpPr>
          <p:grpSpPr>
            <a:xfrm>
              <a:off x="2953597" y="1090327"/>
              <a:ext cx="234034" cy="202650"/>
              <a:chOff x="1635983" y="1987000"/>
              <a:chExt cx="258740" cy="270510"/>
            </a:xfrm>
          </p:grpSpPr>
          <p:sp>
            <p:nvSpPr>
              <p:cNvPr id="331" name="梯形 330">
                <a:extLst>
                  <a:ext uri="{FF2B5EF4-FFF2-40B4-BE49-F238E27FC236}">
                    <a16:creationId xmlns:a16="http://schemas.microsoft.com/office/drawing/2014/main" id="{7F60896C-7F7E-C601-0270-CF25C2025A87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32" name="梯形 331">
                <a:extLst>
                  <a:ext uri="{FF2B5EF4-FFF2-40B4-BE49-F238E27FC236}">
                    <a16:creationId xmlns:a16="http://schemas.microsoft.com/office/drawing/2014/main" id="{1190EA1D-B8D3-B28D-EE61-FDD0F4A76BBC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33" name="组合 332">
            <a:extLst>
              <a:ext uri="{FF2B5EF4-FFF2-40B4-BE49-F238E27FC236}">
                <a16:creationId xmlns:a16="http://schemas.microsoft.com/office/drawing/2014/main" id="{E66E45F7-345B-6086-3B2D-4FF6DB83C2CF}"/>
              </a:ext>
            </a:extLst>
          </p:cNvPr>
          <p:cNvGrpSpPr/>
          <p:nvPr/>
        </p:nvGrpSpPr>
        <p:grpSpPr>
          <a:xfrm>
            <a:off x="7590257" y="755217"/>
            <a:ext cx="511585" cy="1518988"/>
            <a:chOff x="1886057" y="912003"/>
            <a:chExt cx="592281" cy="1518988"/>
          </a:xfrm>
        </p:grpSpPr>
        <p:sp>
          <p:nvSpPr>
            <p:cNvPr id="334" name="矩形: 圆角 333">
              <a:extLst>
                <a:ext uri="{FF2B5EF4-FFF2-40B4-BE49-F238E27FC236}">
                  <a16:creationId xmlns:a16="http://schemas.microsoft.com/office/drawing/2014/main" id="{7250F14A-CE7F-FF7E-1238-2F8134990B29}"/>
                </a:ext>
              </a:extLst>
            </p:cNvPr>
            <p:cNvSpPr/>
            <p:nvPr/>
          </p:nvSpPr>
          <p:spPr>
            <a:xfrm>
              <a:off x="1886057" y="912003"/>
              <a:ext cx="59228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文本框 334">
              <a:extLst>
                <a:ext uri="{FF2B5EF4-FFF2-40B4-BE49-F238E27FC236}">
                  <a16:creationId xmlns:a16="http://schemas.microsoft.com/office/drawing/2014/main" id="{C978F7E9-9A6C-4F67-EF94-62442BBB80B4}"/>
                </a:ext>
              </a:extLst>
            </p:cNvPr>
            <p:cNvSpPr txBox="1"/>
            <p:nvPr/>
          </p:nvSpPr>
          <p:spPr>
            <a:xfrm>
              <a:off x="2012592" y="1266530"/>
              <a:ext cx="430887" cy="116446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×2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BDDD22D6-6427-0405-DF58-BCE409FA6B2E}"/>
                </a:ext>
              </a:extLst>
            </p:cNvPr>
            <p:cNvGrpSpPr/>
            <p:nvPr/>
          </p:nvGrpSpPr>
          <p:grpSpPr>
            <a:xfrm>
              <a:off x="2065179" y="1001283"/>
              <a:ext cx="234034" cy="202650"/>
              <a:chOff x="1635983" y="1987000"/>
              <a:chExt cx="258740" cy="270510"/>
            </a:xfrm>
          </p:grpSpPr>
          <p:sp>
            <p:nvSpPr>
              <p:cNvPr id="337" name="梯形 336">
                <a:extLst>
                  <a:ext uri="{FF2B5EF4-FFF2-40B4-BE49-F238E27FC236}">
                    <a16:creationId xmlns:a16="http://schemas.microsoft.com/office/drawing/2014/main" id="{67E1F8BF-809F-E1AE-0133-3D7819819639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38" name="梯形 337">
                <a:extLst>
                  <a:ext uri="{FF2B5EF4-FFF2-40B4-BE49-F238E27FC236}">
                    <a16:creationId xmlns:a16="http://schemas.microsoft.com/office/drawing/2014/main" id="{413D71E7-66B0-71E7-67AB-A6C38B710C0F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39" name="组合 338">
            <a:extLst>
              <a:ext uri="{FF2B5EF4-FFF2-40B4-BE49-F238E27FC236}">
                <a16:creationId xmlns:a16="http://schemas.microsoft.com/office/drawing/2014/main" id="{4A231561-12B8-50D5-9403-1934A4B5AFB7}"/>
              </a:ext>
            </a:extLst>
          </p:cNvPr>
          <p:cNvGrpSpPr/>
          <p:nvPr/>
        </p:nvGrpSpPr>
        <p:grpSpPr>
          <a:xfrm>
            <a:off x="8240599" y="769055"/>
            <a:ext cx="1076679" cy="1518988"/>
            <a:chOff x="2827056" y="912003"/>
            <a:chExt cx="1255707" cy="1518988"/>
          </a:xfrm>
        </p:grpSpPr>
        <p:sp>
          <p:nvSpPr>
            <p:cNvPr id="340" name="矩形: 圆角 339">
              <a:extLst>
                <a:ext uri="{FF2B5EF4-FFF2-40B4-BE49-F238E27FC236}">
                  <a16:creationId xmlns:a16="http://schemas.microsoft.com/office/drawing/2014/main" id="{5887DF5F-A01D-B3A1-C1BD-13E851A38980}"/>
                </a:ext>
              </a:extLst>
            </p:cNvPr>
            <p:cNvSpPr/>
            <p:nvPr/>
          </p:nvSpPr>
          <p:spPr>
            <a:xfrm>
              <a:off x="2827056" y="912003"/>
              <a:ext cx="1229731" cy="151898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文本框 340">
              <a:extLst>
                <a:ext uri="{FF2B5EF4-FFF2-40B4-BE49-F238E27FC236}">
                  <a16:creationId xmlns:a16="http://schemas.microsoft.com/office/drawing/2014/main" id="{5430F52B-A4CD-1140-2BEF-2F82345AF7AC}"/>
                </a:ext>
              </a:extLst>
            </p:cNvPr>
            <p:cNvSpPr txBox="1"/>
            <p:nvPr/>
          </p:nvSpPr>
          <p:spPr>
            <a:xfrm>
              <a:off x="2871854" y="1441983"/>
              <a:ext cx="430887" cy="81230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层</a:t>
              </a:r>
            </a:p>
          </p:txBody>
        </p:sp>
        <p:sp>
          <p:nvSpPr>
            <p:cNvPr id="342" name="矩形 341">
              <a:extLst>
                <a:ext uri="{FF2B5EF4-FFF2-40B4-BE49-F238E27FC236}">
                  <a16:creationId xmlns:a16="http://schemas.microsoft.com/office/drawing/2014/main" id="{5E5EFA56-C824-CABF-0750-313FEE6B92D9}"/>
                </a:ext>
              </a:extLst>
            </p:cNvPr>
            <p:cNvSpPr/>
            <p:nvPr/>
          </p:nvSpPr>
          <p:spPr>
            <a:xfrm rot="10800000">
              <a:off x="3249773" y="1088750"/>
              <a:ext cx="721690" cy="1110078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  </a:t>
              </a:r>
            </a:p>
          </p:txBody>
        </p:sp>
        <p:pic>
          <p:nvPicPr>
            <p:cNvPr id="343" name="图形 342" descr="火">
              <a:extLst>
                <a:ext uri="{FF2B5EF4-FFF2-40B4-BE49-F238E27FC236}">
                  <a16:creationId xmlns:a16="http://schemas.microsoft.com/office/drawing/2014/main" id="{097EEF25-A905-70CA-FDEB-28947131D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3530772" y="1096026"/>
              <a:ext cx="220608" cy="265170"/>
            </a:xfrm>
            <a:prstGeom prst="rect">
              <a:avLst/>
            </a:prstGeom>
          </p:spPr>
        </p:pic>
        <p:sp>
          <p:nvSpPr>
            <p:cNvPr id="344" name="文本框 343">
              <a:extLst>
                <a:ext uri="{FF2B5EF4-FFF2-40B4-BE49-F238E27FC236}">
                  <a16:creationId xmlns:a16="http://schemas.microsoft.com/office/drawing/2014/main" id="{2CC9EE89-4864-297A-D2BE-8540364CF8E1}"/>
                </a:ext>
              </a:extLst>
            </p:cNvPr>
            <p:cNvSpPr txBox="1"/>
            <p:nvPr/>
          </p:nvSpPr>
          <p:spPr>
            <a:xfrm>
              <a:off x="3147750" y="1338915"/>
              <a:ext cx="93501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文本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引导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适配器</a:t>
              </a:r>
            </a:p>
          </p:txBody>
        </p:sp>
        <p:grpSp>
          <p:nvGrpSpPr>
            <p:cNvPr id="345" name="组合 344">
              <a:extLst>
                <a:ext uri="{FF2B5EF4-FFF2-40B4-BE49-F238E27FC236}">
                  <a16:creationId xmlns:a16="http://schemas.microsoft.com/office/drawing/2014/main" id="{47AD4847-49EE-EBA9-67E5-AB21E0410D38}"/>
                </a:ext>
              </a:extLst>
            </p:cNvPr>
            <p:cNvGrpSpPr/>
            <p:nvPr/>
          </p:nvGrpSpPr>
          <p:grpSpPr>
            <a:xfrm>
              <a:off x="2953597" y="1090327"/>
              <a:ext cx="234034" cy="202650"/>
              <a:chOff x="1635983" y="1987000"/>
              <a:chExt cx="258740" cy="270510"/>
            </a:xfrm>
          </p:grpSpPr>
          <p:sp>
            <p:nvSpPr>
              <p:cNvPr id="346" name="梯形 345">
                <a:extLst>
                  <a:ext uri="{FF2B5EF4-FFF2-40B4-BE49-F238E27FC236}">
                    <a16:creationId xmlns:a16="http://schemas.microsoft.com/office/drawing/2014/main" id="{376E10D8-812F-9A07-156F-7480B12F5707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7" name="梯形 346">
                <a:extLst>
                  <a:ext uri="{FF2B5EF4-FFF2-40B4-BE49-F238E27FC236}">
                    <a16:creationId xmlns:a16="http://schemas.microsoft.com/office/drawing/2014/main" id="{B0EE096D-6815-435A-F146-4CC31246DBA8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354" name="组合 353">
            <a:extLst>
              <a:ext uri="{FF2B5EF4-FFF2-40B4-BE49-F238E27FC236}">
                <a16:creationId xmlns:a16="http://schemas.microsoft.com/office/drawing/2014/main" id="{352F5588-8647-88B2-26A1-061B42CC1201}"/>
              </a:ext>
            </a:extLst>
          </p:cNvPr>
          <p:cNvGrpSpPr/>
          <p:nvPr/>
        </p:nvGrpSpPr>
        <p:grpSpPr>
          <a:xfrm>
            <a:off x="1913027" y="4970829"/>
            <a:ext cx="1819992" cy="1249334"/>
            <a:chOff x="1254816" y="3444458"/>
            <a:chExt cx="1819992" cy="124933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9156E7DC-4770-DB0A-8AE4-B0763DAB0815}"/>
                </a:ext>
              </a:extLst>
            </p:cNvPr>
            <p:cNvGrpSpPr/>
            <p:nvPr/>
          </p:nvGrpSpPr>
          <p:grpSpPr>
            <a:xfrm rot="10800000">
              <a:off x="1254816" y="3444458"/>
              <a:ext cx="1819992" cy="1249334"/>
              <a:chOff x="6595580" y="1663783"/>
              <a:chExt cx="1491232" cy="1550673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5" name="梯形 4">
                <a:extLst>
                  <a:ext uri="{FF2B5EF4-FFF2-40B4-BE49-F238E27FC236}">
                    <a16:creationId xmlns:a16="http://schemas.microsoft.com/office/drawing/2014/main" id="{9F4D6468-3BB8-0290-6268-073E0F167588}"/>
                  </a:ext>
                </a:extLst>
              </p:cNvPr>
              <p:cNvSpPr/>
              <p:nvPr/>
            </p:nvSpPr>
            <p:spPr>
              <a:xfrm rot="16200000">
                <a:off x="6565859" y="1693504"/>
                <a:ext cx="1550673" cy="1491232"/>
              </a:xfrm>
              <a:prstGeom prst="trapezoid">
                <a:avLst>
                  <a:gd name="adj" fmla="val 26386"/>
                </a:avLst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2A416A5-B1D4-70D1-2674-99A081ACE2AB}"/>
                  </a:ext>
                </a:extLst>
              </p:cNvPr>
              <p:cNvSpPr txBox="1"/>
              <p:nvPr/>
            </p:nvSpPr>
            <p:spPr>
              <a:xfrm rot="10800000">
                <a:off x="6885686" y="2107782"/>
                <a:ext cx="1067470" cy="725823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CLIP</a:t>
                </a:r>
              </a:p>
              <a:p>
                <a:pPr algn="ctr"/>
                <a:r>
                  <a:rPr lang="zh-CN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视觉编码器</a:t>
                </a:r>
              </a:p>
            </p:txBody>
          </p:sp>
        </p:grpSp>
        <p:sp>
          <p:nvSpPr>
            <p:cNvPr id="349" name="梯形 348">
              <a:extLst>
                <a:ext uri="{FF2B5EF4-FFF2-40B4-BE49-F238E27FC236}">
                  <a16:creationId xmlns:a16="http://schemas.microsoft.com/office/drawing/2014/main" id="{0067F1C8-4F99-621D-1A65-8A990585082F}"/>
                </a:ext>
              </a:extLst>
            </p:cNvPr>
            <p:cNvSpPr/>
            <p:nvPr/>
          </p:nvSpPr>
          <p:spPr>
            <a:xfrm>
              <a:off x="2724743" y="4079081"/>
              <a:ext cx="202148" cy="85627"/>
            </a:xfrm>
            <a:prstGeom prst="trapezoid">
              <a:avLst>
                <a:gd name="adj" fmla="val 61667"/>
              </a:avLst>
            </a:prstGeom>
            <a:solidFill>
              <a:srgbClr val="F5B18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zh-CN" altLang="en-US" dirty="0"/>
            </a:p>
          </p:txBody>
        </p:sp>
        <p:sp>
          <p:nvSpPr>
            <p:cNvPr id="350" name="梯形 349">
              <a:extLst>
                <a:ext uri="{FF2B5EF4-FFF2-40B4-BE49-F238E27FC236}">
                  <a16:creationId xmlns:a16="http://schemas.microsoft.com/office/drawing/2014/main" id="{648D9C8F-7184-1D6C-B2FE-2A13914DE599}"/>
                </a:ext>
              </a:extLst>
            </p:cNvPr>
            <p:cNvSpPr/>
            <p:nvPr/>
          </p:nvSpPr>
          <p:spPr>
            <a:xfrm rot="10800000">
              <a:off x="2724743" y="3962058"/>
              <a:ext cx="202148" cy="85627"/>
            </a:xfrm>
            <a:prstGeom prst="trapezoid">
              <a:avLst>
                <a:gd name="adj" fmla="val 61667"/>
              </a:avLst>
            </a:prstGeom>
            <a:solidFill>
              <a:srgbClr val="F5B18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51" name="组合 350">
            <a:extLst>
              <a:ext uri="{FF2B5EF4-FFF2-40B4-BE49-F238E27FC236}">
                <a16:creationId xmlns:a16="http://schemas.microsoft.com/office/drawing/2014/main" id="{CBD25D8B-2F2C-77BB-207D-E759A868650A}"/>
              </a:ext>
            </a:extLst>
          </p:cNvPr>
          <p:cNvGrpSpPr/>
          <p:nvPr/>
        </p:nvGrpSpPr>
        <p:grpSpPr>
          <a:xfrm rot="10800000">
            <a:off x="1918324" y="2808054"/>
            <a:ext cx="1819992" cy="1200328"/>
            <a:chOff x="6595580" y="1663783"/>
            <a:chExt cx="1491232" cy="1550673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352" name="梯形 351">
              <a:extLst>
                <a:ext uri="{FF2B5EF4-FFF2-40B4-BE49-F238E27FC236}">
                  <a16:creationId xmlns:a16="http://schemas.microsoft.com/office/drawing/2014/main" id="{340D9692-8C90-8CF7-7CEE-BDFD9B48822E}"/>
                </a:ext>
              </a:extLst>
            </p:cNvPr>
            <p:cNvSpPr/>
            <p:nvPr/>
          </p:nvSpPr>
          <p:spPr>
            <a:xfrm rot="16200000">
              <a:off x="6565859" y="1693504"/>
              <a:ext cx="1550673" cy="1491232"/>
            </a:xfrm>
            <a:prstGeom prst="trapezoid">
              <a:avLst>
                <a:gd name="adj" fmla="val 26386"/>
              </a:avLst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3" name="文本框 352">
              <a:extLst>
                <a:ext uri="{FF2B5EF4-FFF2-40B4-BE49-F238E27FC236}">
                  <a16:creationId xmlns:a16="http://schemas.microsoft.com/office/drawing/2014/main" id="{E8FEF521-4AFF-4E39-FCEA-9D3AD39E3CD8}"/>
                </a:ext>
              </a:extLst>
            </p:cNvPr>
            <p:cNvSpPr txBox="1"/>
            <p:nvPr/>
          </p:nvSpPr>
          <p:spPr>
            <a:xfrm rot="10800000">
              <a:off x="6885686" y="2107782"/>
              <a:ext cx="1067470" cy="72582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CLIP</a:t>
              </a: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文本编码器</a:t>
              </a:r>
            </a:p>
          </p:txBody>
        </p:sp>
      </p:grpSp>
      <p:grpSp>
        <p:nvGrpSpPr>
          <p:cNvPr id="358" name="组合 357">
            <a:extLst>
              <a:ext uri="{FF2B5EF4-FFF2-40B4-BE49-F238E27FC236}">
                <a16:creationId xmlns:a16="http://schemas.microsoft.com/office/drawing/2014/main" id="{F488B44F-642C-7E64-B180-ECE2E4967759}"/>
              </a:ext>
            </a:extLst>
          </p:cNvPr>
          <p:cNvGrpSpPr/>
          <p:nvPr/>
        </p:nvGrpSpPr>
        <p:grpSpPr>
          <a:xfrm>
            <a:off x="8824882" y="2895367"/>
            <a:ext cx="1834650" cy="503598"/>
            <a:chOff x="6633278" y="1722074"/>
            <a:chExt cx="1710139" cy="1550673"/>
          </a:xfrm>
        </p:grpSpPr>
        <p:sp>
          <p:nvSpPr>
            <p:cNvPr id="359" name="矩形 358">
              <a:extLst>
                <a:ext uri="{FF2B5EF4-FFF2-40B4-BE49-F238E27FC236}">
                  <a16:creationId xmlns:a16="http://schemas.microsoft.com/office/drawing/2014/main" id="{6629256F-AF62-5C73-4812-B2D91666AD5B}"/>
                </a:ext>
              </a:extLst>
            </p:cNvPr>
            <p:cNvSpPr/>
            <p:nvPr/>
          </p:nvSpPr>
          <p:spPr>
            <a:xfrm rot="16200000">
              <a:off x="6702320" y="1653032"/>
              <a:ext cx="1550673" cy="16887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0" name="文本框 359">
              <a:extLst>
                <a:ext uri="{FF2B5EF4-FFF2-40B4-BE49-F238E27FC236}">
                  <a16:creationId xmlns:a16="http://schemas.microsoft.com/office/drawing/2014/main" id="{79F66CBE-6061-D81E-D4E5-F6D859C8C66A}"/>
                </a:ext>
              </a:extLst>
            </p:cNvPr>
            <p:cNvSpPr txBox="1"/>
            <p:nvPr/>
          </p:nvSpPr>
          <p:spPr>
            <a:xfrm>
              <a:off x="6739245" y="2064578"/>
              <a:ext cx="1604172" cy="1042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SAM</a:t>
              </a:r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掩码解码器</a:t>
              </a:r>
            </a:p>
          </p:txBody>
        </p:sp>
      </p:grpSp>
      <p:cxnSp>
        <p:nvCxnSpPr>
          <p:cNvPr id="362" name="连接符: 肘形 361">
            <a:extLst>
              <a:ext uri="{FF2B5EF4-FFF2-40B4-BE49-F238E27FC236}">
                <a16:creationId xmlns:a16="http://schemas.microsoft.com/office/drawing/2014/main" id="{D9954794-AFDE-C6B9-4F30-76A8917107B9}"/>
              </a:ext>
            </a:extLst>
          </p:cNvPr>
          <p:cNvCxnSpPr>
            <a:cxnSpLocks/>
            <a:stCxn id="11" idx="3"/>
            <a:endCxn id="359" idx="3"/>
          </p:cNvCxnSpPr>
          <p:nvPr/>
        </p:nvCxnSpPr>
        <p:spPr>
          <a:xfrm>
            <a:off x="9464719" y="1505056"/>
            <a:ext cx="266018" cy="139031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4" name="图片 363">
            <a:extLst>
              <a:ext uri="{FF2B5EF4-FFF2-40B4-BE49-F238E27FC236}">
                <a16:creationId xmlns:a16="http://schemas.microsoft.com/office/drawing/2014/main" id="{AD64FF18-E443-691B-980E-8FE9622563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890" y="4103453"/>
            <a:ext cx="904466" cy="8948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70" name="梯形 369">
            <a:extLst>
              <a:ext uri="{FF2B5EF4-FFF2-40B4-BE49-F238E27FC236}">
                <a16:creationId xmlns:a16="http://schemas.microsoft.com/office/drawing/2014/main" id="{2442B423-2E39-2B8E-2896-462B0EE801CB}"/>
              </a:ext>
            </a:extLst>
          </p:cNvPr>
          <p:cNvSpPr/>
          <p:nvPr/>
        </p:nvSpPr>
        <p:spPr>
          <a:xfrm>
            <a:off x="3359137" y="3500551"/>
            <a:ext cx="202148" cy="85627"/>
          </a:xfrm>
          <a:prstGeom prst="trapezoid">
            <a:avLst>
              <a:gd name="adj" fmla="val 61667"/>
            </a:avLst>
          </a:prstGeom>
          <a:solidFill>
            <a:srgbClr val="F5B18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371" name="梯形 370">
            <a:extLst>
              <a:ext uri="{FF2B5EF4-FFF2-40B4-BE49-F238E27FC236}">
                <a16:creationId xmlns:a16="http://schemas.microsoft.com/office/drawing/2014/main" id="{3F1C38A7-2FF6-09DC-754A-D352E1D7EBDB}"/>
              </a:ext>
            </a:extLst>
          </p:cNvPr>
          <p:cNvSpPr/>
          <p:nvPr/>
        </p:nvSpPr>
        <p:spPr>
          <a:xfrm rot="10800000">
            <a:off x="3359137" y="3383528"/>
            <a:ext cx="202148" cy="85627"/>
          </a:xfrm>
          <a:prstGeom prst="trapezoid">
            <a:avLst>
              <a:gd name="adj" fmla="val 61667"/>
            </a:avLst>
          </a:prstGeom>
          <a:solidFill>
            <a:srgbClr val="F5B18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3" name="文本框 372">
            <a:extLst>
              <a:ext uri="{FF2B5EF4-FFF2-40B4-BE49-F238E27FC236}">
                <a16:creationId xmlns:a16="http://schemas.microsoft.com/office/drawing/2014/main" id="{35B67C37-68E1-DC45-9479-64816D8CFB3C}"/>
              </a:ext>
            </a:extLst>
          </p:cNvPr>
          <p:cNvSpPr txBox="1"/>
          <p:nvPr/>
        </p:nvSpPr>
        <p:spPr>
          <a:xfrm>
            <a:off x="128976" y="2804552"/>
            <a:ext cx="1233276" cy="120032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zh-CN" sz="1200" b="0" i="0" dirty="0">
                <a:solidFill>
                  <a:srgbClr val="24292F"/>
                </a:solidFill>
                <a:effectLst/>
                <a:latin typeface="Noto Sans" panose="020B0502040504020204" pitchFamily="34" charset="0"/>
              </a:rPr>
              <a:t>“A vehicle is on the upper left of the rounded large storage tank in the middle.”</a:t>
            </a:r>
            <a:endParaRPr lang="zh-CN" altLang="en-US" sz="1200" dirty="0"/>
          </a:p>
        </p:txBody>
      </p: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2C1EFEEB-EFCF-2900-AA45-1FCAA6500095}"/>
              </a:ext>
            </a:extLst>
          </p:cNvPr>
          <p:cNvCxnSpPr>
            <a:stCxn id="373" idx="3"/>
            <a:endCxn id="352" idx="2"/>
          </p:cNvCxnSpPr>
          <p:nvPr/>
        </p:nvCxnSpPr>
        <p:spPr>
          <a:xfrm>
            <a:off x="1362252" y="3404717"/>
            <a:ext cx="556073" cy="350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7" name="连接符: 肘形 376">
            <a:extLst>
              <a:ext uri="{FF2B5EF4-FFF2-40B4-BE49-F238E27FC236}">
                <a16:creationId xmlns:a16="http://schemas.microsoft.com/office/drawing/2014/main" id="{B8E48A98-A82B-AB4E-DCF0-B9BA5A69096A}"/>
              </a:ext>
            </a:extLst>
          </p:cNvPr>
          <p:cNvCxnSpPr>
            <a:cxnSpLocks/>
            <a:stCxn id="364" idx="3"/>
            <a:endCxn id="11" idx="1"/>
          </p:cNvCxnSpPr>
          <p:nvPr/>
        </p:nvCxnSpPr>
        <p:spPr>
          <a:xfrm flipV="1">
            <a:off x="1192356" y="1505056"/>
            <a:ext cx="687724" cy="3045840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9" name="连接符: 肘形 378">
            <a:extLst>
              <a:ext uri="{FF2B5EF4-FFF2-40B4-BE49-F238E27FC236}">
                <a16:creationId xmlns:a16="http://schemas.microsoft.com/office/drawing/2014/main" id="{A75269F1-8A7D-9F2A-1F65-6564C3A81958}"/>
              </a:ext>
            </a:extLst>
          </p:cNvPr>
          <p:cNvCxnSpPr>
            <a:cxnSpLocks/>
            <a:stCxn id="364" idx="3"/>
            <a:endCxn id="5" idx="2"/>
          </p:cNvCxnSpPr>
          <p:nvPr/>
        </p:nvCxnSpPr>
        <p:spPr>
          <a:xfrm>
            <a:off x="1192356" y="4550896"/>
            <a:ext cx="720672" cy="1044600"/>
          </a:xfrm>
          <a:prstGeom prst="bentConnector3">
            <a:avLst>
              <a:gd name="adj1" fmla="val 47885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92" name="组合 391">
            <a:extLst>
              <a:ext uri="{FF2B5EF4-FFF2-40B4-BE49-F238E27FC236}">
                <a16:creationId xmlns:a16="http://schemas.microsoft.com/office/drawing/2014/main" id="{8AFE76C5-FEDA-3DEF-0FB8-E8CD273FD7C1}"/>
              </a:ext>
            </a:extLst>
          </p:cNvPr>
          <p:cNvGrpSpPr/>
          <p:nvPr/>
        </p:nvGrpSpPr>
        <p:grpSpPr>
          <a:xfrm>
            <a:off x="6221582" y="3392957"/>
            <a:ext cx="1920729" cy="1924419"/>
            <a:chOff x="5392523" y="2955822"/>
            <a:chExt cx="1920729" cy="1924419"/>
          </a:xfrm>
        </p:grpSpPr>
        <p:sp>
          <p:nvSpPr>
            <p:cNvPr id="380" name="矩形 379">
              <a:extLst>
                <a:ext uri="{FF2B5EF4-FFF2-40B4-BE49-F238E27FC236}">
                  <a16:creationId xmlns:a16="http://schemas.microsoft.com/office/drawing/2014/main" id="{D4569DB4-BE47-A5B6-5430-B8D1B843C471}"/>
                </a:ext>
              </a:extLst>
            </p:cNvPr>
            <p:cNvSpPr/>
            <p:nvPr/>
          </p:nvSpPr>
          <p:spPr>
            <a:xfrm>
              <a:off x="5392523" y="2955822"/>
              <a:ext cx="1920729" cy="192441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>
              <a:extLst>
                <a:ext uri="{FF2B5EF4-FFF2-40B4-BE49-F238E27FC236}">
                  <a16:creationId xmlns:a16="http://schemas.microsoft.com/office/drawing/2014/main" id="{6D2B3B77-7FB1-943A-1DC7-FFD41D5DAC65}"/>
                </a:ext>
              </a:extLst>
            </p:cNvPr>
            <p:cNvSpPr/>
            <p:nvPr/>
          </p:nvSpPr>
          <p:spPr>
            <a:xfrm rot="5400000">
              <a:off x="6195846" y="2794300"/>
              <a:ext cx="349747" cy="1518133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下采样卷积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sp>
          <p:nvSpPr>
            <p:cNvPr id="382" name="矩形 381">
              <a:extLst>
                <a:ext uri="{FF2B5EF4-FFF2-40B4-BE49-F238E27FC236}">
                  <a16:creationId xmlns:a16="http://schemas.microsoft.com/office/drawing/2014/main" id="{E30AC119-974D-72FE-D52A-B7F2117EDC98}"/>
                </a:ext>
              </a:extLst>
            </p:cNvPr>
            <p:cNvSpPr/>
            <p:nvPr/>
          </p:nvSpPr>
          <p:spPr>
            <a:xfrm rot="5400000">
              <a:off x="6195847" y="3294006"/>
              <a:ext cx="349747" cy="1518133"/>
            </a:xfrm>
            <a:prstGeom prst="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下采样卷积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sp>
          <p:nvSpPr>
            <p:cNvPr id="383" name="矩形 382">
              <a:extLst>
                <a:ext uri="{FF2B5EF4-FFF2-40B4-BE49-F238E27FC236}">
                  <a16:creationId xmlns:a16="http://schemas.microsoft.com/office/drawing/2014/main" id="{2AE7EECA-5C21-501E-BF81-F79F1E9A3E08}"/>
                </a:ext>
              </a:extLst>
            </p:cNvPr>
            <p:cNvSpPr/>
            <p:nvPr/>
          </p:nvSpPr>
          <p:spPr>
            <a:xfrm rot="5400000">
              <a:off x="6195845" y="3793712"/>
              <a:ext cx="349747" cy="15181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平均池化</a:t>
              </a:r>
              <a:r>
                <a:rPr lang="en-US" altLang="zh-CN" sz="1400" dirty="0">
                  <a:solidFill>
                    <a:schemeClr val="tx1"/>
                  </a:solidFill>
                </a:rPr>
                <a:t>/</a:t>
              </a:r>
              <a:r>
                <a:rPr lang="zh-CN" altLang="en-US" sz="1400" dirty="0">
                  <a:solidFill>
                    <a:schemeClr val="tx1"/>
                  </a:solidFill>
                </a:rPr>
                <a:t>相乘</a:t>
              </a:r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sp>
          <p:nvSpPr>
            <p:cNvPr id="384" name="文本框 383">
              <a:extLst>
                <a:ext uri="{FF2B5EF4-FFF2-40B4-BE49-F238E27FC236}">
                  <a16:creationId xmlns:a16="http://schemas.microsoft.com/office/drawing/2014/main" id="{2DB5D2D4-0E3D-5531-E333-55A6E78D7636}"/>
                </a:ext>
              </a:extLst>
            </p:cNvPr>
            <p:cNvSpPr txBox="1"/>
            <p:nvPr/>
          </p:nvSpPr>
          <p:spPr>
            <a:xfrm>
              <a:off x="5580354" y="2979487"/>
              <a:ext cx="1717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zh-CN" sz="1400" dirty="0"/>
                <a:t>语义注意提示</a:t>
              </a:r>
              <a:r>
                <a:rPr lang="zh-CN" altLang="en-US" sz="1400" dirty="0"/>
                <a:t>模块</a:t>
              </a:r>
            </a:p>
          </p:txBody>
        </p:sp>
      </p:grpSp>
      <p:grpSp>
        <p:nvGrpSpPr>
          <p:cNvPr id="391" name="组合 390">
            <a:extLst>
              <a:ext uri="{FF2B5EF4-FFF2-40B4-BE49-F238E27FC236}">
                <a16:creationId xmlns:a16="http://schemas.microsoft.com/office/drawing/2014/main" id="{96EEAEB6-3238-C213-5782-A714B1E96B8A}"/>
              </a:ext>
            </a:extLst>
          </p:cNvPr>
          <p:cNvGrpSpPr/>
          <p:nvPr/>
        </p:nvGrpSpPr>
        <p:grpSpPr>
          <a:xfrm>
            <a:off x="4140233" y="2962076"/>
            <a:ext cx="1594650" cy="892284"/>
            <a:chOff x="5292534" y="5397876"/>
            <a:chExt cx="1594650" cy="892284"/>
          </a:xfrm>
        </p:grpSpPr>
        <p:sp>
          <p:nvSpPr>
            <p:cNvPr id="389" name="矩形 388">
              <a:extLst>
                <a:ext uri="{FF2B5EF4-FFF2-40B4-BE49-F238E27FC236}">
                  <a16:creationId xmlns:a16="http://schemas.microsoft.com/office/drawing/2014/main" id="{363A88A6-DC35-B064-31A4-1CE82BF3AB7E}"/>
                </a:ext>
              </a:extLst>
            </p:cNvPr>
            <p:cNvSpPr/>
            <p:nvPr/>
          </p:nvSpPr>
          <p:spPr>
            <a:xfrm>
              <a:off x="5292534" y="5397876"/>
              <a:ext cx="1594650" cy="892284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0000"/>
              </a:schemeClr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5" name="立方体 384">
              <a:extLst>
                <a:ext uri="{FF2B5EF4-FFF2-40B4-BE49-F238E27FC236}">
                  <a16:creationId xmlns:a16="http://schemas.microsoft.com/office/drawing/2014/main" id="{3477D4EE-31F4-9CB6-3FBC-237FE1604FCB}"/>
                </a:ext>
              </a:extLst>
            </p:cNvPr>
            <p:cNvSpPr/>
            <p:nvPr/>
          </p:nvSpPr>
          <p:spPr>
            <a:xfrm>
              <a:off x="5457099" y="5617681"/>
              <a:ext cx="337438" cy="219800"/>
            </a:xfrm>
            <a:prstGeom prst="cube">
              <a:avLst>
                <a:gd name="adj" fmla="val 34988"/>
              </a:avLst>
            </a:prstGeom>
            <a:solidFill>
              <a:schemeClr val="accent5">
                <a:lumMod val="60000"/>
                <a:lumOff val="40000"/>
                <a:alpha val="70000"/>
              </a:schemeClr>
            </a:solidFill>
            <a:ln w="12700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立方体 385">
              <a:extLst>
                <a:ext uri="{FF2B5EF4-FFF2-40B4-BE49-F238E27FC236}">
                  <a16:creationId xmlns:a16="http://schemas.microsoft.com/office/drawing/2014/main" id="{F265F292-FA18-1594-B1E3-95FE4BB6E5E4}"/>
                </a:ext>
              </a:extLst>
            </p:cNvPr>
            <p:cNvSpPr/>
            <p:nvPr/>
          </p:nvSpPr>
          <p:spPr>
            <a:xfrm>
              <a:off x="5850636" y="5617681"/>
              <a:ext cx="337438" cy="219800"/>
            </a:xfrm>
            <a:prstGeom prst="cube">
              <a:avLst>
                <a:gd name="adj" fmla="val 34988"/>
              </a:avLst>
            </a:prstGeom>
            <a:solidFill>
              <a:schemeClr val="accent5">
                <a:lumMod val="60000"/>
                <a:lumOff val="40000"/>
                <a:alpha val="70000"/>
              </a:schemeClr>
            </a:solidFill>
            <a:ln w="12700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立方体 386">
              <a:extLst>
                <a:ext uri="{FF2B5EF4-FFF2-40B4-BE49-F238E27FC236}">
                  <a16:creationId xmlns:a16="http://schemas.microsoft.com/office/drawing/2014/main" id="{C9FCF3F4-F4D9-FD49-9008-A8682F304CA5}"/>
                </a:ext>
              </a:extLst>
            </p:cNvPr>
            <p:cNvSpPr/>
            <p:nvPr/>
          </p:nvSpPr>
          <p:spPr>
            <a:xfrm>
              <a:off x="6365151" y="5612045"/>
              <a:ext cx="337438" cy="219800"/>
            </a:xfrm>
            <a:prstGeom prst="cube">
              <a:avLst>
                <a:gd name="adj" fmla="val 34988"/>
              </a:avLst>
            </a:prstGeom>
            <a:solidFill>
              <a:schemeClr val="accent2">
                <a:lumMod val="60000"/>
                <a:lumOff val="40000"/>
                <a:alpha val="70000"/>
              </a:schemeClr>
            </a:solidFill>
            <a:ln w="12700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8" name="文本框 387">
              <a:extLst>
                <a:ext uri="{FF2B5EF4-FFF2-40B4-BE49-F238E27FC236}">
                  <a16:creationId xmlns:a16="http://schemas.microsoft.com/office/drawing/2014/main" id="{82965A7F-E88F-0A4F-EB22-B184B245B52C}"/>
                </a:ext>
              </a:extLst>
            </p:cNvPr>
            <p:cNvSpPr txBox="1"/>
            <p:nvPr/>
          </p:nvSpPr>
          <p:spPr>
            <a:xfrm>
              <a:off x="6114120" y="5471185"/>
              <a:ext cx="3761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...</a:t>
              </a:r>
              <a:endParaRPr lang="zh-CN" altLang="en-US" dirty="0"/>
            </a:p>
          </p:txBody>
        </p:sp>
        <p:sp>
          <p:nvSpPr>
            <p:cNvPr id="390" name="文本框 389">
              <a:extLst>
                <a:ext uri="{FF2B5EF4-FFF2-40B4-BE49-F238E27FC236}">
                  <a16:creationId xmlns:a16="http://schemas.microsoft.com/office/drawing/2014/main" id="{328082B7-437C-2AE6-A0EB-39E6C5C2986A}"/>
                </a:ext>
              </a:extLst>
            </p:cNvPr>
            <p:cNvSpPr txBox="1"/>
            <p:nvPr/>
          </p:nvSpPr>
          <p:spPr>
            <a:xfrm>
              <a:off x="5411886" y="5893711"/>
              <a:ext cx="142285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局部</a:t>
              </a:r>
              <a:r>
                <a:rPr lang="en-US" altLang="zh-CN" sz="1400" dirty="0"/>
                <a:t>/</a:t>
              </a:r>
              <a:r>
                <a:rPr lang="zh-CN" altLang="en-US" sz="1400" dirty="0"/>
                <a:t>全局语义</a:t>
              </a:r>
            </a:p>
          </p:txBody>
        </p:sp>
      </p:grpSp>
      <p:cxnSp>
        <p:nvCxnSpPr>
          <p:cNvPr id="394" name="连接符: 肘形 393">
            <a:extLst>
              <a:ext uri="{FF2B5EF4-FFF2-40B4-BE49-F238E27FC236}">
                <a16:creationId xmlns:a16="http://schemas.microsoft.com/office/drawing/2014/main" id="{555402D8-01AF-CCE9-05F3-D7C17474AA0C}"/>
              </a:ext>
            </a:extLst>
          </p:cNvPr>
          <p:cNvCxnSpPr>
            <a:stCxn id="389" idx="0"/>
            <a:endCxn id="229" idx="0"/>
          </p:cNvCxnSpPr>
          <p:nvPr/>
        </p:nvCxnSpPr>
        <p:spPr>
          <a:xfrm rot="16200000" flipV="1">
            <a:off x="3684616" y="1709133"/>
            <a:ext cx="924087" cy="1581799"/>
          </a:xfrm>
          <a:prstGeom prst="bentConnector3">
            <a:avLst>
              <a:gd name="adj1" fmla="val 50412"/>
            </a:avLst>
          </a:prstGeom>
          <a:ln w="63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0" name="连接符: 肘形 399">
            <a:extLst>
              <a:ext uri="{FF2B5EF4-FFF2-40B4-BE49-F238E27FC236}">
                <a16:creationId xmlns:a16="http://schemas.microsoft.com/office/drawing/2014/main" id="{D86FA704-634A-1B8E-133A-23E566BA17F5}"/>
              </a:ext>
            </a:extLst>
          </p:cNvPr>
          <p:cNvCxnSpPr>
            <a:cxnSpLocks/>
            <a:stCxn id="389" idx="0"/>
            <a:endCxn id="312" idx="0"/>
          </p:cNvCxnSpPr>
          <p:nvPr/>
        </p:nvCxnSpPr>
        <p:spPr>
          <a:xfrm rot="5400000" flipH="1" flipV="1">
            <a:off x="4608290" y="2361654"/>
            <a:ext cx="929690" cy="271155"/>
          </a:xfrm>
          <a:prstGeom prst="bentConnector3">
            <a:avLst>
              <a:gd name="adj1" fmla="val 50000"/>
            </a:avLst>
          </a:prstGeom>
          <a:ln w="63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4" name="连接符: 肘形 403">
            <a:extLst>
              <a:ext uri="{FF2B5EF4-FFF2-40B4-BE49-F238E27FC236}">
                <a16:creationId xmlns:a16="http://schemas.microsoft.com/office/drawing/2014/main" id="{E055471E-B205-52F4-424D-F11CD5E93F80}"/>
              </a:ext>
            </a:extLst>
          </p:cNvPr>
          <p:cNvCxnSpPr>
            <a:stCxn id="389" idx="0"/>
            <a:endCxn id="327" idx="0"/>
          </p:cNvCxnSpPr>
          <p:nvPr/>
        </p:nvCxnSpPr>
        <p:spPr>
          <a:xfrm rot="5400000" flipH="1" flipV="1">
            <a:off x="5541733" y="1441711"/>
            <a:ext cx="916190" cy="2124540"/>
          </a:xfrm>
          <a:prstGeom prst="bentConnector3">
            <a:avLst>
              <a:gd name="adj1" fmla="val 50832"/>
            </a:avLst>
          </a:prstGeom>
          <a:ln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1" name="连接符: 肘形 410">
            <a:extLst>
              <a:ext uri="{FF2B5EF4-FFF2-40B4-BE49-F238E27FC236}">
                <a16:creationId xmlns:a16="http://schemas.microsoft.com/office/drawing/2014/main" id="{DC389EAA-77AC-FD6B-5A0B-F08D26711FAC}"/>
              </a:ext>
            </a:extLst>
          </p:cNvPr>
          <p:cNvCxnSpPr>
            <a:stCxn id="389" idx="0"/>
            <a:endCxn id="342" idx="0"/>
          </p:cNvCxnSpPr>
          <p:nvPr/>
        </p:nvCxnSpPr>
        <p:spPr>
          <a:xfrm rot="5400000" flipH="1" flipV="1">
            <a:off x="6471905" y="521533"/>
            <a:ext cx="906196" cy="3974890"/>
          </a:xfrm>
          <a:prstGeom prst="bentConnector3">
            <a:avLst>
              <a:gd name="adj1" fmla="val 51682"/>
            </a:avLst>
          </a:prstGeom>
          <a:ln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5" name="直接箭头连接符 414">
            <a:extLst>
              <a:ext uri="{FF2B5EF4-FFF2-40B4-BE49-F238E27FC236}">
                <a16:creationId xmlns:a16="http://schemas.microsoft.com/office/drawing/2014/main" id="{4927947A-38B1-D39A-4A5E-668124368443}"/>
              </a:ext>
            </a:extLst>
          </p:cNvPr>
          <p:cNvCxnSpPr>
            <a:stCxn id="352" idx="0"/>
            <a:endCxn id="389" idx="1"/>
          </p:cNvCxnSpPr>
          <p:nvPr/>
        </p:nvCxnSpPr>
        <p:spPr>
          <a:xfrm>
            <a:off x="3738317" y="3408218"/>
            <a:ext cx="401916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9" name="直接箭头连接符 438">
            <a:extLst>
              <a:ext uri="{FF2B5EF4-FFF2-40B4-BE49-F238E27FC236}">
                <a16:creationId xmlns:a16="http://schemas.microsoft.com/office/drawing/2014/main" id="{446E23BA-4E5C-926F-BF90-C046810CC130}"/>
              </a:ext>
            </a:extLst>
          </p:cNvPr>
          <p:cNvCxnSpPr>
            <a:cxnSpLocks/>
            <a:stCxn id="389" idx="2"/>
            <a:endCxn id="450" idx="0"/>
          </p:cNvCxnSpPr>
          <p:nvPr/>
        </p:nvCxnSpPr>
        <p:spPr>
          <a:xfrm flipH="1">
            <a:off x="4937557" y="3854360"/>
            <a:ext cx="1" cy="1046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8" name="连接符: 肘形 447">
            <a:extLst>
              <a:ext uri="{FF2B5EF4-FFF2-40B4-BE49-F238E27FC236}">
                <a16:creationId xmlns:a16="http://schemas.microsoft.com/office/drawing/2014/main" id="{2F451624-8476-693A-FA1A-343B0E9AD4A4}"/>
              </a:ext>
            </a:extLst>
          </p:cNvPr>
          <p:cNvCxnSpPr>
            <a:cxnSpLocks/>
            <a:stCxn id="5" idx="0"/>
            <a:endCxn id="450" idx="4"/>
          </p:cNvCxnSpPr>
          <p:nvPr/>
        </p:nvCxnSpPr>
        <p:spPr>
          <a:xfrm flipV="1">
            <a:off x="3733020" y="5078687"/>
            <a:ext cx="1204537" cy="51680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椭圆 449">
            <a:extLst>
              <a:ext uri="{FF2B5EF4-FFF2-40B4-BE49-F238E27FC236}">
                <a16:creationId xmlns:a16="http://schemas.microsoft.com/office/drawing/2014/main" id="{E0021A9F-FD49-1E2B-3C3B-3B4BE31CBF7C}"/>
              </a:ext>
            </a:extLst>
          </p:cNvPr>
          <p:cNvSpPr/>
          <p:nvPr/>
        </p:nvSpPr>
        <p:spPr>
          <a:xfrm>
            <a:off x="4848782" y="4901138"/>
            <a:ext cx="177549" cy="177549"/>
          </a:xfrm>
          <a:prstGeom prst="ellipse">
            <a:avLst/>
          </a:prstGeom>
          <a:solidFill>
            <a:schemeClr val="bg1"/>
          </a:solidFill>
          <a:ln w="1016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5" name="椭圆 454">
            <a:extLst>
              <a:ext uri="{FF2B5EF4-FFF2-40B4-BE49-F238E27FC236}">
                <a16:creationId xmlns:a16="http://schemas.microsoft.com/office/drawing/2014/main" id="{B45172D8-089F-9CDA-3883-BC17CAE37955}"/>
              </a:ext>
            </a:extLst>
          </p:cNvPr>
          <p:cNvSpPr/>
          <p:nvPr/>
        </p:nvSpPr>
        <p:spPr>
          <a:xfrm>
            <a:off x="4914696" y="4967053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63" name="连接符: 肘形 462">
            <a:extLst>
              <a:ext uri="{FF2B5EF4-FFF2-40B4-BE49-F238E27FC236}">
                <a16:creationId xmlns:a16="http://schemas.microsoft.com/office/drawing/2014/main" id="{FE879E0B-1AEA-29BB-20DF-AE945AF9A4AC}"/>
              </a:ext>
            </a:extLst>
          </p:cNvPr>
          <p:cNvCxnSpPr>
            <a:stCxn id="450" idx="6"/>
            <a:endCxn id="383" idx="2"/>
          </p:cNvCxnSpPr>
          <p:nvPr/>
        </p:nvCxnSpPr>
        <p:spPr>
          <a:xfrm>
            <a:off x="5026331" y="4989913"/>
            <a:ext cx="1414380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5" name="连接符: 肘形 464">
            <a:extLst>
              <a:ext uri="{FF2B5EF4-FFF2-40B4-BE49-F238E27FC236}">
                <a16:creationId xmlns:a16="http://schemas.microsoft.com/office/drawing/2014/main" id="{D15A5E19-1768-1CB8-C9DF-D97DBDF96CAD}"/>
              </a:ext>
            </a:extLst>
          </p:cNvPr>
          <p:cNvCxnSpPr>
            <a:stCxn id="5" idx="0"/>
            <a:endCxn id="380" idx="2"/>
          </p:cNvCxnSpPr>
          <p:nvPr/>
        </p:nvCxnSpPr>
        <p:spPr>
          <a:xfrm flipV="1">
            <a:off x="3733020" y="5317376"/>
            <a:ext cx="3448927" cy="2781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2" name="文本框 471">
            <a:extLst>
              <a:ext uri="{FF2B5EF4-FFF2-40B4-BE49-F238E27FC236}">
                <a16:creationId xmlns:a16="http://schemas.microsoft.com/office/drawing/2014/main" id="{03208393-07C4-94AB-2F1E-B1BE79A4763C}"/>
              </a:ext>
            </a:extLst>
          </p:cNvPr>
          <p:cNvSpPr txBox="1"/>
          <p:nvPr/>
        </p:nvSpPr>
        <p:spPr>
          <a:xfrm>
            <a:off x="9854669" y="4531806"/>
            <a:ext cx="311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...</a:t>
            </a:r>
            <a:endParaRPr lang="zh-CN" altLang="en-US" dirty="0"/>
          </a:p>
        </p:txBody>
      </p:sp>
      <p:sp>
        <p:nvSpPr>
          <p:cNvPr id="473" name="矩形 472">
            <a:extLst>
              <a:ext uri="{FF2B5EF4-FFF2-40B4-BE49-F238E27FC236}">
                <a16:creationId xmlns:a16="http://schemas.microsoft.com/office/drawing/2014/main" id="{4307B0B9-89D5-B4CA-C685-358B68CAC2CC}"/>
              </a:ext>
            </a:extLst>
          </p:cNvPr>
          <p:cNvSpPr/>
          <p:nvPr/>
        </p:nvSpPr>
        <p:spPr>
          <a:xfrm>
            <a:off x="8583807" y="4212333"/>
            <a:ext cx="2262534" cy="117097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文本框 476">
            <a:extLst>
              <a:ext uri="{FF2B5EF4-FFF2-40B4-BE49-F238E27FC236}">
                <a16:creationId xmlns:a16="http://schemas.microsoft.com/office/drawing/2014/main" id="{8F9981FE-FFB2-6F46-8CAD-268CD8E036BD}"/>
              </a:ext>
            </a:extLst>
          </p:cNvPr>
          <p:cNvSpPr txBox="1"/>
          <p:nvPr/>
        </p:nvSpPr>
        <p:spPr>
          <a:xfrm>
            <a:off x="9248145" y="5038925"/>
            <a:ext cx="947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提示嵌入</a:t>
            </a:r>
          </a:p>
        </p:txBody>
      </p:sp>
      <p:sp>
        <p:nvSpPr>
          <p:cNvPr id="478" name="箭头: 右 477">
            <a:extLst>
              <a:ext uri="{FF2B5EF4-FFF2-40B4-BE49-F238E27FC236}">
                <a16:creationId xmlns:a16="http://schemas.microsoft.com/office/drawing/2014/main" id="{E7F72A74-8318-B3A8-E723-EC45D9FD597D}"/>
              </a:ext>
            </a:extLst>
          </p:cNvPr>
          <p:cNvSpPr/>
          <p:nvPr/>
        </p:nvSpPr>
        <p:spPr>
          <a:xfrm>
            <a:off x="8244838" y="4687320"/>
            <a:ext cx="274279" cy="152013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2" name="直接箭头连接符 481">
            <a:extLst>
              <a:ext uri="{FF2B5EF4-FFF2-40B4-BE49-F238E27FC236}">
                <a16:creationId xmlns:a16="http://schemas.microsoft.com/office/drawing/2014/main" id="{1999C8A4-91BB-9F65-486D-E376BB7C8DA5}"/>
              </a:ext>
            </a:extLst>
          </p:cNvPr>
          <p:cNvCxnSpPr>
            <a:cxnSpLocks/>
            <a:stCxn id="254" idx="3"/>
            <a:endCxn id="359" idx="1"/>
          </p:cNvCxnSpPr>
          <p:nvPr/>
        </p:nvCxnSpPr>
        <p:spPr>
          <a:xfrm flipV="1">
            <a:off x="9730738" y="3398965"/>
            <a:ext cx="1" cy="188587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5" name="箭头: 右 484">
            <a:extLst>
              <a:ext uri="{FF2B5EF4-FFF2-40B4-BE49-F238E27FC236}">
                <a16:creationId xmlns:a16="http://schemas.microsoft.com/office/drawing/2014/main" id="{CE5E2752-8941-6CD9-8916-940B1F0960E8}"/>
              </a:ext>
            </a:extLst>
          </p:cNvPr>
          <p:cNvSpPr/>
          <p:nvPr/>
        </p:nvSpPr>
        <p:spPr>
          <a:xfrm>
            <a:off x="10784865" y="3105874"/>
            <a:ext cx="274279" cy="152013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87" name="组合 486">
            <a:extLst>
              <a:ext uri="{FF2B5EF4-FFF2-40B4-BE49-F238E27FC236}">
                <a16:creationId xmlns:a16="http://schemas.microsoft.com/office/drawing/2014/main" id="{09B09B25-C4D5-9711-DE25-93B44BBE7EF8}"/>
              </a:ext>
            </a:extLst>
          </p:cNvPr>
          <p:cNvGrpSpPr/>
          <p:nvPr/>
        </p:nvGrpSpPr>
        <p:grpSpPr>
          <a:xfrm>
            <a:off x="11188865" y="2795180"/>
            <a:ext cx="759806" cy="756950"/>
            <a:chOff x="11188865" y="2795180"/>
            <a:chExt cx="759806" cy="756950"/>
          </a:xfrm>
        </p:grpSpPr>
        <p:pic>
          <p:nvPicPr>
            <p:cNvPr id="366" name="图片 365">
              <a:extLst>
                <a:ext uri="{FF2B5EF4-FFF2-40B4-BE49-F238E27FC236}">
                  <a16:creationId xmlns:a16="http://schemas.microsoft.com/office/drawing/2014/main" id="{C895F103-48FA-3B5B-F6F3-A91939490E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188865" y="2795180"/>
              <a:ext cx="759806" cy="7569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86" name="矩形 485">
              <a:extLst>
                <a:ext uri="{FF2B5EF4-FFF2-40B4-BE49-F238E27FC236}">
                  <a16:creationId xmlns:a16="http://schemas.microsoft.com/office/drawing/2014/main" id="{B6488A4F-6290-B444-DF5B-463E915A5D42}"/>
                </a:ext>
              </a:extLst>
            </p:cNvPr>
            <p:cNvSpPr/>
            <p:nvPr/>
          </p:nvSpPr>
          <p:spPr>
            <a:xfrm>
              <a:off x="11207915" y="2826047"/>
              <a:ext cx="203035" cy="172424"/>
            </a:xfrm>
            <a:prstGeom prst="rect">
              <a:avLst/>
            </a:prstGeom>
            <a:noFill/>
            <a:ln w="63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4105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E545C-3661-0BB3-1217-E432C6B61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" name="组合 247">
            <a:extLst>
              <a:ext uri="{FF2B5EF4-FFF2-40B4-BE49-F238E27FC236}">
                <a16:creationId xmlns:a16="http://schemas.microsoft.com/office/drawing/2014/main" id="{3C3F6572-3C08-7DEF-63DA-173102E553F4}"/>
              </a:ext>
            </a:extLst>
          </p:cNvPr>
          <p:cNvGrpSpPr/>
          <p:nvPr/>
        </p:nvGrpSpPr>
        <p:grpSpPr>
          <a:xfrm>
            <a:off x="4696950" y="755957"/>
            <a:ext cx="2888477" cy="5155396"/>
            <a:chOff x="4696950" y="755957"/>
            <a:chExt cx="2888477" cy="5155396"/>
          </a:xfrm>
        </p:grpSpPr>
        <p:sp>
          <p:nvSpPr>
            <p:cNvPr id="25" name="立方体 24">
              <a:extLst>
                <a:ext uri="{FF2B5EF4-FFF2-40B4-BE49-F238E27FC236}">
                  <a16:creationId xmlns:a16="http://schemas.microsoft.com/office/drawing/2014/main" id="{DC2E3E69-1451-4742-BAED-B861E1E28359}"/>
                </a:ext>
              </a:extLst>
            </p:cNvPr>
            <p:cNvSpPr/>
            <p:nvPr/>
          </p:nvSpPr>
          <p:spPr>
            <a:xfrm>
              <a:off x="5006339" y="1080582"/>
              <a:ext cx="658356" cy="250405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F054A859-4189-EECB-55E3-7726B8980A1D}"/>
                    </a:ext>
                  </a:extLst>
                </p:cNvPr>
                <p:cNvSpPr txBox="1"/>
                <p:nvPr/>
              </p:nvSpPr>
              <p:spPr>
                <a:xfrm>
                  <a:off x="5017139" y="755957"/>
                  <a:ext cx="734654" cy="26103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000" b="1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000" b="1" i="1">
                                <a:latin typeface="Cambria Math" panose="02040503050406030204" pitchFamily="18" charset="0"/>
                              </a:rPr>
                              <m:t>v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𝑆𝐴𝑀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zh-CN" altLang="en-US" sz="1000" dirty="0"/>
                </a:p>
              </p:txBody>
            </p:sp>
          </mc:Choice>
          <mc:Fallback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F054A859-4189-EECB-55E3-7726B8980A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7139" y="755957"/>
                  <a:ext cx="734654" cy="26103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立方体 8">
              <a:extLst>
                <a:ext uri="{FF2B5EF4-FFF2-40B4-BE49-F238E27FC236}">
                  <a16:creationId xmlns:a16="http://schemas.microsoft.com/office/drawing/2014/main" id="{1699FED8-B6BF-2D11-BEC2-5DA4638C6284}"/>
                </a:ext>
              </a:extLst>
            </p:cNvPr>
            <p:cNvSpPr/>
            <p:nvPr/>
          </p:nvSpPr>
          <p:spPr>
            <a:xfrm>
              <a:off x="6871091" y="1033335"/>
              <a:ext cx="240892" cy="250405"/>
            </a:xfrm>
            <a:prstGeom prst="cube">
              <a:avLst>
                <a:gd name="adj" fmla="val 52830"/>
              </a:avLst>
            </a:prstGeom>
            <a:solidFill>
              <a:srgbClr val="B7DDE8"/>
            </a:solidFill>
            <a:ln w="25400">
              <a:solidFill>
                <a:srgbClr val="92CDD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立方体 11">
              <a:extLst>
                <a:ext uri="{FF2B5EF4-FFF2-40B4-BE49-F238E27FC236}">
                  <a16:creationId xmlns:a16="http://schemas.microsoft.com/office/drawing/2014/main" id="{3A071667-187D-C893-7039-FFD88CE786C9}"/>
                </a:ext>
              </a:extLst>
            </p:cNvPr>
            <p:cNvSpPr/>
            <p:nvPr/>
          </p:nvSpPr>
          <p:spPr>
            <a:xfrm>
              <a:off x="6991537" y="1033335"/>
              <a:ext cx="240892" cy="250405"/>
            </a:xfrm>
            <a:prstGeom prst="cube">
              <a:avLst>
                <a:gd name="adj" fmla="val 52830"/>
              </a:avLst>
            </a:prstGeom>
            <a:solidFill>
              <a:srgbClr val="B7DDE8"/>
            </a:solidFill>
            <a:ln w="25400">
              <a:solidFill>
                <a:srgbClr val="92CDD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立方体 12">
              <a:extLst>
                <a:ext uri="{FF2B5EF4-FFF2-40B4-BE49-F238E27FC236}">
                  <a16:creationId xmlns:a16="http://schemas.microsoft.com/office/drawing/2014/main" id="{CB42C1DC-F756-93DB-A1B1-B6BE99C36200}"/>
                </a:ext>
              </a:extLst>
            </p:cNvPr>
            <p:cNvSpPr/>
            <p:nvPr/>
          </p:nvSpPr>
          <p:spPr>
            <a:xfrm>
              <a:off x="7111983" y="1033335"/>
              <a:ext cx="240892" cy="250405"/>
            </a:xfrm>
            <a:prstGeom prst="cube">
              <a:avLst>
                <a:gd name="adj" fmla="val 52830"/>
              </a:avLst>
            </a:prstGeom>
            <a:solidFill>
              <a:srgbClr val="B7DDE8"/>
            </a:solidFill>
            <a:ln w="25400">
              <a:solidFill>
                <a:srgbClr val="92CDD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立方体 13">
              <a:extLst>
                <a:ext uri="{FF2B5EF4-FFF2-40B4-BE49-F238E27FC236}">
                  <a16:creationId xmlns:a16="http://schemas.microsoft.com/office/drawing/2014/main" id="{E3981327-9297-6C10-ADC0-E779C6351398}"/>
                </a:ext>
              </a:extLst>
            </p:cNvPr>
            <p:cNvSpPr/>
            <p:nvPr/>
          </p:nvSpPr>
          <p:spPr>
            <a:xfrm>
              <a:off x="7238679" y="1033334"/>
              <a:ext cx="240892" cy="250405"/>
            </a:xfrm>
            <a:prstGeom prst="cube">
              <a:avLst>
                <a:gd name="adj" fmla="val 52830"/>
              </a:avLst>
            </a:prstGeom>
            <a:solidFill>
              <a:srgbClr val="B7DDE8"/>
            </a:solidFill>
            <a:ln w="25400">
              <a:solidFill>
                <a:srgbClr val="92CDD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E6824D5A-CD8C-E98C-C1FB-B1389CAB9E81}"/>
                </a:ext>
              </a:extLst>
            </p:cNvPr>
            <p:cNvSpPr/>
            <p:nvPr/>
          </p:nvSpPr>
          <p:spPr>
            <a:xfrm>
              <a:off x="4836702" y="1645835"/>
              <a:ext cx="910300" cy="275316"/>
            </a:xfrm>
            <a:prstGeom prst="round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线性变换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FFAD2EB5-E5D2-B0E9-909D-95DFBE480763}"/>
                </a:ext>
              </a:extLst>
            </p:cNvPr>
            <p:cNvSpPr/>
            <p:nvPr/>
          </p:nvSpPr>
          <p:spPr>
            <a:xfrm>
              <a:off x="6675127" y="1646987"/>
              <a:ext cx="910300" cy="275316"/>
            </a:xfrm>
            <a:prstGeom prst="round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线性变换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4D446B9-568D-CC88-C37E-3F239E729133}"/>
                    </a:ext>
                  </a:extLst>
                </p:cNvPr>
                <p:cNvSpPr txBox="1"/>
                <p:nvPr/>
              </p:nvSpPr>
              <p:spPr>
                <a:xfrm>
                  <a:off x="6841841" y="757844"/>
                  <a:ext cx="73465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000" b="1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b>
                            <m:r>
                              <a:rPr lang="en-US" altLang="zh-CN" sz="10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zh-CN" altLang="en-US" sz="1000" dirty="0"/>
                </a:p>
              </p:txBody>
            </p:sp>
          </mc:Choice>
          <mc:Fallback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4D446B9-568D-CC88-C37E-3F239E7291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1841" y="757844"/>
                  <a:ext cx="734654" cy="24622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0D391416-5C6F-0DA5-8528-3B256B5E5D3A}"/>
                </a:ext>
              </a:extLst>
            </p:cNvPr>
            <p:cNvSpPr/>
            <p:nvPr/>
          </p:nvSpPr>
          <p:spPr>
            <a:xfrm>
              <a:off x="4696950" y="2455942"/>
              <a:ext cx="1189804" cy="3341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多头交叉注意</a:t>
              </a:r>
            </a:p>
          </p:txBody>
        </p:sp>
        <p:sp>
          <p:nvSpPr>
            <p:cNvPr id="29" name="立方体 28">
              <a:extLst>
                <a:ext uri="{FF2B5EF4-FFF2-40B4-BE49-F238E27FC236}">
                  <a16:creationId xmlns:a16="http://schemas.microsoft.com/office/drawing/2014/main" id="{FF33DFD1-DE7C-2EA9-F62D-38BB7ABE9BEE}"/>
                </a:ext>
              </a:extLst>
            </p:cNvPr>
            <p:cNvSpPr/>
            <p:nvPr/>
          </p:nvSpPr>
          <p:spPr>
            <a:xfrm>
              <a:off x="4925998" y="5660948"/>
              <a:ext cx="658356" cy="250405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64CBD8D-F628-38B7-38A9-8D33E7FC3802}"/>
                    </a:ext>
                  </a:extLst>
                </p:cNvPr>
                <p:cNvSpPr txBox="1"/>
                <p:nvPr/>
              </p:nvSpPr>
              <p:spPr>
                <a:xfrm>
                  <a:off x="5581548" y="5633227"/>
                  <a:ext cx="734654" cy="26693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0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000" b="1" i="1">
                                <a:latin typeface="Cambria Math" panose="02040503050406030204" pitchFamily="18" charset="0"/>
                              </a:rPr>
                              <m:t>v</m:t>
                            </m:r>
                            <m:r>
                              <a:rPr lang="en-US" altLang="zh-CN" sz="1000" i="1">
                                <a:latin typeface="Cambria Math" panose="02040503050406030204" pitchFamily="18" charset="0"/>
                              </a:rPr>
                              <m:t>𝑆𝐴𝑀</m:t>
                            </m:r>
                            <m:r>
                              <a:rPr lang="en-US" altLang="zh-CN" sz="1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)</m:t>
                            </m:r>
                          </m:sub>
                          <m:sup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zh-CN" altLang="en-US" sz="1000" dirty="0"/>
                </a:p>
              </p:txBody>
            </p:sp>
          </mc:Choice>
          <mc:Fallback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64CBD8D-F628-38B7-38A9-8D33E7FC3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1548" y="5633227"/>
                  <a:ext cx="734654" cy="26693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0" name="矩形: 圆角 459">
              <a:extLst>
                <a:ext uri="{FF2B5EF4-FFF2-40B4-BE49-F238E27FC236}">
                  <a16:creationId xmlns:a16="http://schemas.microsoft.com/office/drawing/2014/main" id="{314F8450-2390-1059-25B6-1AFA9D814901}"/>
                </a:ext>
              </a:extLst>
            </p:cNvPr>
            <p:cNvSpPr/>
            <p:nvPr/>
          </p:nvSpPr>
          <p:spPr>
            <a:xfrm>
              <a:off x="4766826" y="3366764"/>
              <a:ext cx="1050052" cy="275316"/>
            </a:xfrm>
            <a:prstGeom prst="round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线性变换</a:t>
              </a:r>
            </a:p>
          </p:txBody>
        </p:sp>
        <p:sp>
          <p:nvSpPr>
            <p:cNvPr id="463" name="矩形: 圆角 462">
              <a:extLst>
                <a:ext uri="{FF2B5EF4-FFF2-40B4-BE49-F238E27FC236}">
                  <a16:creationId xmlns:a16="http://schemas.microsoft.com/office/drawing/2014/main" id="{12A23E58-D2A0-5A8C-7FEE-974510E1C437}"/>
                </a:ext>
              </a:extLst>
            </p:cNvPr>
            <p:cNvSpPr/>
            <p:nvPr/>
          </p:nvSpPr>
          <p:spPr>
            <a:xfrm>
              <a:off x="4769276" y="4271428"/>
              <a:ext cx="1050052" cy="275316"/>
            </a:xfrm>
            <a:prstGeom prst="roundRect">
              <a:avLst/>
            </a:prstGeom>
            <a:solidFill>
              <a:srgbClr val="BBF9F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归一化层</a:t>
              </a:r>
            </a:p>
          </p:txBody>
        </p:sp>
        <p:sp>
          <p:nvSpPr>
            <p:cNvPr id="464" name="矩形: 圆角 463">
              <a:extLst>
                <a:ext uri="{FF2B5EF4-FFF2-40B4-BE49-F238E27FC236}">
                  <a16:creationId xmlns:a16="http://schemas.microsoft.com/office/drawing/2014/main" id="{725A1B56-4D25-4295-82D8-1FF2A07EDF5B}"/>
                </a:ext>
              </a:extLst>
            </p:cNvPr>
            <p:cNvSpPr/>
            <p:nvPr/>
          </p:nvSpPr>
          <p:spPr>
            <a:xfrm>
              <a:off x="4770326" y="4767393"/>
              <a:ext cx="1046552" cy="275316"/>
            </a:xfrm>
            <a:prstGeom prst="roundRect">
              <a:avLst/>
            </a:prstGeom>
            <a:solidFill>
              <a:srgbClr val="BBF9F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多层感知机</a:t>
              </a:r>
            </a:p>
          </p:txBody>
        </p:sp>
        <p:sp>
          <p:nvSpPr>
            <p:cNvPr id="472" name="立方体 471">
              <a:extLst>
                <a:ext uri="{FF2B5EF4-FFF2-40B4-BE49-F238E27FC236}">
                  <a16:creationId xmlns:a16="http://schemas.microsoft.com/office/drawing/2014/main" id="{FADEE90D-C83C-5C91-A4AF-20F859566C64}"/>
                </a:ext>
              </a:extLst>
            </p:cNvPr>
            <p:cNvSpPr/>
            <p:nvPr/>
          </p:nvSpPr>
          <p:spPr>
            <a:xfrm>
              <a:off x="6102664" y="3913826"/>
              <a:ext cx="658356" cy="250405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3" name="文本框 472">
                  <a:extLst>
                    <a:ext uri="{FF2B5EF4-FFF2-40B4-BE49-F238E27FC236}">
                      <a16:creationId xmlns:a16="http://schemas.microsoft.com/office/drawing/2014/main" id="{61C1952B-CD96-4BC8-2ED4-FBCC93246C7E}"/>
                    </a:ext>
                  </a:extLst>
                </p:cNvPr>
                <p:cNvSpPr txBox="1"/>
                <p:nvPr/>
              </p:nvSpPr>
              <p:spPr>
                <a:xfrm>
                  <a:off x="6744917" y="3913679"/>
                  <a:ext cx="734654" cy="26693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0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000" b="1" i="1">
                                <a:latin typeface="Cambria Math" panose="02040503050406030204" pitchFamily="18" charset="0"/>
                              </a:rPr>
                              <m:t>v</m:t>
                            </m:r>
                            <m:r>
                              <a:rPr lang="en-US" altLang="zh-CN" sz="1000" i="1">
                                <a:latin typeface="Cambria Math" panose="02040503050406030204" pitchFamily="18" charset="0"/>
                              </a:rPr>
                              <m:t>𝑆𝐴𝑀</m:t>
                            </m:r>
                            <m:r>
                              <a:rPr lang="en-US" altLang="zh-CN" sz="1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−1)</m:t>
                            </m:r>
                          </m:sub>
                          <m:sup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zh-CN" altLang="en-US" sz="1000" dirty="0"/>
                </a:p>
              </p:txBody>
            </p:sp>
          </mc:Choice>
          <mc:Fallback>
            <p:sp>
              <p:nvSpPr>
                <p:cNvPr id="473" name="文本框 472">
                  <a:extLst>
                    <a:ext uri="{FF2B5EF4-FFF2-40B4-BE49-F238E27FC236}">
                      <a16:creationId xmlns:a16="http://schemas.microsoft.com/office/drawing/2014/main" id="{61C1952B-CD96-4BC8-2ED4-FBCC93246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4917" y="3913679"/>
                  <a:ext cx="734654" cy="26693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78" name="组合 477">
              <a:extLst>
                <a:ext uri="{FF2B5EF4-FFF2-40B4-BE49-F238E27FC236}">
                  <a16:creationId xmlns:a16="http://schemas.microsoft.com/office/drawing/2014/main" id="{0473E931-9529-D220-FC4D-DFABEC9CBDFD}"/>
                </a:ext>
              </a:extLst>
            </p:cNvPr>
            <p:cNvGrpSpPr/>
            <p:nvPr/>
          </p:nvGrpSpPr>
          <p:grpSpPr>
            <a:xfrm>
              <a:off x="5218499" y="3032634"/>
              <a:ext cx="146706" cy="145254"/>
              <a:chOff x="5996398" y="3506642"/>
              <a:chExt cx="146706" cy="145254"/>
            </a:xfrm>
          </p:grpSpPr>
          <p:sp>
            <p:nvSpPr>
              <p:cNvPr id="474" name="椭圆 473">
                <a:extLst>
                  <a:ext uri="{FF2B5EF4-FFF2-40B4-BE49-F238E27FC236}">
                    <a16:creationId xmlns:a16="http://schemas.microsoft.com/office/drawing/2014/main" id="{541AE5EE-EDAE-62C8-0D06-585D4DEB3E93}"/>
                  </a:ext>
                </a:extLst>
              </p:cNvPr>
              <p:cNvSpPr/>
              <p:nvPr/>
            </p:nvSpPr>
            <p:spPr>
              <a:xfrm>
                <a:off x="5996398" y="3506642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6" name="直接连接符 475">
                <a:extLst>
                  <a:ext uri="{FF2B5EF4-FFF2-40B4-BE49-F238E27FC236}">
                    <a16:creationId xmlns:a16="http://schemas.microsoft.com/office/drawing/2014/main" id="{CE2B4BBA-EB74-6FC8-94E3-2952D2714484}"/>
                  </a:ext>
                </a:extLst>
              </p:cNvPr>
              <p:cNvCxnSpPr>
                <a:stCxn id="474" idx="0"/>
                <a:endCxn id="474" idx="4"/>
              </p:cNvCxnSpPr>
              <p:nvPr/>
            </p:nvCxnSpPr>
            <p:spPr>
              <a:xfrm>
                <a:off x="6069751" y="3506642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7" name="直接连接符 476">
                <a:extLst>
                  <a:ext uri="{FF2B5EF4-FFF2-40B4-BE49-F238E27FC236}">
                    <a16:creationId xmlns:a16="http://schemas.microsoft.com/office/drawing/2014/main" id="{4DDA67CC-0F3C-0FB2-48BB-C83F818399AE}"/>
                  </a:ext>
                </a:extLst>
              </p:cNvPr>
              <p:cNvCxnSpPr>
                <a:stCxn id="474" idx="2"/>
                <a:endCxn id="474" idx="6"/>
              </p:cNvCxnSpPr>
              <p:nvPr/>
            </p:nvCxnSpPr>
            <p:spPr>
              <a:xfrm>
                <a:off x="5996398" y="3579269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0" name="组合 479">
              <a:extLst>
                <a:ext uri="{FF2B5EF4-FFF2-40B4-BE49-F238E27FC236}">
                  <a16:creationId xmlns:a16="http://schemas.microsoft.com/office/drawing/2014/main" id="{AF2F6221-98D6-1616-ABAF-A424653F1E31}"/>
                </a:ext>
              </a:extLst>
            </p:cNvPr>
            <p:cNvGrpSpPr/>
            <p:nvPr/>
          </p:nvGrpSpPr>
          <p:grpSpPr>
            <a:xfrm>
              <a:off x="5218499" y="3938090"/>
              <a:ext cx="146706" cy="145254"/>
              <a:chOff x="5996398" y="3506642"/>
              <a:chExt cx="146706" cy="145254"/>
            </a:xfrm>
          </p:grpSpPr>
          <p:sp>
            <p:nvSpPr>
              <p:cNvPr id="481" name="椭圆 480">
                <a:extLst>
                  <a:ext uri="{FF2B5EF4-FFF2-40B4-BE49-F238E27FC236}">
                    <a16:creationId xmlns:a16="http://schemas.microsoft.com/office/drawing/2014/main" id="{66545645-53AA-8D37-539C-DB0B1A52110B}"/>
                  </a:ext>
                </a:extLst>
              </p:cNvPr>
              <p:cNvSpPr/>
              <p:nvPr/>
            </p:nvSpPr>
            <p:spPr>
              <a:xfrm>
                <a:off x="5996398" y="3506642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82" name="直接连接符 481">
                <a:extLst>
                  <a:ext uri="{FF2B5EF4-FFF2-40B4-BE49-F238E27FC236}">
                    <a16:creationId xmlns:a16="http://schemas.microsoft.com/office/drawing/2014/main" id="{F3F0B756-667C-6E52-813F-6D7BF40D127D}"/>
                  </a:ext>
                </a:extLst>
              </p:cNvPr>
              <p:cNvCxnSpPr>
                <a:stCxn id="481" idx="0"/>
                <a:endCxn id="481" idx="4"/>
              </p:cNvCxnSpPr>
              <p:nvPr/>
            </p:nvCxnSpPr>
            <p:spPr>
              <a:xfrm>
                <a:off x="6069751" y="3506642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直接连接符 483">
                <a:extLst>
                  <a:ext uri="{FF2B5EF4-FFF2-40B4-BE49-F238E27FC236}">
                    <a16:creationId xmlns:a16="http://schemas.microsoft.com/office/drawing/2014/main" id="{63CDA61D-84DB-B1B1-A91C-57A16F14F107}"/>
                  </a:ext>
                </a:extLst>
              </p:cNvPr>
              <p:cNvCxnSpPr>
                <a:stCxn id="481" idx="2"/>
                <a:endCxn id="481" idx="6"/>
              </p:cNvCxnSpPr>
              <p:nvPr/>
            </p:nvCxnSpPr>
            <p:spPr>
              <a:xfrm>
                <a:off x="5996398" y="3579269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5" name="组合 484">
              <a:extLst>
                <a:ext uri="{FF2B5EF4-FFF2-40B4-BE49-F238E27FC236}">
                  <a16:creationId xmlns:a16="http://schemas.microsoft.com/office/drawing/2014/main" id="{6A3BA8CA-778B-1A98-9452-DFDDA2619B84}"/>
                </a:ext>
              </a:extLst>
            </p:cNvPr>
            <p:cNvGrpSpPr/>
            <p:nvPr/>
          </p:nvGrpSpPr>
          <p:grpSpPr>
            <a:xfrm>
              <a:off x="5218499" y="5245398"/>
              <a:ext cx="146706" cy="145254"/>
              <a:chOff x="5996398" y="3506642"/>
              <a:chExt cx="146706" cy="145254"/>
            </a:xfrm>
          </p:grpSpPr>
          <p:sp>
            <p:nvSpPr>
              <p:cNvPr id="486" name="椭圆 485">
                <a:extLst>
                  <a:ext uri="{FF2B5EF4-FFF2-40B4-BE49-F238E27FC236}">
                    <a16:creationId xmlns:a16="http://schemas.microsoft.com/office/drawing/2014/main" id="{5E3BF406-A014-0BBD-01B2-A5C08DDA6335}"/>
                  </a:ext>
                </a:extLst>
              </p:cNvPr>
              <p:cNvSpPr/>
              <p:nvPr/>
            </p:nvSpPr>
            <p:spPr>
              <a:xfrm>
                <a:off x="5996398" y="3506642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87" name="直接连接符 486">
                <a:extLst>
                  <a:ext uri="{FF2B5EF4-FFF2-40B4-BE49-F238E27FC236}">
                    <a16:creationId xmlns:a16="http://schemas.microsoft.com/office/drawing/2014/main" id="{84ED70FF-188A-211E-1A2F-4C1C2F113869}"/>
                  </a:ext>
                </a:extLst>
              </p:cNvPr>
              <p:cNvCxnSpPr>
                <a:stCxn id="486" idx="0"/>
                <a:endCxn id="486" idx="4"/>
              </p:cNvCxnSpPr>
              <p:nvPr/>
            </p:nvCxnSpPr>
            <p:spPr>
              <a:xfrm>
                <a:off x="6069751" y="3506642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直接连接符 487">
                <a:extLst>
                  <a:ext uri="{FF2B5EF4-FFF2-40B4-BE49-F238E27FC236}">
                    <a16:creationId xmlns:a16="http://schemas.microsoft.com/office/drawing/2014/main" id="{95FFC182-3D96-0C14-3DC3-5BE3581EB4B2}"/>
                  </a:ext>
                </a:extLst>
              </p:cNvPr>
              <p:cNvCxnSpPr>
                <a:stCxn id="486" idx="2"/>
                <a:endCxn id="486" idx="6"/>
              </p:cNvCxnSpPr>
              <p:nvPr/>
            </p:nvCxnSpPr>
            <p:spPr>
              <a:xfrm>
                <a:off x="5996398" y="3579269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90" name="直接箭头连接符 489">
              <a:extLst>
                <a:ext uri="{FF2B5EF4-FFF2-40B4-BE49-F238E27FC236}">
                  <a16:creationId xmlns:a16="http://schemas.microsoft.com/office/drawing/2014/main" id="{0EB231CC-0EFB-C410-FE93-BF3285257C95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>
              <a:off x="5291852" y="1360595"/>
              <a:ext cx="0" cy="28524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8" name="直接箭头连接符 497">
              <a:extLst>
                <a:ext uri="{FF2B5EF4-FFF2-40B4-BE49-F238E27FC236}">
                  <a16:creationId xmlns:a16="http://schemas.microsoft.com/office/drawing/2014/main" id="{83FF8743-CF6E-CA1E-CC5C-6BC223F30D54}"/>
                </a:ext>
              </a:extLst>
            </p:cNvPr>
            <p:cNvCxnSpPr>
              <a:cxnSpLocks/>
              <a:endCxn id="19" idx="0"/>
            </p:cNvCxnSpPr>
            <p:nvPr/>
          </p:nvCxnSpPr>
          <p:spPr>
            <a:xfrm>
              <a:off x="7130277" y="1347331"/>
              <a:ext cx="0" cy="2996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5" name="直接箭头连接符 504">
              <a:extLst>
                <a:ext uri="{FF2B5EF4-FFF2-40B4-BE49-F238E27FC236}">
                  <a16:creationId xmlns:a16="http://schemas.microsoft.com/office/drawing/2014/main" id="{798D22C9-239F-8E3D-AB6D-3D29BBB4D528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5291852" y="1921151"/>
              <a:ext cx="0" cy="5347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7" name="文本框 506">
                  <a:extLst>
                    <a:ext uri="{FF2B5EF4-FFF2-40B4-BE49-F238E27FC236}">
                      <a16:creationId xmlns:a16="http://schemas.microsoft.com/office/drawing/2014/main" id="{8BE5B6E5-FDC5-59E2-F35E-28287347556E}"/>
                    </a:ext>
                  </a:extLst>
                </p:cNvPr>
                <p:cNvSpPr txBox="1"/>
                <p:nvPr/>
              </p:nvSpPr>
              <p:spPr>
                <a:xfrm>
                  <a:off x="5236187" y="2013385"/>
                  <a:ext cx="4744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507" name="文本框 506">
                  <a:extLst>
                    <a:ext uri="{FF2B5EF4-FFF2-40B4-BE49-F238E27FC236}">
                      <a16:creationId xmlns:a16="http://schemas.microsoft.com/office/drawing/2014/main" id="{8BE5B6E5-FDC5-59E2-F35E-282873475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6187" y="2013385"/>
                  <a:ext cx="474403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0" name="直接箭头连接符 509">
              <a:extLst>
                <a:ext uri="{FF2B5EF4-FFF2-40B4-BE49-F238E27FC236}">
                  <a16:creationId xmlns:a16="http://schemas.microsoft.com/office/drawing/2014/main" id="{05103524-DC99-43A5-5D29-0A2700E15DE1}"/>
                </a:ext>
              </a:extLst>
            </p:cNvPr>
            <p:cNvCxnSpPr>
              <a:stCxn id="24" idx="2"/>
              <a:endCxn id="474" idx="0"/>
            </p:cNvCxnSpPr>
            <p:nvPr/>
          </p:nvCxnSpPr>
          <p:spPr>
            <a:xfrm>
              <a:off x="5291852" y="2790072"/>
              <a:ext cx="0" cy="24256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FF73EDEE-1707-EC06-6ED6-5DFFF24C4DDB}"/>
                </a:ext>
              </a:extLst>
            </p:cNvPr>
            <p:cNvCxnSpPr>
              <a:stCxn id="474" idx="4"/>
              <a:endCxn id="460" idx="0"/>
            </p:cNvCxnSpPr>
            <p:nvPr/>
          </p:nvCxnSpPr>
          <p:spPr>
            <a:xfrm>
              <a:off x="5291852" y="3177888"/>
              <a:ext cx="0" cy="18887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连接符: 肘形 193">
              <a:extLst>
                <a:ext uri="{FF2B5EF4-FFF2-40B4-BE49-F238E27FC236}">
                  <a16:creationId xmlns:a16="http://schemas.microsoft.com/office/drawing/2014/main" id="{39C99E1C-CF06-ABF5-DB97-41E8FA58331D}"/>
                </a:ext>
              </a:extLst>
            </p:cNvPr>
            <p:cNvCxnSpPr>
              <a:cxnSpLocks/>
              <a:endCxn id="474" idx="2"/>
            </p:cNvCxnSpPr>
            <p:nvPr/>
          </p:nvCxnSpPr>
          <p:spPr>
            <a:xfrm rot="5400000">
              <a:off x="4754870" y="2568278"/>
              <a:ext cx="1000613" cy="73353"/>
            </a:xfrm>
            <a:prstGeom prst="bentConnector4">
              <a:avLst>
                <a:gd name="adj1" fmla="val 489"/>
                <a:gd name="adj2" fmla="val 1144006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连接符: 肘形 208">
              <a:extLst>
                <a:ext uri="{FF2B5EF4-FFF2-40B4-BE49-F238E27FC236}">
                  <a16:creationId xmlns:a16="http://schemas.microsoft.com/office/drawing/2014/main" id="{0FB92396-B8C5-C841-F4F7-EE14C6130D01}"/>
                </a:ext>
              </a:extLst>
            </p:cNvPr>
            <p:cNvCxnSpPr>
              <a:stCxn id="19" idx="2"/>
              <a:endCxn id="24" idx="3"/>
            </p:cNvCxnSpPr>
            <p:nvPr/>
          </p:nvCxnSpPr>
          <p:spPr>
            <a:xfrm rot="5400000">
              <a:off x="6158164" y="1650894"/>
              <a:ext cx="700704" cy="1243523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C3044060-1456-3ED8-8EF8-9654A8E5675A}"/>
                    </a:ext>
                  </a:extLst>
                </p:cNvPr>
                <p:cNvSpPr txBox="1"/>
                <p:nvPr/>
              </p:nvSpPr>
              <p:spPr>
                <a:xfrm>
                  <a:off x="6316202" y="2347853"/>
                  <a:ext cx="4744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C3044060-1456-3ED8-8EF8-9654A8E567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6202" y="2347853"/>
                  <a:ext cx="474403" cy="27699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2" name="直接箭头连接符 211">
              <a:extLst>
                <a:ext uri="{FF2B5EF4-FFF2-40B4-BE49-F238E27FC236}">
                  <a16:creationId xmlns:a16="http://schemas.microsoft.com/office/drawing/2014/main" id="{26406C5F-01E5-88B5-B7AC-74E1C1729318}"/>
                </a:ext>
              </a:extLst>
            </p:cNvPr>
            <p:cNvCxnSpPr>
              <a:cxnSpLocks/>
              <a:stCxn id="460" idx="2"/>
              <a:endCxn id="481" idx="0"/>
            </p:cNvCxnSpPr>
            <p:nvPr/>
          </p:nvCxnSpPr>
          <p:spPr>
            <a:xfrm>
              <a:off x="5291852" y="3642080"/>
              <a:ext cx="0" cy="29601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直接箭头连接符 212">
              <a:extLst>
                <a:ext uri="{FF2B5EF4-FFF2-40B4-BE49-F238E27FC236}">
                  <a16:creationId xmlns:a16="http://schemas.microsoft.com/office/drawing/2014/main" id="{35D32765-4E0B-E0AB-E6D3-23884367415D}"/>
                </a:ext>
              </a:extLst>
            </p:cNvPr>
            <p:cNvCxnSpPr>
              <a:cxnSpLocks/>
              <a:stCxn id="481" idx="4"/>
              <a:endCxn id="463" idx="0"/>
            </p:cNvCxnSpPr>
            <p:nvPr/>
          </p:nvCxnSpPr>
          <p:spPr>
            <a:xfrm>
              <a:off x="5291852" y="4083344"/>
              <a:ext cx="2450" cy="18808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9CB04237-D166-9B25-9CA4-0FBD900128BA}"/>
                </a:ext>
              </a:extLst>
            </p:cNvPr>
            <p:cNvCxnSpPr>
              <a:cxnSpLocks/>
              <a:stCxn id="463" idx="2"/>
              <a:endCxn id="464" idx="0"/>
            </p:cNvCxnSpPr>
            <p:nvPr/>
          </p:nvCxnSpPr>
          <p:spPr>
            <a:xfrm flipH="1">
              <a:off x="5293602" y="4546744"/>
              <a:ext cx="700" cy="22064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箭头连接符 218">
              <a:extLst>
                <a:ext uri="{FF2B5EF4-FFF2-40B4-BE49-F238E27FC236}">
                  <a16:creationId xmlns:a16="http://schemas.microsoft.com/office/drawing/2014/main" id="{A17DAFD4-3A8E-7AF1-F58A-E439528DE548}"/>
                </a:ext>
              </a:extLst>
            </p:cNvPr>
            <p:cNvCxnSpPr>
              <a:cxnSpLocks/>
              <a:stCxn id="464" idx="2"/>
              <a:endCxn id="486" idx="0"/>
            </p:cNvCxnSpPr>
            <p:nvPr/>
          </p:nvCxnSpPr>
          <p:spPr>
            <a:xfrm flipH="1">
              <a:off x="5291852" y="5042709"/>
              <a:ext cx="1750" cy="20268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接箭头连接符 221">
              <a:extLst>
                <a:ext uri="{FF2B5EF4-FFF2-40B4-BE49-F238E27FC236}">
                  <a16:creationId xmlns:a16="http://schemas.microsoft.com/office/drawing/2014/main" id="{E944E182-364F-5D04-EDCD-902769B318A2}"/>
                </a:ext>
              </a:extLst>
            </p:cNvPr>
            <p:cNvCxnSpPr>
              <a:cxnSpLocks/>
              <a:stCxn id="486" idx="4"/>
            </p:cNvCxnSpPr>
            <p:nvPr/>
          </p:nvCxnSpPr>
          <p:spPr>
            <a:xfrm>
              <a:off x="5291852" y="5390652"/>
              <a:ext cx="0" cy="2463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连接符: 肘形 226">
              <a:extLst>
                <a:ext uri="{FF2B5EF4-FFF2-40B4-BE49-F238E27FC236}">
                  <a16:creationId xmlns:a16="http://schemas.microsoft.com/office/drawing/2014/main" id="{9707F035-4B9C-3307-910E-5C62343AEA1C}"/>
                </a:ext>
              </a:extLst>
            </p:cNvPr>
            <p:cNvCxnSpPr>
              <a:endCxn id="481" idx="2"/>
            </p:cNvCxnSpPr>
            <p:nvPr/>
          </p:nvCxnSpPr>
          <p:spPr>
            <a:xfrm rot="5400000">
              <a:off x="4056309" y="2775174"/>
              <a:ext cx="2397734" cy="73353"/>
            </a:xfrm>
            <a:prstGeom prst="bentConnector4">
              <a:avLst>
                <a:gd name="adj1" fmla="val -5117"/>
                <a:gd name="adj2" fmla="val 176431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12415152-076C-1EC3-4A6F-DE23293A28FC}"/>
                </a:ext>
              </a:extLst>
            </p:cNvPr>
            <p:cNvCxnSpPr>
              <a:cxnSpLocks/>
              <a:endCxn id="481" idx="6"/>
            </p:cNvCxnSpPr>
            <p:nvPr/>
          </p:nvCxnSpPr>
          <p:spPr>
            <a:xfrm flipH="1">
              <a:off x="5365205" y="4010717"/>
              <a:ext cx="73745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5" name="文本框 234">
                  <a:extLst>
                    <a:ext uri="{FF2B5EF4-FFF2-40B4-BE49-F238E27FC236}">
                      <a16:creationId xmlns:a16="http://schemas.microsoft.com/office/drawing/2014/main" id="{6FB412C2-52EF-BDBB-1C86-002D559F07A9}"/>
                    </a:ext>
                  </a:extLst>
                </p:cNvPr>
                <p:cNvSpPr txBox="1"/>
                <p:nvPr/>
              </p:nvSpPr>
              <p:spPr>
                <a:xfrm>
                  <a:off x="5255176" y="3622779"/>
                  <a:ext cx="47440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2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A</m:t>
                        </m:r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>
            <p:sp>
              <p:nvSpPr>
                <p:cNvPr id="235" name="文本框 234">
                  <a:extLst>
                    <a:ext uri="{FF2B5EF4-FFF2-40B4-BE49-F238E27FC236}">
                      <a16:creationId xmlns:a16="http://schemas.microsoft.com/office/drawing/2014/main" id="{6FB412C2-52EF-BDBB-1C86-002D559F07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5176" y="3622779"/>
                  <a:ext cx="474403" cy="27699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8" name="连接符: 肘形 237">
              <a:extLst>
                <a:ext uri="{FF2B5EF4-FFF2-40B4-BE49-F238E27FC236}">
                  <a16:creationId xmlns:a16="http://schemas.microsoft.com/office/drawing/2014/main" id="{16C5F8F2-F03C-921D-C14E-1433EAC5D6A2}"/>
                </a:ext>
              </a:extLst>
            </p:cNvPr>
            <p:cNvCxnSpPr>
              <a:cxnSpLocks/>
              <a:endCxn id="486" idx="2"/>
            </p:cNvCxnSpPr>
            <p:nvPr/>
          </p:nvCxnSpPr>
          <p:spPr>
            <a:xfrm rot="5400000">
              <a:off x="4674059" y="4700233"/>
              <a:ext cx="1162232" cy="73352"/>
            </a:xfrm>
            <a:prstGeom prst="bentConnector4">
              <a:avLst>
                <a:gd name="adj1" fmla="val -757"/>
                <a:gd name="adj2" fmla="val 1149215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47610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C951A-30A3-0707-4809-7F26D56D6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8832A7FB-9A11-9C84-787C-1FB320550701}"/>
              </a:ext>
            </a:extLst>
          </p:cNvPr>
          <p:cNvGrpSpPr/>
          <p:nvPr/>
        </p:nvGrpSpPr>
        <p:grpSpPr>
          <a:xfrm rot="16200000">
            <a:off x="3608740" y="1445746"/>
            <a:ext cx="430887" cy="3877534"/>
            <a:chOff x="2864969" y="1829996"/>
            <a:chExt cx="430887" cy="1460459"/>
          </a:xfrm>
        </p:grpSpPr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3CC36F4E-90D0-FE21-A25B-E67E0DD506C9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FD529BE5-8A9E-0E68-D1C1-2D99029F2B74}"/>
                </a:ext>
              </a:extLst>
            </p:cNvPr>
            <p:cNvSpPr txBox="1"/>
            <p:nvPr/>
          </p:nvSpPr>
          <p:spPr>
            <a:xfrm>
              <a:off x="2864969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B0115A5A-FF71-14B7-3ACC-6393DB48ACB3}"/>
              </a:ext>
            </a:extLst>
          </p:cNvPr>
          <p:cNvGrpSpPr/>
          <p:nvPr/>
        </p:nvGrpSpPr>
        <p:grpSpPr>
          <a:xfrm rot="16200000">
            <a:off x="3608739" y="777667"/>
            <a:ext cx="430887" cy="3877533"/>
            <a:chOff x="2864985" y="1829996"/>
            <a:chExt cx="430887" cy="146045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85B2486-6A0F-4C04-4AB7-8C1EE95C199A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4ACBA67C-667C-F8F3-0B7F-F6A6570CA112}"/>
                </a:ext>
              </a:extLst>
            </p:cNvPr>
            <p:cNvSpPr txBox="1"/>
            <p:nvPr/>
          </p:nvSpPr>
          <p:spPr>
            <a:xfrm>
              <a:off x="2864985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BDE65DB-D061-B3AF-0666-F4432293A596}"/>
              </a:ext>
            </a:extLst>
          </p:cNvPr>
          <p:cNvGrpSpPr/>
          <p:nvPr/>
        </p:nvGrpSpPr>
        <p:grpSpPr>
          <a:xfrm rot="16200000">
            <a:off x="3608739" y="45222"/>
            <a:ext cx="430887" cy="3877533"/>
            <a:chOff x="2864985" y="1829996"/>
            <a:chExt cx="430887" cy="1460459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9C341A8-7515-550F-0DF5-F7DA4500036B}"/>
                </a:ext>
              </a:extLst>
            </p:cNvPr>
            <p:cNvSpPr/>
            <p:nvPr/>
          </p:nvSpPr>
          <p:spPr>
            <a:xfrm>
              <a:off x="2899065" y="1829996"/>
              <a:ext cx="353292" cy="146045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85DAC399-98AB-0972-484D-E2D5F4807635}"/>
                </a:ext>
              </a:extLst>
            </p:cNvPr>
            <p:cNvSpPr txBox="1"/>
            <p:nvPr/>
          </p:nvSpPr>
          <p:spPr>
            <a:xfrm>
              <a:off x="2864985" y="2232657"/>
              <a:ext cx="430887" cy="95628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Transformer Layer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CA73DE0-EB36-6125-38BB-FB14A04AF572}"/>
              </a:ext>
            </a:extLst>
          </p:cNvPr>
          <p:cNvGrpSpPr/>
          <p:nvPr/>
        </p:nvGrpSpPr>
        <p:grpSpPr>
          <a:xfrm>
            <a:off x="1885416" y="3881446"/>
            <a:ext cx="325202" cy="463306"/>
            <a:chOff x="1675460" y="4358528"/>
            <a:chExt cx="325202" cy="463306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6151342-9AF7-4296-6BC5-39B57C1524B3}"/>
                </a:ext>
              </a:extLst>
            </p:cNvPr>
            <p:cNvSpPr/>
            <p:nvPr/>
          </p:nvSpPr>
          <p:spPr>
            <a:xfrm>
              <a:off x="1721870" y="4358528"/>
              <a:ext cx="278792" cy="463306"/>
            </a:xfrm>
            <a:prstGeom prst="rect">
              <a:avLst/>
            </a:prstGeom>
            <a:solidFill>
              <a:srgbClr val="D9DADC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45F5292C-F642-73B4-F8ED-40BEFC5F4AB2}"/>
                    </a:ext>
                  </a:extLst>
                </p:cNvPr>
                <p:cNvSpPr txBox="1"/>
                <p:nvPr/>
              </p:nvSpPr>
              <p:spPr>
                <a:xfrm>
                  <a:off x="1675460" y="4389516"/>
                  <a:ext cx="21620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3D25418F-AD1A-DBB2-345B-AD50656445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5460" y="4389516"/>
                  <a:ext cx="21620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6944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53D9593D-A401-D727-799A-1549BE0ECE9F}"/>
              </a:ext>
            </a:extLst>
          </p:cNvPr>
          <p:cNvSpPr/>
          <p:nvPr/>
        </p:nvSpPr>
        <p:spPr>
          <a:xfrm>
            <a:off x="2497305" y="3881446"/>
            <a:ext cx="278792" cy="463306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D0231F5-5358-88AA-8D13-49EE0A938ADD}"/>
              </a:ext>
            </a:extLst>
          </p:cNvPr>
          <p:cNvSpPr/>
          <p:nvPr/>
        </p:nvSpPr>
        <p:spPr>
          <a:xfrm>
            <a:off x="3062784" y="3881446"/>
            <a:ext cx="278792" cy="463306"/>
          </a:xfrm>
          <a:prstGeom prst="rect">
            <a:avLst/>
          </a:prstGeom>
          <a:solidFill>
            <a:srgbClr val="FF66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0C7227B-20FA-2230-01A3-6DB9D1358149}"/>
              </a:ext>
            </a:extLst>
          </p:cNvPr>
          <p:cNvSpPr/>
          <p:nvPr/>
        </p:nvSpPr>
        <p:spPr>
          <a:xfrm>
            <a:off x="3628263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F36B48E-077B-F808-D077-E32E2A54CD83}"/>
              </a:ext>
            </a:extLst>
          </p:cNvPr>
          <p:cNvSpPr/>
          <p:nvPr/>
        </p:nvSpPr>
        <p:spPr>
          <a:xfrm>
            <a:off x="4195141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BB33DCB-7BD5-8F65-067F-41234B3BBF68}"/>
              </a:ext>
            </a:extLst>
          </p:cNvPr>
          <p:cNvSpPr/>
          <p:nvPr/>
        </p:nvSpPr>
        <p:spPr>
          <a:xfrm>
            <a:off x="4762019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B6E7424-B9AA-DFD3-25AC-9FC184E20338}"/>
              </a:ext>
            </a:extLst>
          </p:cNvPr>
          <p:cNvSpPr/>
          <p:nvPr/>
        </p:nvSpPr>
        <p:spPr>
          <a:xfrm>
            <a:off x="5328897" y="3881446"/>
            <a:ext cx="278792" cy="463306"/>
          </a:xfrm>
          <a:prstGeom prst="rect">
            <a:avLst/>
          </a:prstGeom>
          <a:solidFill>
            <a:srgbClr val="D9D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E945B2E-22BE-74FD-A1A8-F746F84BAE60}"/>
              </a:ext>
            </a:extLst>
          </p:cNvPr>
          <p:cNvCxnSpPr>
            <a:stCxn id="8" idx="0"/>
          </p:cNvCxnSpPr>
          <p:nvPr/>
        </p:nvCxnSpPr>
        <p:spPr>
          <a:xfrm flipV="1">
            <a:off x="2071222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B7A00C63-D55D-7A2A-D5E3-D7C322E8D0DC}"/>
              </a:ext>
            </a:extLst>
          </p:cNvPr>
          <p:cNvCxnSpPr/>
          <p:nvPr/>
        </p:nvCxnSpPr>
        <p:spPr>
          <a:xfrm flipV="1">
            <a:off x="2631757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7158BD62-58A9-097A-0725-7B79DB124C32}"/>
              </a:ext>
            </a:extLst>
          </p:cNvPr>
          <p:cNvCxnSpPr/>
          <p:nvPr/>
        </p:nvCxnSpPr>
        <p:spPr>
          <a:xfrm flipV="1">
            <a:off x="3199472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EBF4474E-0236-034E-5673-8256C5BEF4A8}"/>
              </a:ext>
            </a:extLst>
          </p:cNvPr>
          <p:cNvCxnSpPr/>
          <p:nvPr/>
        </p:nvCxnSpPr>
        <p:spPr>
          <a:xfrm flipV="1">
            <a:off x="3764951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8A728137-960A-97DF-8B9D-21F4DCE47558}"/>
              </a:ext>
            </a:extLst>
          </p:cNvPr>
          <p:cNvCxnSpPr/>
          <p:nvPr/>
        </p:nvCxnSpPr>
        <p:spPr>
          <a:xfrm flipV="1">
            <a:off x="4330430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D878071B-ED9C-1F22-5701-70B853C52093}"/>
              </a:ext>
            </a:extLst>
          </p:cNvPr>
          <p:cNvCxnSpPr/>
          <p:nvPr/>
        </p:nvCxnSpPr>
        <p:spPr>
          <a:xfrm flipV="1">
            <a:off x="4898795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5F34F691-DA7A-7041-2C13-75842A7B9223}"/>
              </a:ext>
            </a:extLst>
          </p:cNvPr>
          <p:cNvCxnSpPr/>
          <p:nvPr/>
        </p:nvCxnSpPr>
        <p:spPr>
          <a:xfrm flipV="1">
            <a:off x="5460729" y="3565862"/>
            <a:ext cx="4944" cy="3155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D31C31C3-9991-F9EC-7FF7-7576F4F15578}"/>
              </a:ext>
            </a:extLst>
          </p:cNvPr>
          <p:cNvSpPr txBox="1"/>
          <p:nvPr/>
        </p:nvSpPr>
        <p:spPr>
          <a:xfrm>
            <a:off x="2750092" y="3844666"/>
            <a:ext cx="47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...</a:t>
            </a:r>
            <a:endParaRPr lang="zh-CN" altLang="en-US" sz="2000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6BB506F-C856-5E24-2505-1D3B3FE05A38}"/>
              </a:ext>
            </a:extLst>
          </p:cNvPr>
          <p:cNvSpPr txBox="1"/>
          <p:nvPr/>
        </p:nvSpPr>
        <p:spPr>
          <a:xfrm>
            <a:off x="3526366" y="1916209"/>
            <a:ext cx="477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...</a:t>
            </a:r>
            <a:endParaRPr lang="zh-CN" altLang="en-US" sz="3600" dirty="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B8789DB9-5601-7A5E-4A99-FE1B0FF966AA}"/>
              </a:ext>
            </a:extLst>
          </p:cNvPr>
          <p:cNvSpPr txBox="1"/>
          <p:nvPr/>
        </p:nvSpPr>
        <p:spPr>
          <a:xfrm>
            <a:off x="2510325" y="4559397"/>
            <a:ext cx="759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黑体" panose="02010609060101010101" pitchFamily="49" charset="-122"/>
                <a:ea typeface="黑体" panose="02010609060101010101" pitchFamily="49" charset="-122"/>
              </a:rPr>
              <a:t>提示嵌入</a:t>
            </a:r>
          </a:p>
        </p:txBody>
      </p:sp>
      <p:sp>
        <p:nvSpPr>
          <p:cNvPr id="202" name="左大括号 201">
            <a:extLst>
              <a:ext uri="{FF2B5EF4-FFF2-40B4-BE49-F238E27FC236}">
                <a16:creationId xmlns:a16="http://schemas.microsoft.com/office/drawing/2014/main" id="{D56E77B8-A86C-58BA-F25D-6625BFB99441}"/>
              </a:ext>
            </a:extLst>
          </p:cNvPr>
          <p:cNvSpPr/>
          <p:nvPr/>
        </p:nvSpPr>
        <p:spPr>
          <a:xfrm rot="16200000">
            <a:off x="2802067" y="4179043"/>
            <a:ext cx="163384" cy="602485"/>
          </a:xfrm>
          <a:prstGeom prst="leftBrace">
            <a:avLst>
              <a:gd name="adj1" fmla="val 11382"/>
              <a:gd name="adj2" fmla="val 5084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F3836228-C0F1-5EC6-AD0C-902771B3CDD1}"/>
              </a:ext>
            </a:extLst>
          </p:cNvPr>
          <p:cNvSpPr/>
          <p:nvPr/>
        </p:nvSpPr>
        <p:spPr>
          <a:xfrm>
            <a:off x="1544670" y="1531377"/>
            <a:ext cx="4486275" cy="3289630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左大括号 243">
            <a:extLst>
              <a:ext uri="{FF2B5EF4-FFF2-40B4-BE49-F238E27FC236}">
                <a16:creationId xmlns:a16="http://schemas.microsoft.com/office/drawing/2014/main" id="{D1A17644-0E1D-F398-B554-88C86CF5B49B}"/>
              </a:ext>
            </a:extLst>
          </p:cNvPr>
          <p:cNvSpPr/>
          <p:nvPr/>
        </p:nvSpPr>
        <p:spPr>
          <a:xfrm rot="16200000">
            <a:off x="4532440" y="3631106"/>
            <a:ext cx="160804" cy="1695778"/>
          </a:xfrm>
          <a:prstGeom prst="leftBrace">
            <a:avLst>
              <a:gd name="adj1" fmla="val 11382"/>
              <a:gd name="adj2" fmla="val 50843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21A6CF52-D267-612E-F7A0-63A02DB2613B}"/>
                  </a:ext>
                </a:extLst>
              </p:cNvPr>
              <p:cNvSpPr txBox="1"/>
              <p:nvPr/>
            </p:nvSpPr>
            <p:spPr>
              <a:xfrm>
                <a:off x="4307490" y="4491167"/>
                <a:ext cx="6955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46" name="文本框 245">
                <a:extLst>
                  <a:ext uri="{FF2B5EF4-FFF2-40B4-BE49-F238E27FC236}">
                    <a16:creationId xmlns:a16="http://schemas.microsoft.com/office/drawing/2014/main" id="{B9E30CFB-266F-F205-A258-CB58670C5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7490" y="4491167"/>
                <a:ext cx="69550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8" name="连接符: 肘形 247">
            <a:extLst>
              <a:ext uri="{FF2B5EF4-FFF2-40B4-BE49-F238E27FC236}">
                <a16:creationId xmlns:a16="http://schemas.microsoft.com/office/drawing/2014/main" id="{BC72F618-69E0-21F7-335E-B9415871D3CF}"/>
              </a:ext>
            </a:extLst>
          </p:cNvPr>
          <p:cNvCxnSpPr>
            <a:cxnSpLocks/>
            <a:stCxn id="243" idx="0"/>
            <a:endCxn id="251" idx="0"/>
          </p:cNvCxnSpPr>
          <p:nvPr/>
        </p:nvCxnSpPr>
        <p:spPr>
          <a:xfrm rot="5400000" flipH="1" flipV="1">
            <a:off x="5307169" y="-141064"/>
            <a:ext cx="153081" cy="319180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0" name="组合 249">
            <a:extLst>
              <a:ext uri="{FF2B5EF4-FFF2-40B4-BE49-F238E27FC236}">
                <a16:creationId xmlns:a16="http://schemas.microsoft.com/office/drawing/2014/main" id="{BDCC56F0-7479-FF8B-3945-C8F9F5FFBEB2}"/>
              </a:ext>
            </a:extLst>
          </p:cNvPr>
          <p:cNvGrpSpPr/>
          <p:nvPr/>
        </p:nvGrpSpPr>
        <p:grpSpPr>
          <a:xfrm>
            <a:off x="6979612" y="753629"/>
            <a:ext cx="1819992" cy="1249334"/>
            <a:chOff x="6595580" y="1663783"/>
            <a:chExt cx="1491232" cy="1550673"/>
          </a:xfrm>
        </p:grpSpPr>
        <p:sp>
          <p:nvSpPr>
            <p:cNvPr id="251" name="梯形 250">
              <a:extLst>
                <a:ext uri="{FF2B5EF4-FFF2-40B4-BE49-F238E27FC236}">
                  <a16:creationId xmlns:a16="http://schemas.microsoft.com/office/drawing/2014/main" id="{EC0B5D16-E14C-CFCA-4091-F0E047EB5370}"/>
                </a:ext>
              </a:extLst>
            </p:cNvPr>
            <p:cNvSpPr/>
            <p:nvPr/>
          </p:nvSpPr>
          <p:spPr>
            <a:xfrm rot="16200000">
              <a:off x="6565859" y="1693504"/>
              <a:ext cx="1550673" cy="1491232"/>
            </a:xfrm>
            <a:prstGeom prst="trapezoid">
              <a:avLst>
                <a:gd name="adj" fmla="val 26386"/>
              </a:avLst>
            </a:prstGeom>
            <a:solidFill>
              <a:srgbClr val="EAC7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3B7066A6-4A80-304D-9361-28F35B9DBF4A}"/>
                </a:ext>
              </a:extLst>
            </p:cNvPr>
            <p:cNvSpPr txBox="1"/>
            <p:nvPr/>
          </p:nvSpPr>
          <p:spPr>
            <a:xfrm>
              <a:off x="6945396" y="2241538"/>
              <a:ext cx="1110706" cy="3540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掩码解码器</a:t>
              </a:r>
            </a:p>
          </p:txBody>
        </p:sp>
      </p:grpSp>
      <p:grpSp>
        <p:nvGrpSpPr>
          <p:cNvPr id="253" name="组合 252">
            <a:extLst>
              <a:ext uri="{FF2B5EF4-FFF2-40B4-BE49-F238E27FC236}">
                <a16:creationId xmlns:a16="http://schemas.microsoft.com/office/drawing/2014/main" id="{A0086455-C269-DE36-2A0C-B3F0AD9A338D}"/>
              </a:ext>
            </a:extLst>
          </p:cNvPr>
          <p:cNvGrpSpPr/>
          <p:nvPr/>
        </p:nvGrpSpPr>
        <p:grpSpPr>
          <a:xfrm>
            <a:off x="6644795" y="2955765"/>
            <a:ext cx="2783286" cy="503598"/>
            <a:chOff x="6633278" y="1722074"/>
            <a:chExt cx="1894849" cy="1550673"/>
          </a:xfrm>
        </p:grpSpPr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8A2842A5-3E7E-D88A-5A12-0CBAB0795BC6}"/>
                </a:ext>
              </a:extLst>
            </p:cNvPr>
            <p:cNvSpPr/>
            <p:nvPr/>
          </p:nvSpPr>
          <p:spPr>
            <a:xfrm rot="16200000">
              <a:off x="6702320" y="1653032"/>
              <a:ext cx="1550673" cy="168875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5" name="文本框 254">
              <a:extLst>
                <a:ext uri="{FF2B5EF4-FFF2-40B4-BE49-F238E27FC236}">
                  <a16:creationId xmlns:a16="http://schemas.microsoft.com/office/drawing/2014/main" id="{932EBE42-EC00-9D0C-909A-5D3F71AD1883}"/>
                </a:ext>
              </a:extLst>
            </p:cNvPr>
            <p:cNvSpPr txBox="1"/>
            <p:nvPr/>
          </p:nvSpPr>
          <p:spPr>
            <a:xfrm>
              <a:off x="6923955" y="2031908"/>
              <a:ext cx="1604172" cy="1042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遥感提示编码器</a:t>
              </a:r>
            </a:p>
          </p:txBody>
        </p:sp>
      </p:grpSp>
      <p:cxnSp>
        <p:nvCxnSpPr>
          <p:cNvPr id="258" name="直接箭头连接符 257">
            <a:extLst>
              <a:ext uri="{FF2B5EF4-FFF2-40B4-BE49-F238E27FC236}">
                <a16:creationId xmlns:a16="http://schemas.microsoft.com/office/drawing/2014/main" id="{459DB05D-EF45-CB8A-608D-778E488943B4}"/>
              </a:ext>
            </a:extLst>
          </p:cNvPr>
          <p:cNvCxnSpPr>
            <a:cxnSpLocks/>
            <a:stCxn id="251" idx="2"/>
          </p:cNvCxnSpPr>
          <p:nvPr/>
        </p:nvCxnSpPr>
        <p:spPr>
          <a:xfrm>
            <a:off x="8799603" y="1378296"/>
            <a:ext cx="590962" cy="12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矩形 258">
            <a:extLst>
              <a:ext uri="{FF2B5EF4-FFF2-40B4-BE49-F238E27FC236}">
                <a16:creationId xmlns:a16="http://schemas.microsoft.com/office/drawing/2014/main" id="{47270271-0E5E-F62A-56AA-D2566C849BFE}"/>
              </a:ext>
            </a:extLst>
          </p:cNvPr>
          <p:cNvSpPr/>
          <p:nvPr/>
        </p:nvSpPr>
        <p:spPr>
          <a:xfrm>
            <a:off x="6949887" y="3818871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椭圆 259">
            <a:extLst>
              <a:ext uri="{FF2B5EF4-FFF2-40B4-BE49-F238E27FC236}">
                <a16:creationId xmlns:a16="http://schemas.microsoft.com/office/drawing/2014/main" id="{5B50C067-E2A8-458D-7DA0-ACE8E589EEE6}"/>
              </a:ext>
            </a:extLst>
          </p:cNvPr>
          <p:cNvSpPr/>
          <p:nvPr/>
        </p:nvSpPr>
        <p:spPr>
          <a:xfrm>
            <a:off x="7146348" y="4020253"/>
            <a:ext cx="53340" cy="533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EF25F797-F4A8-4F5F-98D7-2D0E95047DC1}"/>
              </a:ext>
            </a:extLst>
          </p:cNvPr>
          <p:cNvSpPr/>
          <p:nvPr/>
        </p:nvSpPr>
        <p:spPr>
          <a:xfrm>
            <a:off x="7657023" y="3818871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962F021F-9393-044A-DDBE-3C2957FA8CF8}"/>
              </a:ext>
            </a:extLst>
          </p:cNvPr>
          <p:cNvSpPr/>
          <p:nvPr/>
        </p:nvSpPr>
        <p:spPr>
          <a:xfrm>
            <a:off x="8364159" y="3815274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3" name="矩形 262">
            <a:extLst>
              <a:ext uri="{FF2B5EF4-FFF2-40B4-BE49-F238E27FC236}">
                <a16:creationId xmlns:a16="http://schemas.microsoft.com/office/drawing/2014/main" id="{79A1E135-3AA7-202C-1CA3-C8EE15CCE600}"/>
              </a:ext>
            </a:extLst>
          </p:cNvPr>
          <p:cNvSpPr/>
          <p:nvPr/>
        </p:nvSpPr>
        <p:spPr>
          <a:xfrm>
            <a:off x="10461109" y="2955764"/>
            <a:ext cx="456105" cy="45610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EA1A08BF-46D3-07DA-E52D-FBB20C8179A7}"/>
              </a:ext>
            </a:extLst>
          </p:cNvPr>
          <p:cNvSpPr/>
          <p:nvPr/>
        </p:nvSpPr>
        <p:spPr>
          <a:xfrm>
            <a:off x="7741846" y="3887758"/>
            <a:ext cx="155568" cy="1555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矩形 264">
            <a:extLst>
              <a:ext uri="{FF2B5EF4-FFF2-40B4-BE49-F238E27FC236}">
                <a16:creationId xmlns:a16="http://schemas.microsoft.com/office/drawing/2014/main" id="{1FBCAC03-2F0B-9706-9685-62F59F213631}"/>
              </a:ext>
            </a:extLst>
          </p:cNvPr>
          <p:cNvSpPr/>
          <p:nvPr/>
        </p:nvSpPr>
        <p:spPr>
          <a:xfrm>
            <a:off x="7920461" y="4085061"/>
            <a:ext cx="117254" cy="1172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任意多边形: 形状 265">
            <a:extLst>
              <a:ext uri="{FF2B5EF4-FFF2-40B4-BE49-F238E27FC236}">
                <a16:creationId xmlns:a16="http://schemas.microsoft.com/office/drawing/2014/main" id="{F0486C5B-C699-5AE8-9D58-55E98CD43464}"/>
              </a:ext>
            </a:extLst>
          </p:cNvPr>
          <p:cNvSpPr/>
          <p:nvPr/>
        </p:nvSpPr>
        <p:spPr>
          <a:xfrm>
            <a:off x="8448183" y="3907477"/>
            <a:ext cx="288055" cy="225552"/>
          </a:xfrm>
          <a:custGeom>
            <a:avLst/>
            <a:gdLst>
              <a:gd name="connsiteX0" fmla="*/ 221440 w 739600"/>
              <a:gd name="connsiteY0" fmla="*/ 0 h 579120"/>
              <a:gd name="connsiteX1" fmla="*/ 221440 w 739600"/>
              <a:gd name="connsiteY1" fmla="*/ 0 h 579120"/>
              <a:gd name="connsiteX2" fmla="*/ 386032 w 739600"/>
              <a:gd name="connsiteY2" fmla="*/ 73152 h 579120"/>
              <a:gd name="connsiteX3" fmla="*/ 672544 w 739600"/>
              <a:gd name="connsiteY3" fmla="*/ 292608 h 579120"/>
              <a:gd name="connsiteX4" fmla="*/ 739600 w 739600"/>
              <a:gd name="connsiteY4" fmla="*/ 353568 h 579120"/>
              <a:gd name="connsiteX5" fmla="*/ 690832 w 739600"/>
              <a:gd name="connsiteY5" fmla="*/ 438912 h 579120"/>
              <a:gd name="connsiteX6" fmla="*/ 617680 w 739600"/>
              <a:gd name="connsiteY6" fmla="*/ 475488 h 579120"/>
              <a:gd name="connsiteX7" fmla="*/ 282400 w 739600"/>
              <a:gd name="connsiteY7" fmla="*/ 573024 h 579120"/>
              <a:gd name="connsiteX8" fmla="*/ 203152 w 739600"/>
              <a:gd name="connsiteY8" fmla="*/ 579120 h 579120"/>
              <a:gd name="connsiteX9" fmla="*/ 50752 w 739600"/>
              <a:gd name="connsiteY9" fmla="*/ 530352 h 579120"/>
              <a:gd name="connsiteX10" fmla="*/ 14176 w 739600"/>
              <a:gd name="connsiteY10" fmla="*/ 335280 h 579120"/>
              <a:gd name="connsiteX11" fmla="*/ 154384 w 739600"/>
              <a:gd name="connsiteY11" fmla="*/ 164592 h 579120"/>
              <a:gd name="connsiteX12" fmla="*/ 184864 w 739600"/>
              <a:gd name="connsiteY12" fmla="*/ 103632 h 579120"/>
              <a:gd name="connsiteX13" fmla="*/ 172672 w 739600"/>
              <a:gd name="connsiteY13" fmla="*/ 48768 h 579120"/>
              <a:gd name="connsiteX14" fmla="*/ 190960 w 739600"/>
              <a:gd name="connsiteY14" fmla="*/ 36576 h 579120"/>
              <a:gd name="connsiteX15" fmla="*/ 221440 w 739600"/>
              <a:gd name="connsiteY15" fmla="*/ 0 h 57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39600" h="579120">
                <a:moveTo>
                  <a:pt x="221440" y="0"/>
                </a:moveTo>
                <a:lnTo>
                  <a:pt x="221440" y="0"/>
                </a:lnTo>
                <a:cubicBezTo>
                  <a:pt x="276304" y="24384"/>
                  <a:pt x="335662" y="40480"/>
                  <a:pt x="386032" y="73152"/>
                </a:cubicBezTo>
                <a:cubicBezTo>
                  <a:pt x="486960" y="138619"/>
                  <a:pt x="587479" y="207543"/>
                  <a:pt x="672544" y="292608"/>
                </a:cubicBezTo>
                <a:cubicBezTo>
                  <a:pt x="726493" y="346557"/>
                  <a:pt x="702184" y="328624"/>
                  <a:pt x="739600" y="353568"/>
                </a:cubicBezTo>
                <a:cubicBezTo>
                  <a:pt x="723344" y="382016"/>
                  <a:pt x="714000" y="415744"/>
                  <a:pt x="690832" y="438912"/>
                </a:cubicBezTo>
                <a:cubicBezTo>
                  <a:pt x="671555" y="458189"/>
                  <a:pt x="642845" y="465003"/>
                  <a:pt x="617680" y="475488"/>
                </a:cubicBezTo>
                <a:cubicBezTo>
                  <a:pt x="483818" y="531264"/>
                  <a:pt x="431784" y="545863"/>
                  <a:pt x="282400" y="573024"/>
                </a:cubicBezTo>
                <a:cubicBezTo>
                  <a:pt x="256333" y="577763"/>
                  <a:pt x="229568" y="577088"/>
                  <a:pt x="203152" y="579120"/>
                </a:cubicBezTo>
                <a:cubicBezTo>
                  <a:pt x="152352" y="562864"/>
                  <a:pt x="95751" y="558988"/>
                  <a:pt x="50752" y="530352"/>
                </a:cubicBezTo>
                <a:cubicBezTo>
                  <a:pt x="-16802" y="487363"/>
                  <a:pt x="-3216" y="395187"/>
                  <a:pt x="14176" y="335280"/>
                </a:cubicBezTo>
                <a:cubicBezTo>
                  <a:pt x="51095" y="208113"/>
                  <a:pt x="83991" y="305379"/>
                  <a:pt x="154384" y="164592"/>
                </a:cubicBezTo>
                <a:lnTo>
                  <a:pt x="184864" y="103632"/>
                </a:lnTo>
                <a:cubicBezTo>
                  <a:pt x="180800" y="85344"/>
                  <a:pt x="170976" y="67425"/>
                  <a:pt x="172672" y="48768"/>
                </a:cubicBezTo>
                <a:cubicBezTo>
                  <a:pt x="173335" y="41472"/>
                  <a:pt x="184158" y="39297"/>
                  <a:pt x="190960" y="36576"/>
                </a:cubicBezTo>
                <a:cubicBezTo>
                  <a:pt x="222836" y="23826"/>
                  <a:pt x="216360" y="6096"/>
                  <a:pt x="221440" y="0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85AE7609-FEB2-DE2B-0ACF-CEE2AA48F0E9}"/>
              </a:ext>
            </a:extLst>
          </p:cNvPr>
          <p:cNvSpPr txBox="1"/>
          <p:nvPr/>
        </p:nvSpPr>
        <p:spPr>
          <a:xfrm>
            <a:off x="10412384" y="3038870"/>
            <a:ext cx="62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“</a:t>
            </a:r>
            <a:r>
              <a:rPr lang="en-US" altLang="zh-CN" sz="1200" dirty="0"/>
              <a:t>ship</a:t>
            </a:r>
            <a:r>
              <a:rPr lang="zh-CN" altLang="en-US" sz="1200" dirty="0"/>
              <a:t>”</a:t>
            </a:r>
          </a:p>
        </p:txBody>
      </p:sp>
      <p:sp>
        <p:nvSpPr>
          <p:cNvPr id="268" name="左大括号 267">
            <a:extLst>
              <a:ext uri="{FF2B5EF4-FFF2-40B4-BE49-F238E27FC236}">
                <a16:creationId xmlns:a16="http://schemas.microsoft.com/office/drawing/2014/main" id="{95E72661-45EF-0930-3990-C2E17B8C83F4}"/>
              </a:ext>
            </a:extLst>
          </p:cNvPr>
          <p:cNvSpPr/>
          <p:nvPr/>
        </p:nvSpPr>
        <p:spPr>
          <a:xfrm rot="16200000" flipH="1">
            <a:off x="7759648" y="2791228"/>
            <a:ext cx="250857" cy="1695778"/>
          </a:xfrm>
          <a:prstGeom prst="leftBrace">
            <a:avLst>
              <a:gd name="adj1" fmla="val 11382"/>
              <a:gd name="adj2" fmla="val 50843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38FA4874-A49C-7751-A2E0-40C44FA784C2}"/>
              </a:ext>
            </a:extLst>
          </p:cNvPr>
          <p:cNvSpPr txBox="1"/>
          <p:nvPr/>
        </p:nvSpPr>
        <p:spPr>
          <a:xfrm>
            <a:off x="6876240" y="4309516"/>
            <a:ext cx="2169727" cy="274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点提示   框提示  掩码提示</a:t>
            </a:r>
          </a:p>
        </p:txBody>
      </p:sp>
      <p:cxnSp>
        <p:nvCxnSpPr>
          <p:cNvPr id="271" name="直接箭头连接符 270">
            <a:extLst>
              <a:ext uri="{FF2B5EF4-FFF2-40B4-BE49-F238E27FC236}">
                <a16:creationId xmlns:a16="http://schemas.microsoft.com/office/drawing/2014/main" id="{E6F9AA21-D39C-FEFD-97D9-BB340B289CCE}"/>
              </a:ext>
            </a:extLst>
          </p:cNvPr>
          <p:cNvCxnSpPr>
            <a:stCxn id="254" idx="3"/>
            <a:endCxn id="251" idx="1"/>
          </p:cNvCxnSpPr>
          <p:nvPr/>
        </p:nvCxnSpPr>
        <p:spPr>
          <a:xfrm flipV="1">
            <a:off x="7885076" y="1838138"/>
            <a:ext cx="4531" cy="11176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4" name="图片 273">
            <a:extLst>
              <a:ext uri="{FF2B5EF4-FFF2-40B4-BE49-F238E27FC236}">
                <a16:creationId xmlns:a16="http://schemas.microsoft.com/office/drawing/2014/main" id="{2F212EF0-FAB1-C5E3-6100-15EAFDEDD1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45" y="920209"/>
            <a:ext cx="958526" cy="916172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6" name="图片 275">
            <a:extLst>
              <a:ext uri="{FF2B5EF4-FFF2-40B4-BE49-F238E27FC236}">
                <a16:creationId xmlns:a16="http://schemas.microsoft.com/office/drawing/2014/main" id="{F0189DE8-56B5-7120-D4B2-0934D491F7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684" y="1230340"/>
            <a:ext cx="959582" cy="916172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81" name="图片 280">
            <a:extLst>
              <a:ext uri="{FF2B5EF4-FFF2-40B4-BE49-F238E27FC236}">
                <a16:creationId xmlns:a16="http://schemas.microsoft.com/office/drawing/2014/main" id="{E4D16594-5BB3-4806-D256-A9B115B8B2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631" y="1511334"/>
            <a:ext cx="992221" cy="945308"/>
          </a:xfrm>
          <a:prstGeom prst="rect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2" name="文本框 281">
            <a:extLst>
              <a:ext uri="{FF2B5EF4-FFF2-40B4-BE49-F238E27FC236}">
                <a16:creationId xmlns:a16="http://schemas.microsoft.com/office/drawing/2014/main" id="{C9563586-8F5D-874D-9C0D-BE0CD709637F}"/>
              </a:ext>
            </a:extLst>
          </p:cNvPr>
          <p:cNvSpPr txBox="1"/>
          <p:nvPr/>
        </p:nvSpPr>
        <p:spPr>
          <a:xfrm>
            <a:off x="10306583" y="3445777"/>
            <a:ext cx="834713" cy="274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文本提示</a:t>
            </a:r>
          </a:p>
        </p:txBody>
      </p:sp>
      <p:cxnSp>
        <p:nvCxnSpPr>
          <p:cNvPr id="284" name="直接箭头连接符 283">
            <a:extLst>
              <a:ext uri="{FF2B5EF4-FFF2-40B4-BE49-F238E27FC236}">
                <a16:creationId xmlns:a16="http://schemas.microsoft.com/office/drawing/2014/main" id="{A8A98318-B692-EFC5-0BAB-1856AABB4AF0}"/>
              </a:ext>
            </a:extLst>
          </p:cNvPr>
          <p:cNvCxnSpPr>
            <a:stCxn id="267" idx="1"/>
          </p:cNvCxnSpPr>
          <p:nvPr/>
        </p:nvCxnSpPr>
        <p:spPr>
          <a:xfrm flipH="1" flipV="1">
            <a:off x="9179560" y="3169070"/>
            <a:ext cx="1232824" cy="83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5C02496A-6D8B-C20C-866E-40AE612DFCB7}"/>
              </a:ext>
            </a:extLst>
          </p:cNvPr>
          <p:cNvSpPr txBox="1"/>
          <p:nvPr/>
        </p:nvSpPr>
        <p:spPr>
          <a:xfrm>
            <a:off x="9258270" y="2858818"/>
            <a:ext cx="15753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黑体" panose="02010609060101010101" pitchFamily="49" charset="-122"/>
                <a:ea typeface="黑体" panose="02010609060101010101" pitchFamily="49" charset="-122"/>
              </a:rPr>
              <a:t>遥感语义编码</a:t>
            </a:r>
          </a:p>
        </p:txBody>
      </p:sp>
      <p:pic>
        <p:nvPicPr>
          <p:cNvPr id="287" name="图形 286" descr="火">
            <a:extLst>
              <a:ext uri="{FF2B5EF4-FFF2-40B4-BE49-F238E27FC236}">
                <a16:creationId xmlns:a16="http://schemas.microsoft.com/office/drawing/2014/main" id="{BE8031FD-5057-255F-3B4E-B57116345B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7376" y="1169380"/>
            <a:ext cx="387936" cy="387936"/>
          </a:xfrm>
          <a:prstGeom prst="rect">
            <a:avLst/>
          </a:prstGeom>
        </p:spPr>
      </p:pic>
      <p:pic>
        <p:nvPicPr>
          <p:cNvPr id="291" name="图形 290" descr="火">
            <a:extLst>
              <a:ext uri="{FF2B5EF4-FFF2-40B4-BE49-F238E27FC236}">
                <a16:creationId xmlns:a16="http://schemas.microsoft.com/office/drawing/2014/main" id="{0D91577B-25C7-C97E-C295-9EBC3A6DE1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04125" y="3985467"/>
            <a:ext cx="255264" cy="255264"/>
          </a:xfrm>
          <a:prstGeom prst="rect">
            <a:avLst/>
          </a:prstGeom>
        </p:spPr>
      </p:pic>
      <p:pic>
        <p:nvPicPr>
          <p:cNvPr id="292" name="图形 291" descr="火">
            <a:extLst>
              <a:ext uri="{FF2B5EF4-FFF2-40B4-BE49-F238E27FC236}">
                <a16:creationId xmlns:a16="http://schemas.microsoft.com/office/drawing/2014/main" id="{6BF0E2DC-C8AE-3236-3A6D-5F92FEC0227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86885" y="3993913"/>
            <a:ext cx="255264" cy="255264"/>
          </a:xfrm>
          <a:prstGeom prst="rect">
            <a:avLst/>
          </a:prstGeom>
        </p:spPr>
      </p:pic>
      <p:pic>
        <p:nvPicPr>
          <p:cNvPr id="293" name="图形 292" descr="雪花">
            <a:extLst>
              <a:ext uri="{FF2B5EF4-FFF2-40B4-BE49-F238E27FC236}">
                <a16:creationId xmlns:a16="http://schemas.microsoft.com/office/drawing/2014/main" id="{85D836A8-46E2-CB49-02B5-1F54DC32673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50092" y="1880046"/>
            <a:ext cx="228870" cy="228870"/>
          </a:xfrm>
          <a:prstGeom prst="rect">
            <a:avLst/>
          </a:prstGeom>
        </p:spPr>
      </p:pic>
      <p:pic>
        <p:nvPicPr>
          <p:cNvPr id="294" name="图形 293" descr="雪花">
            <a:extLst>
              <a:ext uri="{FF2B5EF4-FFF2-40B4-BE49-F238E27FC236}">
                <a16:creationId xmlns:a16="http://schemas.microsoft.com/office/drawing/2014/main" id="{E45CF48A-B2F8-9AD1-C79C-957DB3FD51A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68284" y="2613211"/>
            <a:ext cx="228870" cy="228870"/>
          </a:xfrm>
          <a:prstGeom prst="rect">
            <a:avLst/>
          </a:prstGeom>
        </p:spPr>
      </p:pic>
      <p:pic>
        <p:nvPicPr>
          <p:cNvPr id="295" name="图形 294" descr="雪花">
            <a:extLst>
              <a:ext uri="{FF2B5EF4-FFF2-40B4-BE49-F238E27FC236}">
                <a16:creationId xmlns:a16="http://schemas.microsoft.com/office/drawing/2014/main" id="{120C76BB-DFD5-A99A-DEBC-4AE4359AA10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68284" y="3281152"/>
            <a:ext cx="228870" cy="22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1196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C1913-EA1E-1DF3-04E0-77C729953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2" name="组合 321">
            <a:extLst>
              <a:ext uri="{FF2B5EF4-FFF2-40B4-BE49-F238E27FC236}">
                <a16:creationId xmlns:a16="http://schemas.microsoft.com/office/drawing/2014/main" id="{790A3334-C0F0-3488-5D6D-8EC2AD24E899}"/>
              </a:ext>
            </a:extLst>
          </p:cNvPr>
          <p:cNvGrpSpPr/>
          <p:nvPr/>
        </p:nvGrpSpPr>
        <p:grpSpPr>
          <a:xfrm>
            <a:off x="2722930" y="616843"/>
            <a:ext cx="6757978" cy="5787046"/>
            <a:chOff x="2722930" y="616843"/>
            <a:chExt cx="6757978" cy="578704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A296297-CC78-C6FB-4292-E4C031842391}"/>
                </a:ext>
              </a:extLst>
            </p:cNvPr>
            <p:cNvGrpSpPr/>
            <p:nvPr/>
          </p:nvGrpSpPr>
          <p:grpSpPr>
            <a:xfrm>
              <a:off x="6096000" y="1338652"/>
              <a:ext cx="3279817" cy="503598"/>
              <a:chOff x="6603343" y="468569"/>
              <a:chExt cx="1135011" cy="1550674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AFD73CC1-433C-FDFD-AA41-4975E3B4B83C}"/>
                  </a:ext>
                </a:extLst>
              </p:cNvPr>
              <p:cNvSpPr/>
              <p:nvPr/>
            </p:nvSpPr>
            <p:spPr>
              <a:xfrm rot="16200000">
                <a:off x="6395512" y="676400"/>
                <a:ext cx="1550674" cy="113501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978555E8-3C34-923D-93EF-06C77C246EBA}"/>
                  </a:ext>
                </a:extLst>
              </p:cNvPr>
              <p:cNvSpPr txBox="1"/>
              <p:nvPr/>
            </p:nvSpPr>
            <p:spPr>
              <a:xfrm>
                <a:off x="6955966" y="688802"/>
                <a:ext cx="415240" cy="10424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提示编码器</a:t>
                </a:r>
              </a:p>
            </p:txBody>
          </p:sp>
        </p:grp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8C92FC-B987-3BBB-E4D4-A5ED4E2D0352}"/>
                </a:ext>
              </a:extLst>
            </p:cNvPr>
            <p:cNvSpPr/>
            <p:nvPr/>
          </p:nvSpPr>
          <p:spPr>
            <a:xfrm>
              <a:off x="6300650" y="2079477"/>
              <a:ext cx="456105" cy="4561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FE9AC026-A502-000D-F5B5-4B9DCA175A1E}"/>
                </a:ext>
              </a:extLst>
            </p:cNvPr>
            <p:cNvSpPr/>
            <p:nvPr/>
          </p:nvSpPr>
          <p:spPr>
            <a:xfrm>
              <a:off x="6886250" y="2080584"/>
              <a:ext cx="456105" cy="4561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42DB85A-D755-A2BE-2333-64DCAA316BE4}"/>
                </a:ext>
              </a:extLst>
            </p:cNvPr>
            <p:cNvSpPr/>
            <p:nvPr/>
          </p:nvSpPr>
          <p:spPr>
            <a:xfrm>
              <a:off x="7714922" y="2075880"/>
              <a:ext cx="456105" cy="4561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DDE53C50-FE2D-A908-31B1-042911971873}"/>
                </a:ext>
              </a:extLst>
            </p:cNvPr>
            <p:cNvGrpSpPr/>
            <p:nvPr/>
          </p:nvGrpSpPr>
          <p:grpSpPr>
            <a:xfrm>
              <a:off x="6096002" y="616843"/>
              <a:ext cx="3279816" cy="503598"/>
              <a:chOff x="5979298" y="1722070"/>
              <a:chExt cx="3057227" cy="1550673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BD497D0-915A-8E18-9742-B9FD5905FDF4}"/>
                  </a:ext>
                </a:extLst>
              </p:cNvPr>
              <p:cNvSpPr/>
              <p:nvPr/>
            </p:nvSpPr>
            <p:spPr>
              <a:xfrm rot="16200000">
                <a:off x="6732575" y="968793"/>
                <a:ext cx="1550673" cy="305722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78B92763-9905-A12C-E22A-E976605AEE83}"/>
                  </a:ext>
                </a:extLst>
              </p:cNvPr>
              <p:cNvSpPr txBox="1"/>
              <p:nvPr/>
            </p:nvSpPr>
            <p:spPr>
              <a:xfrm>
                <a:off x="6739245" y="2064578"/>
                <a:ext cx="1604172" cy="10424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</a:t>
                </a:r>
                <a:r>
                  <a:rPr lang="zh-CN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掩码解码器</a:t>
                </a: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1CA6DF1-AE27-9515-3C68-9B8AC5B5D072}"/>
                </a:ext>
              </a:extLst>
            </p:cNvPr>
            <p:cNvGrpSpPr/>
            <p:nvPr/>
          </p:nvGrpSpPr>
          <p:grpSpPr>
            <a:xfrm>
              <a:off x="2812257" y="2524577"/>
              <a:ext cx="1920729" cy="1924419"/>
              <a:chOff x="5392523" y="2955822"/>
              <a:chExt cx="1920729" cy="1924419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643169ED-F1BF-DF87-FAF1-B1131B742040}"/>
                  </a:ext>
                </a:extLst>
              </p:cNvPr>
              <p:cNvSpPr/>
              <p:nvPr/>
            </p:nvSpPr>
            <p:spPr>
              <a:xfrm>
                <a:off x="5392523" y="2955822"/>
                <a:ext cx="1920729" cy="19244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30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1973A677-148B-45CD-E0DF-CCDDA6537528}"/>
                  </a:ext>
                </a:extLst>
              </p:cNvPr>
              <p:cNvSpPr/>
              <p:nvPr/>
            </p:nvSpPr>
            <p:spPr>
              <a:xfrm rot="5400000">
                <a:off x="6195846" y="2794300"/>
                <a:ext cx="349747" cy="1518133"/>
              </a:xfrm>
              <a:prstGeom prst="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下采样卷积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74A3CE26-2416-F805-A02D-5FB342F6C76F}"/>
                  </a:ext>
                </a:extLst>
              </p:cNvPr>
              <p:cNvSpPr/>
              <p:nvPr/>
            </p:nvSpPr>
            <p:spPr>
              <a:xfrm rot="5400000">
                <a:off x="6195847" y="3294006"/>
                <a:ext cx="349747" cy="1518133"/>
              </a:xfrm>
              <a:prstGeom prst="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下采样卷积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63977623-B523-6D8A-E35E-FA3ED016C16E}"/>
                  </a:ext>
                </a:extLst>
              </p:cNvPr>
              <p:cNvSpPr/>
              <p:nvPr/>
            </p:nvSpPr>
            <p:spPr>
              <a:xfrm rot="5400000">
                <a:off x="6195845" y="3793712"/>
                <a:ext cx="349747" cy="151813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平均池化</a:t>
                </a:r>
                <a:r>
                  <a:rPr lang="en-US" altLang="zh-CN" sz="1400" dirty="0">
                    <a:solidFill>
                      <a:schemeClr val="tx1"/>
                    </a:solidFill>
                  </a:rPr>
                  <a:t>/</a:t>
                </a:r>
                <a:r>
                  <a:rPr lang="zh-CN" altLang="en-US" sz="1400" dirty="0">
                    <a:solidFill>
                      <a:schemeClr val="tx1"/>
                    </a:solidFill>
                  </a:rPr>
                  <a:t>相乘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A7122570-DDF6-82CE-0FA7-3FBE239F709F}"/>
                  </a:ext>
                </a:extLst>
              </p:cNvPr>
              <p:cNvSpPr txBox="1"/>
              <p:nvPr/>
            </p:nvSpPr>
            <p:spPr>
              <a:xfrm>
                <a:off x="5580354" y="2979487"/>
                <a:ext cx="17170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zh-CN" sz="1400" dirty="0"/>
                  <a:t>语义注意提示</a:t>
                </a:r>
                <a:r>
                  <a:rPr lang="zh-CN" altLang="en-US" sz="1400" dirty="0"/>
                  <a:t>模块</a:t>
                </a:r>
              </a:p>
            </p:txBody>
          </p:sp>
        </p:grp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4CCB67C-692E-477E-5D14-DCC6E25EF4E2}"/>
                </a:ext>
              </a:extLst>
            </p:cNvPr>
            <p:cNvSpPr txBox="1"/>
            <p:nvPr/>
          </p:nvSpPr>
          <p:spPr>
            <a:xfrm>
              <a:off x="7371244" y="2072411"/>
              <a:ext cx="3112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...</a:t>
              </a:r>
              <a:endParaRPr lang="zh-CN" altLang="en-US" dirty="0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47B13FFE-521D-6DFB-189A-66095160F3C0}"/>
                </a:ext>
              </a:extLst>
            </p:cNvPr>
            <p:cNvSpPr/>
            <p:nvPr/>
          </p:nvSpPr>
          <p:spPr>
            <a:xfrm>
              <a:off x="6100382" y="1947918"/>
              <a:ext cx="2262534" cy="97599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A5A4EBF9-5105-C575-7B48-2916757B6AB6}"/>
                </a:ext>
              </a:extLst>
            </p:cNvPr>
            <p:cNvSpPr txBox="1"/>
            <p:nvPr/>
          </p:nvSpPr>
          <p:spPr>
            <a:xfrm>
              <a:off x="6781524" y="2588239"/>
              <a:ext cx="10143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稀疏提示</a:t>
              </a:r>
            </a:p>
          </p:txBody>
        </p:sp>
        <p:grpSp>
          <p:nvGrpSpPr>
            <p:cNvPr id="227" name="组合 226">
              <a:extLst>
                <a:ext uri="{FF2B5EF4-FFF2-40B4-BE49-F238E27FC236}">
                  <a16:creationId xmlns:a16="http://schemas.microsoft.com/office/drawing/2014/main" id="{97F36F3D-12E2-35BE-CDAC-D91000BF4480}"/>
                </a:ext>
              </a:extLst>
            </p:cNvPr>
            <p:cNvGrpSpPr/>
            <p:nvPr/>
          </p:nvGrpSpPr>
          <p:grpSpPr>
            <a:xfrm>
              <a:off x="2722930" y="1172680"/>
              <a:ext cx="2176781" cy="995689"/>
              <a:chOff x="2875554" y="478931"/>
              <a:chExt cx="2176781" cy="995689"/>
            </a:xfrm>
          </p:grpSpPr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534123D2-58C9-FB81-C9DC-DB8E9667AB7C}"/>
                  </a:ext>
                </a:extLst>
              </p:cNvPr>
              <p:cNvSpPr/>
              <p:nvPr/>
            </p:nvSpPr>
            <p:spPr>
              <a:xfrm>
                <a:off x="2875554" y="478931"/>
                <a:ext cx="2159742" cy="99568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30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1" name="文本框 220">
                    <a:extLst>
                      <a:ext uri="{FF2B5EF4-FFF2-40B4-BE49-F238E27FC236}">
                        <a16:creationId xmlns:a16="http://schemas.microsoft.com/office/drawing/2014/main" id="{23D73940-DDAD-4DA9-AB8C-FC365EC989FA}"/>
                      </a:ext>
                    </a:extLst>
                  </p:cNvPr>
                  <p:cNvSpPr txBox="1"/>
                  <p:nvPr/>
                </p:nvSpPr>
                <p:spPr>
                  <a:xfrm>
                    <a:off x="2964714" y="505028"/>
                    <a:ext cx="208762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400" dirty="0"/>
                      <a:t>SAM</a:t>
                    </a:r>
                    <a:r>
                      <a:rPr lang="zh-CN" altLang="en-US" sz="1400" dirty="0"/>
                      <a:t>分割视觉</a:t>
                    </a:r>
                    <a14:m>
                      <m:oMath xmlns:m="http://schemas.openxmlformats.org/officeDocument/2006/math">
                        <m:r>
                          <a:rPr lang="zh-CN" altLang="en-US" sz="1400" b="1" i="1" dirty="0">
                            <a:latin typeface="Cambria Math" panose="02040503050406030204" pitchFamily="18" charset="0"/>
                          </a:rPr>
                          <m:t>特征</m:t>
                        </m:r>
                        <m:sSub>
                          <m:sSubPr>
                            <m:ctrlPr>
                              <a:rPr lang="zh-CN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400" b="1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1" i="1">
                                <a:latin typeface="Cambria Math" panose="02040503050406030204" pitchFamily="18" charset="0"/>
                              </a:rPr>
                              <m:t>v</m:t>
                            </m:r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𝑆𝐴𝑀</m:t>
                            </m:r>
                          </m:sub>
                        </m:sSub>
                      </m:oMath>
                    </a14:m>
                    <a:endParaRPr lang="zh-CN" altLang="en-US" sz="1400" dirty="0"/>
                  </a:p>
                </p:txBody>
              </p:sp>
            </mc:Choice>
            <mc:Fallback>
              <p:sp>
                <p:nvSpPr>
                  <p:cNvPr id="221" name="文本框 220">
                    <a:extLst>
                      <a:ext uri="{FF2B5EF4-FFF2-40B4-BE49-F238E27FC236}">
                        <a16:creationId xmlns:a16="http://schemas.microsoft.com/office/drawing/2014/main" id="{23D73940-DDAD-4DA9-AB8C-FC365EC989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64714" y="505028"/>
                    <a:ext cx="2087621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875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6" name="组合 225">
                <a:extLst>
                  <a:ext uri="{FF2B5EF4-FFF2-40B4-BE49-F238E27FC236}">
                    <a16:creationId xmlns:a16="http://schemas.microsoft.com/office/drawing/2014/main" id="{D3B25BA7-6D0C-1DB4-2706-3D7912DCDF23}"/>
                  </a:ext>
                </a:extLst>
              </p:cNvPr>
              <p:cNvGrpSpPr/>
              <p:nvPr/>
            </p:nvGrpSpPr>
            <p:grpSpPr>
              <a:xfrm>
                <a:off x="3155756" y="838902"/>
                <a:ext cx="1567382" cy="440978"/>
                <a:chOff x="3155756" y="838902"/>
                <a:chExt cx="1567382" cy="440978"/>
              </a:xfrm>
            </p:grpSpPr>
            <p:sp>
              <p:nvSpPr>
                <p:cNvPr id="218" name="矩形 217">
                  <a:extLst>
                    <a:ext uri="{FF2B5EF4-FFF2-40B4-BE49-F238E27FC236}">
                      <a16:creationId xmlns:a16="http://schemas.microsoft.com/office/drawing/2014/main" id="{8EDB26FA-A373-5B25-D2EB-B219DD33CCB6}"/>
                    </a:ext>
                  </a:extLst>
                </p:cNvPr>
                <p:cNvSpPr/>
                <p:nvPr/>
              </p:nvSpPr>
              <p:spPr>
                <a:xfrm rot="5400000">
                  <a:off x="3153755" y="932133"/>
                  <a:ext cx="349747" cy="345746"/>
                </a:xfrm>
                <a:prstGeom prst="rect">
                  <a:avLst/>
                </a:prstGeom>
                <a:solidFill>
                  <a:srgbClr val="FFF2CC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US" altLang="zh-CN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2" name="矩形 221">
                  <a:extLst>
                    <a:ext uri="{FF2B5EF4-FFF2-40B4-BE49-F238E27FC236}">
                      <a16:creationId xmlns:a16="http://schemas.microsoft.com/office/drawing/2014/main" id="{41FC0DA0-5FC9-2E1C-CEB0-57FCBBC1009A}"/>
                    </a:ext>
                  </a:extLst>
                </p:cNvPr>
                <p:cNvSpPr/>
                <p:nvPr/>
              </p:nvSpPr>
              <p:spPr>
                <a:xfrm rot="5400000">
                  <a:off x="3635100" y="932134"/>
                  <a:ext cx="349747" cy="345746"/>
                </a:xfrm>
                <a:prstGeom prst="rect">
                  <a:avLst/>
                </a:prstGeom>
                <a:solidFill>
                  <a:srgbClr val="FFF2CC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US" altLang="zh-CN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4" name="矩形 223">
                  <a:extLst>
                    <a:ext uri="{FF2B5EF4-FFF2-40B4-BE49-F238E27FC236}">
                      <a16:creationId xmlns:a16="http://schemas.microsoft.com/office/drawing/2014/main" id="{521BF099-36E5-5BAC-1385-AA0B9CAA60AB}"/>
                    </a:ext>
                  </a:extLst>
                </p:cNvPr>
                <p:cNvSpPr/>
                <p:nvPr/>
              </p:nvSpPr>
              <p:spPr>
                <a:xfrm rot="5400000">
                  <a:off x="4375391" y="932133"/>
                  <a:ext cx="349747" cy="345746"/>
                </a:xfrm>
                <a:prstGeom prst="rect">
                  <a:avLst/>
                </a:prstGeom>
                <a:solidFill>
                  <a:srgbClr val="FFF2CC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endParaRPr lang="en-US" altLang="zh-CN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文本框 224">
                  <a:extLst>
                    <a:ext uri="{FF2B5EF4-FFF2-40B4-BE49-F238E27FC236}">
                      <a16:creationId xmlns:a16="http://schemas.microsoft.com/office/drawing/2014/main" id="{D0DE25B9-ACF0-461E-9C5A-7040A92E3FDD}"/>
                    </a:ext>
                  </a:extLst>
                </p:cNvPr>
                <p:cNvSpPr txBox="1"/>
                <p:nvPr/>
              </p:nvSpPr>
              <p:spPr>
                <a:xfrm>
                  <a:off x="4023422" y="838902"/>
                  <a:ext cx="32661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...</a:t>
                  </a:r>
                  <a:endParaRPr lang="zh-CN" altLang="en-US" dirty="0"/>
                </a:p>
              </p:txBody>
            </p:sp>
          </p:grpSp>
        </p:grpSp>
        <p:grpSp>
          <p:nvGrpSpPr>
            <p:cNvPr id="237" name="组合 236">
              <a:extLst>
                <a:ext uri="{FF2B5EF4-FFF2-40B4-BE49-F238E27FC236}">
                  <a16:creationId xmlns:a16="http://schemas.microsoft.com/office/drawing/2014/main" id="{E1F4846A-ADAB-9CDF-8CC5-EACE141EFB4F}"/>
                </a:ext>
              </a:extLst>
            </p:cNvPr>
            <p:cNvGrpSpPr/>
            <p:nvPr/>
          </p:nvGrpSpPr>
          <p:grpSpPr>
            <a:xfrm>
              <a:off x="2913789" y="5322904"/>
              <a:ext cx="1811652" cy="1080985"/>
              <a:chOff x="3191399" y="4846882"/>
              <a:chExt cx="1811652" cy="1080985"/>
            </a:xfrm>
          </p:grpSpPr>
          <p:grpSp>
            <p:nvGrpSpPr>
              <p:cNvPr id="228" name="组合 227">
                <a:extLst>
                  <a:ext uri="{FF2B5EF4-FFF2-40B4-BE49-F238E27FC236}">
                    <a16:creationId xmlns:a16="http://schemas.microsoft.com/office/drawing/2014/main" id="{7E05E10D-3DF1-A1A4-2062-D702B825CBCA}"/>
                  </a:ext>
                </a:extLst>
              </p:cNvPr>
              <p:cNvGrpSpPr/>
              <p:nvPr/>
            </p:nvGrpSpPr>
            <p:grpSpPr>
              <a:xfrm>
                <a:off x="3191399" y="4846882"/>
                <a:ext cx="1811652" cy="1080985"/>
                <a:chOff x="3137801" y="478930"/>
                <a:chExt cx="1786303" cy="889386"/>
              </a:xfrm>
            </p:grpSpPr>
            <p:sp>
              <p:nvSpPr>
                <p:cNvPr id="229" name="矩形 228">
                  <a:extLst>
                    <a:ext uri="{FF2B5EF4-FFF2-40B4-BE49-F238E27FC236}">
                      <a16:creationId xmlns:a16="http://schemas.microsoft.com/office/drawing/2014/main" id="{ED671326-1809-A594-FC20-9239A9F99F3D}"/>
                    </a:ext>
                  </a:extLst>
                </p:cNvPr>
                <p:cNvSpPr/>
                <p:nvPr/>
              </p:nvSpPr>
              <p:spPr>
                <a:xfrm>
                  <a:off x="3137801" y="478930"/>
                  <a:ext cx="1693628" cy="889386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30000"/>
                  </a:schemeClr>
                </a:solidFill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0" name="文本框 229">
                      <a:extLst>
                        <a:ext uri="{FF2B5EF4-FFF2-40B4-BE49-F238E27FC236}">
                          <a16:creationId xmlns:a16="http://schemas.microsoft.com/office/drawing/2014/main" id="{201CD5F3-0C77-D9C5-B537-6FDF9F3B7F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44517" y="549426"/>
                      <a:ext cx="177958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400" dirty="0"/>
                        <a:t>CLIP</a:t>
                      </a:r>
                      <a:r>
                        <a:rPr lang="zh-CN" altLang="en-US" sz="1400" dirty="0"/>
                        <a:t>视觉表示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1400" b="1" i="1">
                                  <a:latin typeface="Cambria Math" panose="02040503050406030204" pitchFamily="18" charset="0"/>
                                </a:rPr>
                                <m:t>CLIP</m:t>
                              </m:r>
                            </m:sub>
                          </m:sSub>
                        </m:oMath>
                      </a14:m>
                      <a:endParaRPr lang="zh-CN" altLang="en-US" sz="1400" dirty="0"/>
                    </a:p>
                  </p:txBody>
                </p:sp>
              </mc:Choice>
              <mc:Fallback>
                <p:sp>
                  <p:nvSpPr>
                    <p:cNvPr id="230" name="文本框 229">
                      <a:extLst>
                        <a:ext uri="{FF2B5EF4-FFF2-40B4-BE49-F238E27FC236}">
                          <a16:creationId xmlns:a16="http://schemas.microsoft.com/office/drawing/2014/main" id="{201CD5F3-0C77-D9C5-B537-6FDF9F3B7F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44517" y="549426"/>
                      <a:ext cx="1779587" cy="307777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014" t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36" name="立方体 235">
                <a:extLst>
                  <a:ext uri="{FF2B5EF4-FFF2-40B4-BE49-F238E27FC236}">
                    <a16:creationId xmlns:a16="http://schemas.microsoft.com/office/drawing/2014/main" id="{89164686-5777-A27F-0C27-9B20C900FCC2}"/>
                  </a:ext>
                </a:extLst>
              </p:cNvPr>
              <p:cNvSpPr/>
              <p:nvPr/>
            </p:nvSpPr>
            <p:spPr>
              <a:xfrm>
                <a:off x="3748889" y="5306646"/>
                <a:ext cx="531394" cy="516652"/>
              </a:xfrm>
              <a:prstGeom prst="cube">
                <a:avLst>
                  <a:gd name="adj" fmla="val 12844"/>
                </a:avLst>
              </a:prstGeom>
              <a:solidFill>
                <a:schemeClr val="accent5">
                  <a:lumMod val="60000"/>
                  <a:lumOff val="4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8" name="组合 237">
              <a:extLst>
                <a:ext uri="{FF2B5EF4-FFF2-40B4-BE49-F238E27FC236}">
                  <a16:creationId xmlns:a16="http://schemas.microsoft.com/office/drawing/2014/main" id="{752FC60C-D3FD-6B9C-C2F6-900A0866FB80}"/>
                </a:ext>
              </a:extLst>
            </p:cNvPr>
            <p:cNvGrpSpPr/>
            <p:nvPr/>
          </p:nvGrpSpPr>
          <p:grpSpPr>
            <a:xfrm>
              <a:off x="6639565" y="5417254"/>
              <a:ext cx="1706171" cy="892284"/>
              <a:chOff x="5292533" y="5397876"/>
              <a:chExt cx="1706171" cy="892284"/>
            </a:xfrm>
          </p:grpSpPr>
          <p:sp>
            <p:nvSpPr>
              <p:cNvPr id="239" name="矩形 238">
                <a:extLst>
                  <a:ext uri="{FF2B5EF4-FFF2-40B4-BE49-F238E27FC236}">
                    <a16:creationId xmlns:a16="http://schemas.microsoft.com/office/drawing/2014/main" id="{9BBDA758-09D0-079F-7FD5-A1AB16FEDFF8}"/>
                  </a:ext>
                </a:extLst>
              </p:cNvPr>
              <p:cNvSpPr/>
              <p:nvPr/>
            </p:nvSpPr>
            <p:spPr>
              <a:xfrm>
                <a:off x="5292533" y="5397876"/>
                <a:ext cx="1706171" cy="89228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30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立方体 239">
                <a:extLst>
                  <a:ext uri="{FF2B5EF4-FFF2-40B4-BE49-F238E27FC236}">
                    <a16:creationId xmlns:a16="http://schemas.microsoft.com/office/drawing/2014/main" id="{7EB72546-7D8C-FBCB-7C0D-DD8CCC53661F}"/>
                  </a:ext>
                </a:extLst>
              </p:cNvPr>
              <p:cNvSpPr/>
              <p:nvPr/>
            </p:nvSpPr>
            <p:spPr>
              <a:xfrm>
                <a:off x="5524019" y="5617680"/>
                <a:ext cx="337438" cy="219800"/>
              </a:xfrm>
              <a:prstGeom prst="cube">
                <a:avLst>
                  <a:gd name="adj" fmla="val 34988"/>
                </a:avLst>
              </a:prstGeom>
              <a:solidFill>
                <a:schemeClr val="accent5">
                  <a:lumMod val="60000"/>
                  <a:lumOff val="4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立方体 240">
                <a:extLst>
                  <a:ext uri="{FF2B5EF4-FFF2-40B4-BE49-F238E27FC236}">
                    <a16:creationId xmlns:a16="http://schemas.microsoft.com/office/drawing/2014/main" id="{4AF2D3F3-2284-CD45-6E98-012661DEEE49}"/>
                  </a:ext>
                </a:extLst>
              </p:cNvPr>
              <p:cNvSpPr/>
              <p:nvPr/>
            </p:nvSpPr>
            <p:spPr>
              <a:xfrm>
                <a:off x="5917556" y="5617680"/>
                <a:ext cx="337438" cy="219800"/>
              </a:xfrm>
              <a:prstGeom prst="cube">
                <a:avLst>
                  <a:gd name="adj" fmla="val 34988"/>
                </a:avLst>
              </a:prstGeom>
              <a:solidFill>
                <a:schemeClr val="accent5">
                  <a:lumMod val="60000"/>
                  <a:lumOff val="4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" name="立方体 241">
                <a:extLst>
                  <a:ext uri="{FF2B5EF4-FFF2-40B4-BE49-F238E27FC236}">
                    <a16:creationId xmlns:a16="http://schemas.microsoft.com/office/drawing/2014/main" id="{6EDA519D-62FA-EDE4-EBD0-2430B278E51B}"/>
                  </a:ext>
                </a:extLst>
              </p:cNvPr>
              <p:cNvSpPr/>
              <p:nvPr/>
            </p:nvSpPr>
            <p:spPr>
              <a:xfrm>
                <a:off x="6432071" y="5612044"/>
                <a:ext cx="337438" cy="219800"/>
              </a:xfrm>
              <a:prstGeom prst="cube">
                <a:avLst>
                  <a:gd name="adj" fmla="val 34988"/>
                </a:avLst>
              </a:prstGeom>
              <a:solidFill>
                <a:schemeClr val="accent2">
                  <a:lumMod val="60000"/>
                  <a:lumOff val="4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" name="文本框 243">
                <a:extLst>
                  <a:ext uri="{FF2B5EF4-FFF2-40B4-BE49-F238E27FC236}">
                    <a16:creationId xmlns:a16="http://schemas.microsoft.com/office/drawing/2014/main" id="{AED954BC-7487-5597-A045-76B48ED44E3B}"/>
                  </a:ext>
                </a:extLst>
              </p:cNvPr>
              <p:cNvSpPr txBox="1"/>
              <p:nvPr/>
            </p:nvSpPr>
            <p:spPr>
              <a:xfrm>
                <a:off x="6181040" y="5471184"/>
                <a:ext cx="3761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...</a:t>
                </a:r>
                <a:endParaRPr lang="zh-CN" alt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5" name="文本框 244">
                    <a:extLst>
                      <a:ext uri="{FF2B5EF4-FFF2-40B4-BE49-F238E27FC236}">
                        <a16:creationId xmlns:a16="http://schemas.microsoft.com/office/drawing/2014/main" id="{2C7F4E4F-8429-17E0-E9E8-936AD0CB82C9}"/>
                      </a:ext>
                    </a:extLst>
                  </p:cNvPr>
                  <p:cNvSpPr txBox="1"/>
                  <p:nvPr/>
                </p:nvSpPr>
                <p:spPr>
                  <a:xfrm>
                    <a:off x="5411809" y="5880672"/>
                    <a:ext cx="1530053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400" dirty="0"/>
                      <a:t>局部</a:t>
                    </a:r>
                    <a:r>
                      <a:rPr lang="en-US" altLang="zh-CN" sz="1400" dirty="0"/>
                      <a:t>/</a:t>
                    </a:r>
                    <a:r>
                      <a:rPr lang="zh-CN" altLang="en-US" sz="1400" dirty="0"/>
                      <a:t>全局语义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zh-CN" altLang="zh-CN" sz="1400" i="1"/>
                            </m:ctrlPr>
                          </m:sSubPr>
                          <m:e>
                            <m:r>
                              <a:rPr lang="en-US" altLang="zh-CN" sz="1400" b="1" i="1"/>
                              <m:t>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/>
                              <m:t>t</m:t>
                            </m:r>
                          </m:sub>
                        </m:sSub>
                      </m:oMath>
                    </a14:m>
                    <a:endParaRPr lang="zh-CN" altLang="en-US" sz="1400" dirty="0"/>
                  </a:p>
                </p:txBody>
              </p:sp>
            </mc:Choice>
            <mc:Fallback>
              <p:sp>
                <p:nvSpPr>
                  <p:cNvPr id="245" name="文本框 244">
                    <a:extLst>
                      <a:ext uri="{FF2B5EF4-FFF2-40B4-BE49-F238E27FC236}">
                        <a16:creationId xmlns:a16="http://schemas.microsoft.com/office/drawing/2014/main" id="{2C7F4E4F-8429-17E0-E9E8-936AD0CB82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11809" y="5880672"/>
                    <a:ext cx="1530053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195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49" name="组合 248">
              <a:extLst>
                <a:ext uri="{FF2B5EF4-FFF2-40B4-BE49-F238E27FC236}">
                  <a16:creationId xmlns:a16="http://schemas.microsoft.com/office/drawing/2014/main" id="{5169F023-C920-F857-71A6-2C972125089E}"/>
                </a:ext>
              </a:extLst>
            </p:cNvPr>
            <p:cNvGrpSpPr/>
            <p:nvPr/>
          </p:nvGrpSpPr>
          <p:grpSpPr>
            <a:xfrm>
              <a:off x="6639565" y="3258994"/>
              <a:ext cx="1706161" cy="1337461"/>
              <a:chOff x="5983973" y="3309347"/>
              <a:chExt cx="1706161" cy="1337461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4391F6F8-B2EE-5D75-900F-2E70206219B3}"/>
                  </a:ext>
                </a:extLst>
              </p:cNvPr>
              <p:cNvSpPr/>
              <p:nvPr/>
            </p:nvSpPr>
            <p:spPr>
              <a:xfrm>
                <a:off x="5983973" y="3309347"/>
                <a:ext cx="1706161" cy="133746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30000"/>
                </a:schemeClr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立方体 42">
                <a:extLst>
                  <a:ext uri="{FF2B5EF4-FFF2-40B4-BE49-F238E27FC236}">
                    <a16:creationId xmlns:a16="http://schemas.microsoft.com/office/drawing/2014/main" id="{606CC2F1-9EB3-26A9-0041-3E2602678489}"/>
                  </a:ext>
                </a:extLst>
              </p:cNvPr>
              <p:cNvSpPr/>
              <p:nvPr/>
            </p:nvSpPr>
            <p:spPr>
              <a:xfrm>
                <a:off x="6255306" y="3484978"/>
                <a:ext cx="228063" cy="805161"/>
              </a:xfrm>
              <a:prstGeom prst="cube">
                <a:avLst>
                  <a:gd name="adj" fmla="val 79537"/>
                </a:avLst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E3D63C0A-8EFF-BE22-D41E-94D3E1B2DAAC}"/>
                  </a:ext>
                </a:extLst>
              </p:cNvPr>
              <p:cNvSpPr txBox="1"/>
              <p:nvPr/>
            </p:nvSpPr>
            <p:spPr>
              <a:xfrm>
                <a:off x="6873683" y="3697078"/>
                <a:ext cx="3761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...</a:t>
                </a:r>
                <a:endParaRPr lang="zh-CN" altLang="en-US" dirty="0"/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09D76117-1C0F-6DEB-1773-CFCAC11B595A}"/>
                  </a:ext>
                </a:extLst>
              </p:cNvPr>
              <p:cNvSpPr txBox="1"/>
              <p:nvPr/>
            </p:nvSpPr>
            <p:spPr>
              <a:xfrm>
                <a:off x="6305984" y="4290278"/>
                <a:ext cx="114541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400" dirty="0"/>
                  <a:t>参考激活图</a:t>
                </a:r>
              </a:p>
            </p:txBody>
          </p:sp>
          <p:sp>
            <p:nvSpPr>
              <p:cNvPr id="246" name="立方体 245">
                <a:extLst>
                  <a:ext uri="{FF2B5EF4-FFF2-40B4-BE49-F238E27FC236}">
                    <a16:creationId xmlns:a16="http://schemas.microsoft.com/office/drawing/2014/main" id="{1FF59176-1572-FDE4-9D74-E8A5CDBA6597}"/>
                  </a:ext>
                </a:extLst>
              </p:cNvPr>
              <p:cNvSpPr/>
              <p:nvPr/>
            </p:nvSpPr>
            <p:spPr>
              <a:xfrm>
                <a:off x="6627631" y="3484978"/>
                <a:ext cx="228063" cy="805161"/>
              </a:xfrm>
              <a:prstGeom prst="cube">
                <a:avLst>
                  <a:gd name="adj" fmla="val 79537"/>
                </a:avLst>
              </a:prstGeom>
              <a:solidFill>
                <a:schemeClr val="accent2">
                  <a:lumMod val="40000"/>
                  <a:lumOff val="6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" name="立方体 246">
                <a:extLst>
                  <a:ext uri="{FF2B5EF4-FFF2-40B4-BE49-F238E27FC236}">
                    <a16:creationId xmlns:a16="http://schemas.microsoft.com/office/drawing/2014/main" id="{FA2EB3D1-4C44-2B25-3898-CCA54D4A3B24}"/>
                  </a:ext>
                </a:extLst>
              </p:cNvPr>
              <p:cNvSpPr/>
              <p:nvPr/>
            </p:nvSpPr>
            <p:spPr>
              <a:xfrm>
                <a:off x="7223333" y="3479163"/>
                <a:ext cx="228063" cy="805161"/>
              </a:xfrm>
              <a:prstGeom prst="cube">
                <a:avLst>
                  <a:gd name="adj" fmla="val 79537"/>
                </a:avLst>
              </a:prstGeom>
              <a:solidFill>
                <a:schemeClr val="accent2">
                  <a:lumMod val="60000"/>
                  <a:lumOff val="40000"/>
                  <a:alpha val="70000"/>
                </a:schemeClr>
              </a:solidFill>
              <a:ln w="12700">
                <a:solidFill>
                  <a:schemeClr val="tx1">
                    <a:alpha val="3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63" name="矩形 262">
              <a:extLst>
                <a:ext uri="{FF2B5EF4-FFF2-40B4-BE49-F238E27FC236}">
                  <a16:creationId xmlns:a16="http://schemas.microsoft.com/office/drawing/2014/main" id="{5560BB96-75F2-259A-CEF2-2B94A7FC81B3}"/>
                </a:ext>
              </a:extLst>
            </p:cNvPr>
            <p:cNvSpPr/>
            <p:nvPr/>
          </p:nvSpPr>
          <p:spPr>
            <a:xfrm>
              <a:off x="8708453" y="2075880"/>
              <a:ext cx="456105" cy="45610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77286AE5-17C8-1BA6-60AC-82C40AD0C72E}"/>
                </a:ext>
              </a:extLst>
            </p:cNvPr>
            <p:cNvSpPr/>
            <p:nvPr/>
          </p:nvSpPr>
          <p:spPr>
            <a:xfrm>
              <a:off x="8492411" y="1947919"/>
              <a:ext cx="883406" cy="987408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2" name="文本框 271">
              <a:extLst>
                <a:ext uri="{FF2B5EF4-FFF2-40B4-BE49-F238E27FC236}">
                  <a16:creationId xmlns:a16="http://schemas.microsoft.com/office/drawing/2014/main" id="{8E48805E-702D-D9D2-43CE-DB11E90383F6}"/>
                </a:ext>
              </a:extLst>
            </p:cNvPr>
            <p:cNvSpPr txBox="1"/>
            <p:nvPr/>
          </p:nvSpPr>
          <p:spPr>
            <a:xfrm>
              <a:off x="8466528" y="2596476"/>
              <a:ext cx="10143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密集提示</a:t>
              </a:r>
            </a:p>
          </p:txBody>
        </p: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5277715E-A065-FE43-5184-1D3B52AC9F56}"/>
                </a:ext>
              </a:extLst>
            </p:cNvPr>
            <p:cNvCxnSpPr>
              <a:cxnSpLocks/>
              <a:stCxn id="229" idx="0"/>
              <a:endCxn id="24" idx="2"/>
            </p:cNvCxnSpPr>
            <p:nvPr/>
          </p:nvCxnSpPr>
          <p:spPr>
            <a:xfrm flipV="1">
              <a:off x="3772620" y="4448996"/>
              <a:ext cx="2" cy="87390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7" name="椭圆 276">
              <a:extLst>
                <a:ext uri="{FF2B5EF4-FFF2-40B4-BE49-F238E27FC236}">
                  <a16:creationId xmlns:a16="http://schemas.microsoft.com/office/drawing/2014/main" id="{7DFFF7B9-D9F7-9C9B-30EE-5E0969907CD0}"/>
                </a:ext>
              </a:extLst>
            </p:cNvPr>
            <p:cNvSpPr/>
            <p:nvPr/>
          </p:nvSpPr>
          <p:spPr>
            <a:xfrm>
              <a:off x="7403441" y="4873312"/>
              <a:ext cx="177549" cy="177549"/>
            </a:xfrm>
            <a:prstGeom prst="ellipse">
              <a:avLst/>
            </a:prstGeom>
            <a:solidFill>
              <a:schemeClr val="bg1"/>
            </a:solidFill>
            <a:ln w="1016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椭圆 277">
              <a:extLst>
                <a:ext uri="{FF2B5EF4-FFF2-40B4-BE49-F238E27FC236}">
                  <a16:creationId xmlns:a16="http://schemas.microsoft.com/office/drawing/2014/main" id="{6D57A43D-033A-9E39-B623-271BDB6C2223}"/>
                </a:ext>
              </a:extLst>
            </p:cNvPr>
            <p:cNvSpPr/>
            <p:nvPr/>
          </p:nvSpPr>
          <p:spPr>
            <a:xfrm>
              <a:off x="7469355" y="4939227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5" name="直接箭头连接符 284">
              <a:extLst>
                <a:ext uri="{FF2B5EF4-FFF2-40B4-BE49-F238E27FC236}">
                  <a16:creationId xmlns:a16="http://schemas.microsoft.com/office/drawing/2014/main" id="{C30F18D4-8ACC-E296-D04C-D57376D07B09}"/>
                </a:ext>
              </a:extLst>
            </p:cNvPr>
            <p:cNvCxnSpPr>
              <a:cxnSpLocks/>
            </p:cNvCxnSpPr>
            <p:nvPr/>
          </p:nvCxnSpPr>
          <p:spPr>
            <a:xfrm>
              <a:off x="3772620" y="4958755"/>
              <a:ext cx="362779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直接箭头连接符 288">
              <a:extLst>
                <a:ext uri="{FF2B5EF4-FFF2-40B4-BE49-F238E27FC236}">
                  <a16:creationId xmlns:a16="http://schemas.microsoft.com/office/drawing/2014/main" id="{5134FBB0-CB45-C87E-B5BB-96C855388A34}"/>
                </a:ext>
              </a:extLst>
            </p:cNvPr>
            <p:cNvCxnSpPr>
              <a:cxnSpLocks/>
              <a:stCxn id="239" idx="0"/>
              <a:endCxn id="277" idx="4"/>
            </p:cNvCxnSpPr>
            <p:nvPr/>
          </p:nvCxnSpPr>
          <p:spPr>
            <a:xfrm flipH="1" flipV="1">
              <a:off x="7492216" y="5050861"/>
              <a:ext cx="435" cy="36639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直接箭头连接符 296">
              <a:extLst>
                <a:ext uri="{FF2B5EF4-FFF2-40B4-BE49-F238E27FC236}">
                  <a16:creationId xmlns:a16="http://schemas.microsoft.com/office/drawing/2014/main" id="{14831518-E89D-72EA-AF4D-96880BA30FA0}"/>
                </a:ext>
              </a:extLst>
            </p:cNvPr>
            <p:cNvCxnSpPr>
              <a:cxnSpLocks/>
              <a:stCxn id="277" idx="0"/>
              <a:endCxn id="41" idx="2"/>
            </p:cNvCxnSpPr>
            <p:nvPr/>
          </p:nvCxnSpPr>
          <p:spPr>
            <a:xfrm flipV="1">
              <a:off x="7492216" y="4596455"/>
              <a:ext cx="430" cy="27685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直接箭头连接符 305">
              <a:extLst>
                <a:ext uri="{FF2B5EF4-FFF2-40B4-BE49-F238E27FC236}">
                  <a16:creationId xmlns:a16="http://schemas.microsoft.com/office/drawing/2014/main" id="{11BF2B18-1CCE-0A6D-B272-51E834C55C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45090" y="4131278"/>
              <a:ext cx="209447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1" name="连接符: 肘形 310">
              <a:extLst>
                <a:ext uri="{FF2B5EF4-FFF2-40B4-BE49-F238E27FC236}">
                  <a16:creationId xmlns:a16="http://schemas.microsoft.com/office/drawing/2014/main" id="{392DB7EE-3E98-B228-9E2E-F115DF93581B}"/>
                </a:ext>
              </a:extLst>
            </p:cNvPr>
            <p:cNvCxnSpPr>
              <a:cxnSpLocks/>
              <a:stCxn id="247" idx="5"/>
              <a:endCxn id="270" idx="2"/>
            </p:cNvCxnSpPr>
            <p:nvPr/>
          </p:nvCxnSpPr>
          <p:spPr>
            <a:xfrm flipV="1">
              <a:off x="8106988" y="2935327"/>
              <a:ext cx="827126" cy="805366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连接符: 肘形 312">
              <a:extLst>
                <a:ext uri="{FF2B5EF4-FFF2-40B4-BE49-F238E27FC236}">
                  <a16:creationId xmlns:a16="http://schemas.microsoft.com/office/drawing/2014/main" id="{A3966FC7-E74C-6D66-028C-C756A62F40AB}"/>
                </a:ext>
              </a:extLst>
            </p:cNvPr>
            <p:cNvCxnSpPr>
              <a:stCxn id="24" idx="0"/>
            </p:cNvCxnSpPr>
            <p:nvPr/>
          </p:nvCxnSpPr>
          <p:spPr>
            <a:xfrm rot="5400000" flipH="1" flipV="1">
              <a:off x="4831186" y="1259763"/>
              <a:ext cx="206250" cy="2323378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9" name="直接箭头连接符 318">
              <a:extLst>
                <a:ext uri="{FF2B5EF4-FFF2-40B4-BE49-F238E27FC236}">
                  <a16:creationId xmlns:a16="http://schemas.microsoft.com/office/drawing/2014/main" id="{C7F9DDFF-7801-5B6C-7891-F9FF8EFC3A52}"/>
                </a:ext>
              </a:extLst>
            </p:cNvPr>
            <p:cNvCxnSpPr>
              <a:stCxn id="5" idx="3"/>
              <a:endCxn id="18" idx="1"/>
            </p:cNvCxnSpPr>
            <p:nvPr/>
          </p:nvCxnSpPr>
          <p:spPr>
            <a:xfrm flipH="1" flipV="1">
              <a:off x="7735910" y="1120441"/>
              <a:ext cx="1" cy="21821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1" name="连接符: 肘形 320">
              <a:extLst>
                <a:ext uri="{FF2B5EF4-FFF2-40B4-BE49-F238E27FC236}">
                  <a16:creationId xmlns:a16="http://schemas.microsoft.com/office/drawing/2014/main" id="{58FE6F13-09EB-82C6-3A75-60336C30994C}"/>
                </a:ext>
              </a:extLst>
            </p:cNvPr>
            <p:cNvCxnSpPr>
              <a:stCxn id="217" idx="0"/>
              <a:endCxn id="18" idx="0"/>
            </p:cNvCxnSpPr>
            <p:nvPr/>
          </p:nvCxnSpPr>
          <p:spPr>
            <a:xfrm rot="5400000" flipH="1" flipV="1">
              <a:off x="4797382" y="-125939"/>
              <a:ext cx="304038" cy="2293201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45" name="图片 444">
            <a:extLst>
              <a:ext uri="{FF2B5EF4-FFF2-40B4-BE49-F238E27FC236}">
                <a16:creationId xmlns:a16="http://schemas.microsoft.com/office/drawing/2014/main" id="{BC889062-8FA5-4E20-1573-CC442E70A5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5445" y="838745"/>
            <a:ext cx="6761050" cy="58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513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A67D-0368-7D70-169B-68BE45377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4" name="组合 453">
            <a:extLst>
              <a:ext uri="{FF2B5EF4-FFF2-40B4-BE49-F238E27FC236}">
                <a16:creationId xmlns:a16="http://schemas.microsoft.com/office/drawing/2014/main" id="{914B9F1C-8CCD-4423-2968-19A96DB13FE8}"/>
              </a:ext>
            </a:extLst>
          </p:cNvPr>
          <p:cNvGrpSpPr/>
          <p:nvPr/>
        </p:nvGrpSpPr>
        <p:grpSpPr>
          <a:xfrm>
            <a:off x="4627198" y="1469380"/>
            <a:ext cx="4970298" cy="3685182"/>
            <a:chOff x="4608910" y="1469380"/>
            <a:chExt cx="4970298" cy="3685182"/>
          </a:xfrm>
        </p:grpSpPr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7008E1DB-9061-FD01-2135-63DC2C72523E}"/>
                </a:ext>
              </a:extLst>
            </p:cNvPr>
            <p:cNvSpPr txBox="1"/>
            <p:nvPr/>
          </p:nvSpPr>
          <p:spPr>
            <a:xfrm>
              <a:off x="5898905" y="1469380"/>
              <a:ext cx="143432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 tokens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0" name="直接连接符 239">
              <a:extLst>
                <a:ext uri="{FF2B5EF4-FFF2-40B4-BE49-F238E27FC236}">
                  <a16:creationId xmlns:a16="http://schemas.microsoft.com/office/drawing/2014/main" id="{7DB79428-42F2-48E9-F5EE-911189237DFA}"/>
                </a:ext>
              </a:extLst>
            </p:cNvPr>
            <p:cNvCxnSpPr>
              <a:cxnSpLocks/>
            </p:cNvCxnSpPr>
            <p:nvPr/>
          </p:nvCxnSpPr>
          <p:spPr>
            <a:xfrm>
              <a:off x="6423396" y="1817225"/>
              <a:ext cx="0" cy="3239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连接符 245">
              <a:extLst>
                <a:ext uri="{FF2B5EF4-FFF2-40B4-BE49-F238E27FC236}">
                  <a16:creationId xmlns:a16="http://schemas.microsoft.com/office/drawing/2014/main" id="{0A96178F-F5A1-F862-AF1D-0217F6E48C2C}"/>
                </a:ext>
              </a:extLst>
            </p:cNvPr>
            <p:cNvCxnSpPr>
              <a:cxnSpLocks/>
            </p:cNvCxnSpPr>
            <p:nvPr/>
          </p:nvCxnSpPr>
          <p:spPr>
            <a:xfrm>
              <a:off x="5352288" y="2141220"/>
              <a:ext cx="277286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矩形 251">
              <a:extLst>
                <a:ext uri="{FF2B5EF4-FFF2-40B4-BE49-F238E27FC236}">
                  <a16:creationId xmlns:a16="http://schemas.microsoft.com/office/drawing/2014/main" id="{6AAAF5AF-5CBA-8093-1956-C44ADFE617B6}"/>
                </a:ext>
              </a:extLst>
            </p:cNvPr>
            <p:cNvSpPr/>
            <p:nvPr/>
          </p:nvSpPr>
          <p:spPr>
            <a:xfrm>
              <a:off x="5041584" y="2632110"/>
              <a:ext cx="621407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5" name="矩形 274">
              <a:extLst>
                <a:ext uri="{FF2B5EF4-FFF2-40B4-BE49-F238E27FC236}">
                  <a16:creationId xmlns:a16="http://schemas.microsoft.com/office/drawing/2014/main" id="{3BC02DF2-84AD-7AE9-A88A-5170D6B99627}"/>
                </a:ext>
              </a:extLst>
            </p:cNvPr>
            <p:cNvSpPr/>
            <p:nvPr/>
          </p:nvSpPr>
          <p:spPr>
            <a:xfrm>
              <a:off x="6108188" y="2632110"/>
              <a:ext cx="621407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endParaRPr lang="zh-CN" altLang="en-US" dirty="0"/>
            </a:p>
          </p:txBody>
        </p:sp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0D1C8CDF-5B74-F422-BC51-C64A59D51248}"/>
                </a:ext>
              </a:extLst>
            </p:cNvPr>
            <p:cNvSpPr/>
            <p:nvPr/>
          </p:nvSpPr>
          <p:spPr>
            <a:xfrm>
              <a:off x="7814447" y="2628300"/>
              <a:ext cx="621407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</a:t>
              </a:r>
              <a:endParaRPr lang="zh-CN" altLang="en-US" dirty="0"/>
            </a:p>
          </p:txBody>
        </p: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2A023656-CE4B-9A0F-B6C1-15232C1CA5DF}"/>
                </a:ext>
              </a:extLst>
            </p:cNvPr>
            <p:cNvCxnSpPr>
              <a:cxnSpLocks/>
              <a:endCxn id="252" idx="0"/>
            </p:cNvCxnSpPr>
            <p:nvPr/>
          </p:nvCxnSpPr>
          <p:spPr>
            <a:xfrm>
              <a:off x="5351596" y="2141220"/>
              <a:ext cx="692" cy="490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51E68A80-F798-31F6-52CE-BC291BF107B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708" y="2141220"/>
              <a:ext cx="0" cy="490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接箭头连接符 305">
              <a:extLst>
                <a:ext uri="{FF2B5EF4-FFF2-40B4-BE49-F238E27FC236}">
                  <a16:creationId xmlns:a16="http://schemas.microsoft.com/office/drawing/2014/main" id="{23869CEA-B3A3-73B5-6206-1981180E48B3}"/>
                </a:ext>
              </a:extLst>
            </p:cNvPr>
            <p:cNvCxnSpPr>
              <a:cxnSpLocks/>
              <a:endCxn id="277" idx="0"/>
            </p:cNvCxnSpPr>
            <p:nvPr/>
          </p:nvCxnSpPr>
          <p:spPr>
            <a:xfrm>
              <a:off x="8125151" y="2141220"/>
              <a:ext cx="0" cy="48708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4" name="组合 313">
              <a:extLst>
                <a:ext uri="{FF2B5EF4-FFF2-40B4-BE49-F238E27FC236}">
                  <a16:creationId xmlns:a16="http://schemas.microsoft.com/office/drawing/2014/main" id="{B6017016-C6DB-39F1-C5E8-AF0E36A0A5A6}"/>
                </a:ext>
              </a:extLst>
            </p:cNvPr>
            <p:cNvGrpSpPr/>
            <p:nvPr/>
          </p:nvGrpSpPr>
          <p:grpSpPr>
            <a:xfrm>
              <a:off x="4608910" y="2628300"/>
              <a:ext cx="296796" cy="281919"/>
              <a:chOff x="4608910" y="2628300"/>
              <a:chExt cx="296796" cy="281919"/>
            </a:xfrm>
          </p:grpSpPr>
          <p:sp>
            <p:nvSpPr>
              <p:cNvPr id="310" name="梯形 309">
                <a:extLst>
                  <a:ext uri="{FF2B5EF4-FFF2-40B4-BE49-F238E27FC236}">
                    <a16:creationId xmlns:a16="http://schemas.microsoft.com/office/drawing/2014/main" id="{EAC49A3A-54E9-C3E7-7024-A7FAD60DA676}"/>
                  </a:ext>
                </a:extLst>
              </p:cNvPr>
              <p:cNvSpPr/>
              <p:nvPr/>
            </p:nvSpPr>
            <p:spPr>
              <a:xfrm flipV="1">
                <a:off x="4608910" y="2628300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" name="梯形 312">
                <a:extLst>
                  <a:ext uri="{FF2B5EF4-FFF2-40B4-BE49-F238E27FC236}">
                    <a16:creationId xmlns:a16="http://schemas.microsoft.com/office/drawing/2014/main" id="{5A11AB8C-C24A-77AD-D2CC-416D95146164}"/>
                  </a:ext>
                </a:extLst>
              </p:cNvPr>
              <p:cNvSpPr/>
              <p:nvPr/>
            </p:nvSpPr>
            <p:spPr>
              <a:xfrm rot="10800000" flipV="1">
                <a:off x="4608910" y="2774364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15" name="组合 314">
              <a:extLst>
                <a:ext uri="{FF2B5EF4-FFF2-40B4-BE49-F238E27FC236}">
                  <a16:creationId xmlns:a16="http://schemas.microsoft.com/office/drawing/2014/main" id="{1906A506-079D-B477-BEC6-8F244DE54F07}"/>
                </a:ext>
              </a:extLst>
            </p:cNvPr>
            <p:cNvGrpSpPr/>
            <p:nvPr/>
          </p:nvGrpSpPr>
          <p:grpSpPr>
            <a:xfrm>
              <a:off x="7074049" y="2631149"/>
              <a:ext cx="296796" cy="281919"/>
              <a:chOff x="4608910" y="2628300"/>
              <a:chExt cx="296796" cy="281919"/>
            </a:xfrm>
          </p:grpSpPr>
          <p:sp>
            <p:nvSpPr>
              <p:cNvPr id="316" name="梯形 315">
                <a:extLst>
                  <a:ext uri="{FF2B5EF4-FFF2-40B4-BE49-F238E27FC236}">
                    <a16:creationId xmlns:a16="http://schemas.microsoft.com/office/drawing/2014/main" id="{190EF245-C36D-CCC8-D9C2-6BCDFC8FAFAE}"/>
                  </a:ext>
                </a:extLst>
              </p:cNvPr>
              <p:cNvSpPr/>
              <p:nvPr/>
            </p:nvSpPr>
            <p:spPr>
              <a:xfrm flipV="1">
                <a:off x="4608910" y="2628300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梯形 316">
                <a:extLst>
                  <a:ext uri="{FF2B5EF4-FFF2-40B4-BE49-F238E27FC236}">
                    <a16:creationId xmlns:a16="http://schemas.microsoft.com/office/drawing/2014/main" id="{477BBEB9-84BF-5152-B922-5CBA9CDA360A}"/>
                  </a:ext>
                </a:extLst>
              </p:cNvPr>
              <p:cNvSpPr/>
              <p:nvPr/>
            </p:nvSpPr>
            <p:spPr>
              <a:xfrm rot="10800000" flipV="1">
                <a:off x="4608910" y="2774364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C3884605-279D-2781-1DCB-46C6A1BB2BFF}"/>
                </a:ext>
              </a:extLst>
            </p:cNvPr>
            <p:cNvGrpSpPr/>
            <p:nvPr/>
          </p:nvGrpSpPr>
          <p:grpSpPr>
            <a:xfrm>
              <a:off x="8812148" y="2631149"/>
              <a:ext cx="296796" cy="281919"/>
              <a:chOff x="4608910" y="2628300"/>
              <a:chExt cx="296796" cy="281919"/>
            </a:xfrm>
          </p:grpSpPr>
          <p:sp>
            <p:nvSpPr>
              <p:cNvPr id="321" name="梯形 320">
                <a:extLst>
                  <a:ext uri="{FF2B5EF4-FFF2-40B4-BE49-F238E27FC236}">
                    <a16:creationId xmlns:a16="http://schemas.microsoft.com/office/drawing/2014/main" id="{1C961449-3292-9D90-B8EA-65C96FF91B65}"/>
                  </a:ext>
                </a:extLst>
              </p:cNvPr>
              <p:cNvSpPr/>
              <p:nvPr/>
            </p:nvSpPr>
            <p:spPr>
              <a:xfrm flipV="1">
                <a:off x="4608910" y="2628300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梯形 321">
                <a:extLst>
                  <a:ext uri="{FF2B5EF4-FFF2-40B4-BE49-F238E27FC236}">
                    <a16:creationId xmlns:a16="http://schemas.microsoft.com/office/drawing/2014/main" id="{3E1D9955-B0E9-215F-6FD7-F535DDA6FB0A}"/>
                  </a:ext>
                </a:extLst>
              </p:cNvPr>
              <p:cNvSpPr/>
              <p:nvPr/>
            </p:nvSpPr>
            <p:spPr>
              <a:xfrm rot="10800000" flipV="1">
                <a:off x="4608910" y="2774364"/>
                <a:ext cx="296796" cy="135855"/>
              </a:xfrm>
              <a:prstGeom prst="trapezoid">
                <a:avLst>
                  <a:gd name="adj" fmla="val 64410"/>
                </a:avLst>
              </a:prstGeom>
              <a:solidFill>
                <a:srgbClr val="EAC7C4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EC2181D8-8511-5688-EB45-BC910B0CB9C2}"/>
                </a:ext>
              </a:extLst>
            </p:cNvPr>
            <p:cNvCxnSpPr>
              <a:cxnSpLocks/>
              <a:endCxn id="310" idx="2"/>
            </p:cNvCxnSpPr>
            <p:nvPr/>
          </p:nvCxnSpPr>
          <p:spPr>
            <a:xfrm rot="10800000" flipV="1">
              <a:off x="4757308" y="2333624"/>
              <a:ext cx="594288" cy="29467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连接符: 肘形 326">
              <a:extLst>
                <a:ext uri="{FF2B5EF4-FFF2-40B4-BE49-F238E27FC236}">
                  <a16:creationId xmlns:a16="http://schemas.microsoft.com/office/drawing/2014/main" id="{09BD9461-063D-4DA9-6F04-C46AE24DF537}"/>
                </a:ext>
              </a:extLst>
            </p:cNvPr>
            <p:cNvCxnSpPr>
              <a:cxnSpLocks/>
              <a:endCxn id="316" idx="2"/>
            </p:cNvCxnSpPr>
            <p:nvPr/>
          </p:nvCxnSpPr>
          <p:spPr>
            <a:xfrm>
              <a:off x="6436448" y="2311877"/>
              <a:ext cx="785999" cy="31927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连接符: 肘形 329">
              <a:extLst>
                <a:ext uri="{FF2B5EF4-FFF2-40B4-BE49-F238E27FC236}">
                  <a16:creationId xmlns:a16="http://schemas.microsoft.com/office/drawing/2014/main" id="{99457233-66B1-571C-C74C-DEC81E2B9DF5}"/>
                </a:ext>
              </a:extLst>
            </p:cNvPr>
            <p:cNvCxnSpPr>
              <a:cxnSpLocks/>
              <a:endCxn id="321" idx="2"/>
            </p:cNvCxnSpPr>
            <p:nvPr/>
          </p:nvCxnSpPr>
          <p:spPr>
            <a:xfrm>
              <a:off x="8125150" y="2308549"/>
              <a:ext cx="835396" cy="322600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直接箭头连接符 334">
              <a:extLst>
                <a:ext uri="{FF2B5EF4-FFF2-40B4-BE49-F238E27FC236}">
                  <a16:creationId xmlns:a16="http://schemas.microsoft.com/office/drawing/2014/main" id="{503957FD-ED15-4F07-2769-3328262E74B4}"/>
                </a:ext>
              </a:extLst>
            </p:cNvPr>
            <p:cNvCxnSpPr>
              <a:cxnSpLocks/>
              <a:stCxn id="252" idx="2"/>
            </p:cNvCxnSpPr>
            <p:nvPr/>
          </p:nvCxnSpPr>
          <p:spPr>
            <a:xfrm flipH="1">
              <a:off x="5351596" y="2912108"/>
              <a:ext cx="692" cy="2730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连接符: 肘形 336">
              <a:extLst>
                <a:ext uri="{FF2B5EF4-FFF2-40B4-BE49-F238E27FC236}">
                  <a16:creationId xmlns:a16="http://schemas.microsoft.com/office/drawing/2014/main" id="{C2102194-3257-8310-9974-32515A29EAF7}"/>
                </a:ext>
              </a:extLst>
            </p:cNvPr>
            <p:cNvCxnSpPr>
              <a:cxnSpLocks/>
              <a:stCxn id="313" idx="2"/>
              <a:endCxn id="336" idx="3"/>
            </p:cNvCxnSpPr>
            <p:nvPr/>
          </p:nvCxnSpPr>
          <p:spPr>
            <a:xfrm rot="16200000" flipH="1">
              <a:off x="4855704" y="2811823"/>
              <a:ext cx="335912" cy="5327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6" name="组合 345">
              <a:extLst>
                <a:ext uri="{FF2B5EF4-FFF2-40B4-BE49-F238E27FC236}">
                  <a16:creationId xmlns:a16="http://schemas.microsoft.com/office/drawing/2014/main" id="{D5088005-EB58-6B04-4176-D2C61C916156}"/>
                </a:ext>
              </a:extLst>
            </p:cNvPr>
            <p:cNvGrpSpPr/>
            <p:nvPr/>
          </p:nvGrpSpPr>
          <p:grpSpPr>
            <a:xfrm rot="2700000">
              <a:off x="5289706" y="3185160"/>
              <a:ext cx="123780" cy="122555"/>
              <a:chOff x="5289706" y="3185160"/>
              <a:chExt cx="123780" cy="122555"/>
            </a:xfrm>
          </p:grpSpPr>
          <p:sp>
            <p:nvSpPr>
              <p:cNvPr id="336" name="椭圆 335">
                <a:extLst>
                  <a:ext uri="{FF2B5EF4-FFF2-40B4-BE49-F238E27FC236}">
                    <a16:creationId xmlns:a16="http://schemas.microsoft.com/office/drawing/2014/main" id="{29EB6318-C47B-6593-C126-BA2F48DF2F4A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41" name="直接连接符 340">
                <a:extLst>
                  <a:ext uri="{FF2B5EF4-FFF2-40B4-BE49-F238E27FC236}">
                    <a16:creationId xmlns:a16="http://schemas.microsoft.com/office/drawing/2014/main" id="{C1497CA6-9EF9-1965-3580-E83F8FDF4C24}"/>
                  </a:ext>
                </a:extLst>
              </p:cNvPr>
              <p:cNvCxnSpPr>
                <a:cxnSpLocks/>
                <a:stCxn id="336" idx="7"/>
                <a:endCxn id="336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直接连接符 342">
                <a:extLst>
                  <a:ext uri="{FF2B5EF4-FFF2-40B4-BE49-F238E27FC236}">
                    <a16:creationId xmlns:a16="http://schemas.microsoft.com/office/drawing/2014/main" id="{507AF0C9-4752-80DE-3DC2-53035B3C1BCA}"/>
                  </a:ext>
                </a:extLst>
              </p:cNvPr>
              <p:cNvCxnSpPr>
                <a:cxnSpLocks/>
                <a:stCxn id="336" idx="1"/>
                <a:endCxn id="336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4" name="直接箭头连接符 343">
              <a:extLst>
                <a:ext uri="{FF2B5EF4-FFF2-40B4-BE49-F238E27FC236}">
                  <a16:creationId xmlns:a16="http://schemas.microsoft.com/office/drawing/2014/main" id="{165BAD0B-E276-8501-47D7-E9B1D23ED7D1}"/>
                </a:ext>
              </a:extLst>
            </p:cNvPr>
            <p:cNvCxnSpPr/>
            <p:nvPr/>
          </p:nvCxnSpPr>
          <p:spPr>
            <a:xfrm flipH="1">
              <a:off x="6419464" y="2912108"/>
              <a:ext cx="692" cy="2730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接箭头连接符 344">
              <a:extLst>
                <a:ext uri="{FF2B5EF4-FFF2-40B4-BE49-F238E27FC236}">
                  <a16:creationId xmlns:a16="http://schemas.microsoft.com/office/drawing/2014/main" id="{224E64FC-A622-CB27-8CC1-240424799966}"/>
                </a:ext>
              </a:extLst>
            </p:cNvPr>
            <p:cNvCxnSpPr>
              <a:cxnSpLocks/>
              <a:stCxn id="277" idx="2"/>
              <a:endCxn id="360" idx="1"/>
            </p:cNvCxnSpPr>
            <p:nvPr/>
          </p:nvCxnSpPr>
          <p:spPr>
            <a:xfrm>
              <a:off x="8125151" y="2908298"/>
              <a:ext cx="687" cy="27625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7" name="组合 346">
              <a:extLst>
                <a:ext uri="{FF2B5EF4-FFF2-40B4-BE49-F238E27FC236}">
                  <a16:creationId xmlns:a16="http://schemas.microsoft.com/office/drawing/2014/main" id="{B82D19B3-08F3-48B8-0BC6-585DCC6A84A8}"/>
                </a:ext>
              </a:extLst>
            </p:cNvPr>
            <p:cNvGrpSpPr/>
            <p:nvPr/>
          </p:nvGrpSpPr>
          <p:grpSpPr>
            <a:xfrm rot="2700000">
              <a:off x="6357001" y="3185160"/>
              <a:ext cx="123780" cy="122555"/>
              <a:chOff x="5289706" y="3185160"/>
              <a:chExt cx="123780" cy="122555"/>
            </a:xfrm>
          </p:grpSpPr>
          <p:sp>
            <p:nvSpPr>
              <p:cNvPr id="348" name="椭圆 347">
                <a:extLst>
                  <a:ext uri="{FF2B5EF4-FFF2-40B4-BE49-F238E27FC236}">
                    <a16:creationId xmlns:a16="http://schemas.microsoft.com/office/drawing/2014/main" id="{D78D4371-31E8-AB2B-E38B-B3F49181AD8F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49" name="直接连接符 348">
                <a:extLst>
                  <a:ext uri="{FF2B5EF4-FFF2-40B4-BE49-F238E27FC236}">
                    <a16:creationId xmlns:a16="http://schemas.microsoft.com/office/drawing/2014/main" id="{89E33FB9-1B2F-C3EC-6A1E-8136EF91FF0A}"/>
                  </a:ext>
                </a:extLst>
              </p:cNvPr>
              <p:cNvCxnSpPr>
                <a:cxnSpLocks/>
                <a:stCxn id="348" idx="7"/>
                <a:endCxn id="348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直接连接符 349">
                <a:extLst>
                  <a:ext uri="{FF2B5EF4-FFF2-40B4-BE49-F238E27FC236}">
                    <a16:creationId xmlns:a16="http://schemas.microsoft.com/office/drawing/2014/main" id="{C5EAF806-6A01-4B24-4678-9C8A35B29F6C}"/>
                  </a:ext>
                </a:extLst>
              </p:cNvPr>
              <p:cNvCxnSpPr>
                <a:cxnSpLocks/>
                <a:stCxn id="348" idx="1"/>
                <a:endCxn id="348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6" name="连接符: 肘形 355">
              <a:extLst>
                <a:ext uri="{FF2B5EF4-FFF2-40B4-BE49-F238E27FC236}">
                  <a16:creationId xmlns:a16="http://schemas.microsoft.com/office/drawing/2014/main" id="{33DE61F5-A8AC-E807-26E0-B158F10AF09A}"/>
                </a:ext>
              </a:extLst>
            </p:cNvPr>
            <p:cNvCxnSpPr>
              <a:cxnSpLocks/>
              <a:stCxn id="317" idx="2"/>
              <a:endCxn id="348" idx="7"/>
            </p:cNvCxnSpPr>
            <p:nvPr/>
          </p:nvCxnSpPr>
          <p:spPr>
            <a:xfrm rot="5400000">
              <a:off x="6684623" y="2708920"/>
              <a:ext cx="333676" cy="74197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6C8DD775-C55D-1C67-D2BD-5016D6F19CA6}"/>
                </a:ext>
              </a:extLst>
            </p:cNvPr>
            <p:cNvGrpSpPr/>
            <p:nvPr/>
          </p:nvGrpSpPr>
          <p:grpSpPr>
            <a:xfrm rot="2755444">
              <a:off x="8063261" y="3184853"/>
              <a:ext cx="123780" cy="122555"/>
              <a:chOff x="5289706" y="3185160"/>
              <a:chExt cx="123780" cy="122555"/>
            </a:xfrm>
          </p:grpSpPr>
          <p:sp>
            <p:nvSpPr>
              <p:cNvPr id="360" name="椭圆 359">
                <a:extLst>
                  <a:ext uri="{FF2B5EF4-FFF2-40B4-BE49-F238E27FC236}">
                    <a16:creationId xmlns:a16="http://schemas.microsoft.com/office/drawing/2014/main" id="{C05E52A4-A2AC-1F87-C170-E72BF3589DCB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61" name="直接连接符 360">
                <a:extLst>
                  <a:ext uri="{FF2B5EF4-FFF2-40B4-BE49-F238E27FC236}">
                    <a16:creationId xmlns:a16="http://schemas.microsoft.com/office/drawing/2014/main" id="{46C32B50-8361-68E8-28BA-D81DEDF28173}"/>
                  </a:ext>
                </a:extLst>
              </p:cNvPr>
              <p:cNvCxnSpPr>
                <a:cxnSpLocks/>
                <a:stCxn id="360" idx="7"/>
                <a:endCxn id="360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直接连接符 361">
                <a:extLst>
                  <a:ext uri="{FF2B5EF4-FFF2-40B4-BE49-F238E27FC236}">
                    <a16:creationId xmlns:a16="http://schemas.microsoft.com/office/drawing/2014/main" id="{1E11F639-833A-FAD5-DAA3-FFC51E694142}"/>
                  </a:ext>
                </a:extLst>
              </p:cNvPr>
              <p:cNvCxnSpPr>
                <a:cxnSpLocks/>
                <a:stCxn id="360" idx="1"/>
                <a:endCxn id="360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3" name="连接符: 肘形 362">
              <a:extLst>
                <a:ext uri="{FF2B5EF4-FFF2-40B4-BE49-F238E27FC236}">
                  <a16:creationId xmlns:a16="http://schemas.microsoft.com/office/drawing/2014/main" id="{98C2CAD9-AF6F-9430-A094-0F9A8505946E}"/>
                </a:ext>
              </a:extLst>
            </p:cNvPr>
            <p:cNvCxnSpPr>
              <a:cxnSpLocks/>
              <a:stCxn id="322" idx="2"/>
              <a:endCxn id="360" idx="7"/>
            </p:cNvCxnSpPr>
            <p:nvPr/>
          </p:nvCxnSpPr>
          <p:spPr>
            <a:xfrm rot="5400000">
              <a:off x="8406453" y="2693337"/>
              <a:ext cx="334362" cy="77382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7" name="组合 366">
              <a:extLst>
                <a:ext uri="{FF2B5EF4-FFF2-40B4-BE49-F238E27FC236}">
                  <a16:creationId xmlns:a16="http://schemas.microsoft.com/office/drawing/2014/main" id="{B6295A5A-4406-8CB4-8276-9C0ED8CE489A}"/>
                </a:ext>
              </a:extLst>
            </p:cNvPr>
            <p:cNvGrpSpPr/>
            <p:nvPr/>
          </p:nvGrpSpPr>
          <p:grpSpPr>
            <a:xfrm>
              <a:off x="5831996" y="3429000"/>
              <a:ext cx="123780" cy="122555"/>
              <a:chOff x="5289706" y="3185160"/>
              <a:chExt cx="123780" cy="122555"/>
            </a:xfrm>
          </p:grpSpPr>
          <p:sp>
            <p:nvSpPr>
              <p:cNvPr id="368" name="椭圆 367">
                <a:extLst>
                  <a:ext uri="{FF2B5EF4-FFF2-40B4-BE49-F238E27FC236}">
                    <a16:creationId xmlns:a16="http://schemas.microsoft.com/office/drawing/2014/main" id="{D7A0AABB-6374-720D-7448-7BA0D4692EBF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69" name="直接连接符 368">
                <a:extLst>
                  <a:ext uri="{FF2B5EF4-FFF2-40B4-BE49-F238E27FC236}">
                    <a16:creationId xmlns:a16="http://schemas.microsoft.com/office/drawing/2014/main" id="{9FE843E4-60E9-058E-1937-E20DF459F9CF}"/>
                  </a:ext>
                </a:extLst>
              </p:cNvPr>
              <p:cNvCxnSpPr>
                <a:cxnSpLocks/>
                <a:stCxn id="368" idx="7"/>
                <a:endCxn id="368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直接连接符 369">
                <a:extLst>
                  <a:ext uri="{FF2B5EF4-FFF2-40B4-BE49-F238E27FC236}">
                    <a16:creationId xmlns:a16="http://schemas.microsoft.com/office/drawing/2014/main" id="{AAF0BAD4-69C3-1C82-C2B6-FA3D1747F2BE}"/>
                  </a:ext>
                </a:extLst>
              </p:cNvPr>
              <p:cNvCxnSpPr>
                <a:cxnSpLocks/>
                <a:stCxn id="368" idx="1"/>
                <a:endCxn id="368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4" name="连接符: 肘形 373">
              <a:extLst>
                <a:ext uri="{FF2B5EF4-FFF2-40B4-BE49-F238E27FC236}">
                  <a16:creationId xmlns:a16="http://schemas.microsoft.com/office/drawing/2014/main" id="{D03A1596-7C67-3BDE-0536-95B357FFBB2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5956722" y="3308020"/>
              <a:ext cx="463422" cy="182257"/>
            </a:xfrm>
            <a:prstGeom prst="bentConnector3">
              <a:avLst>
                <a:gd name="adj1" fmla="val 26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直接箭头连接符 376">
              <a:extLst>
                <a:ext uri="{FF2B5EF4-FFF2-40B4-BE49-F238E27FC236}">
                  <a16:creationId xmlns:a16="http://schemas.microsoft.com/office/drawing/2014/main" id="{02E6ECF0-0484-EF18-0664-1C1EA38CE006}"/>
                </a:ext>
              </a:extLst>
            </p:cNvPr>
            <p:cNvCxnSpPr>
              <a:cxnSpLocks/>
              <a:endCxn id="395" idx="0"/>
            </p:cNvCxnSpPr>
            <p:nvPr/>
          </p:nvCxnSpPr>
          <p:spPr>
            <a:xfrm flipH="1">
              <a:off x="5891746" y="3544572"/>
              <a:ext cx="2081" cy="27940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连接符: 肘形 381">
              <a:extLst>
                <a:ext uri="{FF2B5EF4-FFF2-40B4-BE49-F238E27FC236}">
                  <a16:creationId xmlns:a16="http://schemas.microsoft.com/office/drawing/2014/main" id="{A59051B8-BB57-CE5E-69ED-0D41EC441811}"/>
                </a:ext>
              </a:extLst>
            </p:cNvPr>
            <p:cNvCxnSpPr>
              <a:cxnSpLocks/>
              <a:stCxn id="336" idx="5"/>
              <a:endCxn id="368" idx="2"/>
            </p:cNvCxnSpPr>
            <p:nvPr/>
          </p:nvCxnSpPr>
          <p:spPr>
            <a:xfrm rot="10800000" flipH="1" flipV="1">
              <a:off x="5351902" y="3308020"/>
              <a:ext cx="480093" cy="182257"/>
            </a:xfrm>
            <a:prstGeom prst="bentConnector3">
              <a:avLst>
                <a:gd name="adj1" fmla="val 139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5" name="矩形 394">
              <a:extLst>
                <a:ext uri="{FF2B5EF4-FFF2-40B4-BE49-F238E27FC236}">
                  <a16:creationId xmlns:a16="http://schemas.microsoft.com/office/drawing/2014/main" id="{ED43643D-EFB6-DAAB-573C-63ECCD48BF2F}"/>
                </a:ext>
              </a:extLst>
            </p:cNvPr>
            <p:cNvSpPr/>
            <p:nvPr/>
          </p:nvSpPr>
          <p:spPr>
            <a:xfrm>
              <a:off x="5451694" y="3823974"/>
              <a:ext cx="880104" cy="279998"/>
            </a:xfrm>
            <a:prstGeom prst="rect">
              <a:avLst/>
            </a:prstGeom>
            <a:solidFill>
              <a:srgbClr val="BBF9F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softmax</a:t>
              </a:r>
              <a:endParaRPr lang="zh-CN" altLang="en-US" sz="1600" dirty="0"/>
            </a:p>
          </p:txBody>
        </p:sp>
        <p:grpSp>
          <p:nvGrpSpPr>
            <p:cNvPr id="397" name="组合 396">
              <a:extLst>
                <a:ext uri="{FF2B5EF4-FFF2-40B4-BE49-F238E27FC236}">
                  <a16:creationId xmlns:a16="http://schemas.microsoft.com/office/drawing/2014/main" id="{5B9F1421-D937-8D63-4E57-31F2D0D94CA8}"/>
                </a:ext>
              </a:extLst>
            </p:cNvPr>
            <p:cNvGrpSpPr/>
            <p:nvPr/>
          </p:nvGrpSpPr>
          <p:grpSpPr>
            <a:xfrm>
              <a:off x="6382564" y="4509683"/>
              <a:ext cx="123780" cy="122555"/>
              <a:chOff x="5289706" y="3185160"/>
              <a:chExt cx="123780" cy="122555"/>
            </a:xfrm>
          </p:grpSpPr>
          <p:sp>
            <p:nvSpPr>
              <p:cNvPr id="398" name="椭圆 397">
                <a:extLst>
                  <a:ext uri="{FF2B5EF4-FFF2-40B4-BE49-F238E27FC236}">
                    <a16:creationId xmlns:a16="http://schemas.microsoft.com/office/drawing/2014/main" id="{51E8E244-6FD0-ECAC-7468-35D3721BCA53}"/>
                  </a:ext>
                </a:extLst>
              </p:cNvPr>
              <p:cNvSpPr/>
              <p:nvPr/>
            </p:nvSpPr>
            <p:spPr>
              <a:xfrm>
                <a:off x="5289706" y="3185160"/>
                <a:ext cx="123780" cy="122555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399" name="直接连接符 398">
                <a:extLst>
                  <a:ext uri="{FF2B5EF4-FFF2-40B4-BE49-F238E27FC236}">
                    <a16:creationId xmlns:a16="http://schemas.microsoft.com/office/drawing/2014/main" id="{45ED4E9E-A1BF-67FD-C055-F8EA86167DD7}"/>
                  </a:ext>
                </a:extLst>
              </p:cNvPr>
              <p:cNvCxnSpPr>
                <a:cxnSpLocks/>
                <a:stCxn id="398" idx="7"/>
                <a:endCxn id="398" idx="3"/>
              </p:cNvCxnSpPr>
              <p:nvPr/>
            </p:nvCxnSpPr>
            <p:spPr>
              <a:xfrm flipH="1"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直接连接符 399">
                <a:extLst>
                  <a:ext uri="{FF2B5EF4-FFF2-40B4-BE49-F238E27FC236}">
                    <a16:creationId xmlns:a16="http://schemas.microsoft.com/office/drawing/2014/main" id="{CB250C31-21D4-D710-2359-4658E5E602AB}"/>
                  </a:ext>
                </a:extLst>
              </p:cNvPr>
              <p:cNvCxnSpPr>
                <a:cxnSpLocks/>
                <a:stCxn id="398" idx="1"/>
                <a:endCxn id="398" idx="5"/>
              </p:cNvCxnSpPr>
              <p:nvPr/>
            </p:nvCxnSpPr>
            <p:spPr>
              <a:xfrm>
                <a:off x="5307833" y="3203108"/>
                <a:ext cx="87526" cy="866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1" name="连接符: 肘形 400">
              <a:extLst>
                <a:ext uri="{FF2B5EF4-FFF2-40B4-BE49-F238E27FC236}">
                  <a16:creationId xmlns:a16="http://schemas.microsoft.com/office/drawing/2014/main" id="{E67B7503-3D48-CC23-EE1E-BE90E2A59247}"/>
                </a:ext>
              </a:extLst>
            </p:cNvPr>
            <p:cNvCxnSpPr>
              <a:cxnSpLocks/>
              <a:stCxn id="395" idx="2"/>
              <a:endCxn id="398" idx="2"/>
            </p:cNvCxnSpPr>
            <p:nvPr/>
          </p:nvCxnSpPr>
          <p:spPr>
            <a:xfrm rot="16200000" flipH="1">
              <a:off x="5903661" y="4092057"/>
              <a:ext cx="466989" cy="490818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连接符: 肘形 403">
              <a:extLst>
                <a:ext uri="{FF2B5EF4-FFF2-40B4-BE49-F238E27FC236}">
                  <a16:creationId xmlns:a16="http://schemas.microsoft.com/office/drawing/2014/main" id="{10A83C64-350B-401F-0C29-53D714646490}"/>
                </a:ext>
              </a:extLst>
            </p:cNvPr>
            <p:cNvCxnSpPr>
              <a:cxnSpLocks/>
              <a:stCxn id="360" idx="3"/>
              <a:endCxn id="398" idx="6"/>
            </p:cNvCxnSpPr>
            <p:nvPr/>
          </p:nvCxnSpPr>
          <p:spPr>
            <a:xfrm rot="10800000" flipV="1">
              <a:off x="6506344" y="3244831"/>
              <a:ext cx="1557236" cy="1326130"/>
            </a:xfrm>
            <a:prstGeom prst="bentConnector3">
              <a:avLst>
                <a:gd name="adj1" fmla="val 39039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直接箭头连接符 417">
              <a:extLst>
                <a:ext uri="{FF2B5EF4-FFF2-40B4-BE49-F238E27FC236}">
                  <a16:creationId xmlns:a16="http://schemas.microsoft.com/office/drawing/2014/main" id="{B12934CE-31CF-1930-DFA6-3BBC3DCAF73B}"/>
                </a:ext>
              </a:extLst>
            </p:cNvPr>
            <p:cNvCxnSpPr>
              <a:cxnSpLocks/>
              <a:stCxn id="398" idx="4"/>
            </p:cNvCxnSpPr>
            <p:nvPr/>
          </p:nvCxnSpPr>
          <p:spPr>
            <a:xfrm>
              <a:off x="6444454" y="4632238"/>
              <a:ext cx="0" cy="2637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文本框 418">
              <a:extLst>
                <a:ext uri="{FF2B5EF4-FFF2-40B4-BE49-F238E27FC236}">
                  <a16:creationId xmlns:a16="http://schemas.microsoft.com/office/drawing/2014/main" id="{1FB40216-9A81-E460-D32D-16315502A770}"/>
                </a:ext>
              </a:extLst>
            </p:cNvPr>
            <p:cNvSpPr txBox="1"/>
            <p:nvPr/>
          </p:nvSpPr>
          <p:spPr>
            <a:xfrm>
              <a:off x="5792673" y="4816008"/>
              <a:ext cx="143432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 tokens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35" name="图形 434" descr="雪花">
              <a:extLst>
                <a:ext uri="{FF2B5EF4-FFF2-40B4-BE49-F238E27FC236}">
                  <a16:creationId xmlns:a16="http://schemas.microsoft.com/office/drawing/2014/main" id="{92855FDC-4C6D-D544-895F-DDEB6A47E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90054" y="2637045"/>
              <a:ext cx="174841" cy="174841"/>
            </a:xfrm>
            <a:prstGeom prst="rect">
              <a:avLst/>
            </a:prstGeom>
          </p:spPr>
        </p:pic>
        <p:pic>
          <p:nvPicPr>
            <p:cNvPr id="436" name="图形 435" descr="雪花">
              <a:extLst>
                <a:ext uri="{FF2B5EF4-FFF2-40B4-BE49-F238E27FC236}">
                  <a16:creationId xmlns:a16="http://schemas.microsoft.com/office/drawing/2014/main" id="{6DAE25E6-5932-A21F-618B-096C0F94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54575" y="2630134"/>
              <a:ext cx="174841" cy="174841"/>
            </a:xfrm>
            <a:prstGeom prst="rect">
              <a:avLst/>
            </a:prstGeom>
          </p:spPr>
        </p:pic>
        <p:pic>
          <p:nvPicPr>
            <p:cNvPr id="437" name="图形 436" descr="雪花">
              <a:extLst>
                <a:ext uri="{FF2B5EF4-FFF2-40B4-BE49-F238E27FC236}">
                  <a16:creationId xmlns:a16="http://schemas.microsoft.com/office/drawing/2014/main" id="{7F31F34F-C56C-F744-A8A8-43346F364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61013" y="2631061"/>
              <a:ext cx="174841" cy="174841"/>
            </a:xfrm>
            <a:prstGeom prst="rect">
              <a:avLst/>
            </a:prstGeom>
          </p:spPr>
        </p:pic>
        <p:pic>
          <p:nvPicPr>
            <p:cNvPr id="442" name="图形 441" descr="火">
              <a:extLst>
                <a:ext uri="{FF2B5EF4-FFF2-40B4-BE49-F238E27FC236}">
                  <a16:creationId xmlns:a16="http://schemas.microsoft.com/office/drawing/2014/main" id="{DCE49301-7786-E6EF-E0BF-F116FA0C2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96951" y="2635075"/>
              <a:ext cx="115187" cy="115187"/>
            </a:xfrm>
            <a:prstGeom prst="rect">
              <a:avLst/>
            </a:prstGeom>
          </p:spPr>
        </p:pic>
        <p:pic>
          <p:nvPicPr>
            <p:cNvPr id="443" name="图形 442" descr="火">
              <a:extLst>
                <a:ext uri="{FF2B5EF4-FFF2-40B4-BE49-F238E27FC236}">
                  <a16:creationId xmlns:a16="http://schemas.microsoft.com/office/drawing/2014/main" id="{1F85F950-A9A8-0EAE-5C7A-31C867363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64853" y="2641483"/>
              <a:ext cx="115187" cy="115187"/>
            </a:xfrm>
            <a:prstGeom prst="rect">
              <a:avLst/>
            </a:prstGeom>
          </p:spPr>
        </p:pic>
        <p:pic>
          <p:nvPicPr>
            <p:cNvPr id="444" name="图形 443" descr="火">
              <a:extLst>
                <a:ext uri="{FF2B5EF4-FFF2-40B4-BE49-F238E27FC236}">
                  <a16:creationId xmlns:a16="http://schemas.microsoft.com/office/drawing/2014/main" id="{96DD1C21-87BC-32A0-8303-BAA598C9D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02952" y="2646266"/>
              <a:ext cx="115187" cy="115187"/>
            </a:xfrm>
            <a:prstGeom prst="rect">
              <a:avLst/>
            </a:prstGeom>
          </p:spPr>
        </p:pic>
        <p:grpSp>
          <p:nvGrpSpPr>
            <p:cNvPr id="447" name="组合 446">
              <a:extLst>
                <a:ext uri="{FF2B5EF4-FFF2-40B4-BE49-F238E27FC236}">
                  <a16:creationId xmlns:a16="http://schemas.microsoft.com/office/drawing/2014/main" id="{EC5C1533-BA09-F35C-9148-8134EC5210E9}"/>
                </a:ext>
              </a:extLst>
            </p:cNvPr>
            <p:cNvGrpSpPr/>
            <p:nvPr/>
          </p:nvGrpSpPr>
          <p:grpSpPr>
            <a:xfrm>
              <a:off x="7891111" y="3516313"/>
              <a:ext cx="1688097" cy="1607472"/>
              <a:chOff x="2576298" y="1686872"/>
              <a:chExt cx="1688097" cy="1607472"/>
            </a:xfrm>
          </p:grpSpPr>
          <p:grpSp>
            <p:nvGrpSpPr>
              <p:cNvPr id="420" name="组合 419">
                <a:extLst>
                  <a:ext uri="{FF2B5EF4-FFF2-40B4-BE49-F238E27FC236}">
                    <a16:creationId xmlns:a16="http://schemas.microsoft.com/office/drawing/2014/main" id="{3899FAE6-44ED-6709-6C62-E0BF0E3B0253}"/>
                  </a:ext>
                </a:extLst>
              </p:cNvPr>
              <p:cNvGrpSpPr/>
              <p:nvPr/>
            </p:nvGrpSpPr>
            <p:grpSpPr>
              <a:xfrm>
                <a:off x="2601871" y="1804106"/>
                <a:ext cx="123780" cy="122555"/>
                <a:chOff x="5289706" y="3185160"/>
                <a:chExt cx="123780" cy="122555"/>
              </a:xfrm>
            </p:grpSpPr>
            <p:sp>
              <p:nvSpPr>
                <p:cNvPr id="421" name="椭圆 420">
                  <a:extLst>
                    <a:ext uri="{FF2B5EF4-FFF2-40B4-BE49-F238E27FC236}">
                      <a16:creationId xmlns:a16="http://schemas.microsoft.com/office/drawing/2014/main" id="{9BCC45DA-A23D-AC61-813C-5535A44B2F39}"/>
                    </a:ext>
                  </a:extLst>
                </p:cNvPr>
                <p:cNvSpPr/>
                <p:nvPr/>
              </p:nvSpPr>
              <p:spPr>
                <a:xfrm>
                  <a:off x="5289706" y="3185160"/>
                  <a:ext cx="123780" cy="122555"/>
                </a:xfrm>
                <a:prstGeom prst="ellipse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422" name="直接连接符 421">
                  <a:extLst>
                    <a:ext uri="{FF2B5EF4-FFF2-40B4-BE49-F238E27FC236}">
                      <a16:creationId xmlns:a16="http://schemas.microsoft.com/office/drawing/2014/main" id="{5956292C-9AB1-D140-1590-F139C0BC7298}"/>
                    </a:ext>
                  </a:extLst>
                </p:cNvPr>
                <p:cNvCxnSpPr>
                  <a:cxnSpLocks/>
                  <a:stCxn id="421" idx="7"/>
                  <a:endCxn id="421" idx="3"/>
                </p:cNvCxnSpPr>
                <p:nvPr/>
              </p:nvCxnSpPr>
              <p:spPr>
                <a:xfrm flipH="1"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3" name="直接连接符 422">
                  <a:extLst>
                    <a:ext uri="{FF2B5EF4-FFF2-40B4-BE49-F238E27FC236}">
                      <a16:creationId xmlns:a16="http://schemas.microsoft.com/office/drawing/2014/main" id="{DF0D3BAD-B435-A388-9465-69B5C4793530}"/>
                    </a:ext>
                  </a:extLst>
                </p:cNvPr>
                <p:cNvCxnSpPr>
                  <a:cxnSpLocks/>
                  <a:stCxn id="421" idx="1"/>
                  <a:endCxn id="421" idx="5"/>
                </p:cNvCxnSpPr>
                <p:nvPr/>
              </p:nvCxnSpPr>
              <p:spPr>
                <a:xfrm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4" name="文本框 423">
                <a:extLst>
                  <a:ext uri="{FF2B5EF4-FFF2-40B4-BE49-F238E27FC236}">
                    <a16:creationId xmlns:a16="http://schemas.microsoft.com/office/drawing/2014/main" id="{A9F834ED-0731-FF96-2CF8-378E91A32D48}"/>
                  </a:ext>
                </a:extLst>
              </p:cNvPr>
              <p:cNvSpPr txBox="1"/>
              <p:nvPr/>
            </p:nvSpPr>
            <p:spPr>
              <a:xfrm>
                <a:off x="2722715" y="1686872"/>
                <a:ext cx="143432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Multiplication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425" name="组合 424">
                <a:extLst>
                  <a:ext uri="{FF2B5EF4-FFF2-40B4-BE49-F238E27FC236}">
                    <a16:creationId xmlns:a16="http://schemas.microsoft.com/office/drawing/2014/main" id="{68257F5E-2CDB-93AF-6353-FC98717A225D}"/>
                  </a:ext>
                </a:extLst>
              </p:cNvPr>
              <p:cNvGrpSpPr/>
              <p:nvPr/>
            </p:nvGrpSpPr>
            <p:grpSpPr>
              <a:xfrm rot="2700000">
                <a:off x="2601871" y="2129812"/>
                <a:ext cx="123780" cy="122555"/>
                <a:chOff x="5289706" y="3185160"/>
                <a:chExt cx="123780" cy="122555"/>
              </a:xfrm>
            </p:grpSpPr>
            <p:sp>
              <p:nvSpPr>
                <p:cNvPr id="426" name="椭圆 425">
                  <a:extLst>
                    <a:ext uri="{FF2B5EF4-FFF2-40B4-BE49-F238E27FC236}">
                      <a16:creationId xmlns:a16="http://schemas.microsoft.com/office/drawing/2014/main" id="{E58120BB-E1ED-FEC7-4D01-D903212F8C39}"/>
                    </a:ext>
                  </a:extLst>
                </p:cNvPr>
                <p:cNvSpPr/>
                <p:nvPr/>
              </p:nvSpPr>
              <p:spPr>
                <a:xfrm>
                  <a:off x="5289706" y="3185160"/>
                  <a:ext cx="123780" cy="122555"/>
                </a:xfrm>
                <a:prstGeom prst="ellipse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427" name="直接连接符 426">
                  <a:extLst>
                    <a:ext uri="{FF2B5EF4-FFF2-40B4-BE49-F238E27FC236}">
                      <a16:creationId xmlns:a16="http://schemas.microsoft.com/office/drawing/2014/main" id="{206C4EBA-800B-E074-BB7F-A8B3EED91523}"/>
                    </a:ext>
                  </a:extLst>
                </p:cNvPr>
                <p:cNvCxnSpPr>
                  <a:cxnSpLocks/>
                  <a:stCxn id="426" idx="7"/>
                  <a:endCxn id="426" idx="3"/>
                </p:cNvCxnSpPr>
                <p:nvPr/>
              </p:nvCxnSpPr>
              <p:spPr>
                <a:xfrm flipH="1"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8" name="直接连接符 427">
                  <a:extLst>
                    <a:ext uri="{FF2B5EF4-FFF2-40B4-BE49-F238E27FC236}">
                      <a16:creationId xmlns:a16="http://schemas.microsoft.com/office/drawing/2014/main" id="{89ED23CD-8DD3-CE79-F59E-9298F2D6118F}"/>
                    </a:ext>
                  </a:extLst>
                </p:cNvPr>
                <p:cNvCxnSpPr>
                  <a:cxnSpLocks/>
                  <a:stCxn id="426" idx="1"/>
                  <a:endCxn id="426" idx="5"/>
                </p:cNvCxnSpPr>
                <p:nvPr/>
              </p:nvCxnSpPr>
              <p:spPr>
                <a:xfrm>
                  <a:off x="5307833" y="3203108"/>
                  <a:ext cx="87526" cy="866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9" name="文本框 428">
                <a:extLst>
                  <a:ext uri="{FF2B5EF4-FFF2-40B4-BE49-F238E27FC236}">
                    <a16:creationId xmlns:a16="http://schemas.microsoft.com/office/drawing/2014/main" id="{B27BBD00-A5E0-12FC-5547-724A20F8B0E2}"/>
                  </a:ext>
                </a:extLst>
              </p:cNvPr>
              <p:cNvSpPr txBox="1"/>
              <p:nvPr/>
            </p:nvSpPr>
            <p:spPr>
              <a:xfrm>
                <a:off x="2722715" y="2012578"/>
                <a:ext cx="92531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Addition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430" name="组合 429">
                <a:extLst>
                  <a:ext uri="{FF2B5EF4-FFF2-40B4-BE49-F238E27FC236}">
                    <a16:creationId xmlns:a16="http://schemas.microsoft.com/office/drawing/2014/main" id="{6056AB8A-F743-A3C6-88DB-E84FDF31ED06}"/>
                  </a:ext>
                </a:extLst>
              </p:cNvPr>
              <p:cNvGrpSpPr/>
              <p:nvPr/>
            </p:nvGrpSpPr>
            <p:grpSpPr>
              <a:xfrm>
                <a:off x="2601871" y="2455518"/>
                <a:ext cx="148398" cy="140960"/>
                <a:chOff x="4608910" y="2628300"/>
                <a:chExt cx="296796" cy="281919"/>
              </a:xfrm>
            </p:grpSpPr>
            <p:sp>
              <p:nvSpPr>
                <p:cNvPr id="431" name="梯形 430">
                  <a:extLst>
                    <a:ext uri="{FF2B5EF4-FFF2-40B4-BE49-F238E27FC236}">
                      <a16:creationId xmlns:a16="http://schemas.microsoft.com/office/drawing/2014/main" id="{708E329E-65E3-070A-A566-484123E4CB4C}"/>
                    </a:ext>
                  </a:extLst>
                </p:cNvPr>
                <p:cNvSpPr/>
                <p:nvPr/>
              </p:nvSpPr>
              <p:spPr>
                <a:xfrm flipV="1">
                  <a:off x="4608910" y="2628300"/>
                  <a:ext cx="296796" cy="135855"/>
                </a:xfrm>
                <a:prstGeom prst="trapezoid">
                  <a:avLst>
                    <a:gd name="adj" fmla="val 64410"/>
                  </a:avLst>
                </a:prstGeom>
                <a:solidFill>
                  <a:srgbClr val="EAC7C4"/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2" name="梯形 431">
                  <a:extLst>
                    <a:ext uri="{FF2B5EF4-FFF2-40B4-BE49-F238E27FC236}">
                      <a16:creationId xmlns:a16="http://schemas.microsoft.com/office/drawing/2014/main" id="{F8976383-63C1-3A52-A397-2ECEDE61A107}"/>
                    </a:ext>
                  </a:extLst>
                </p:cNvPr>
                <p:cNvSpPr/>
                <p:nvPr/>
              </p:nvSpPr>
              <p:spPr>
                <a:xfrm rot="10800000" flipV="1">
                  <a:off x="4608910" y="2774364"/>
                  <a:ext cx="296796" cy="135855"/>
                </a:xfrm>
                <a:prstGeom prst="trapezoid">
                  <a:avLst>
                    <a:gd name="adj" fmla="val 64410"/>
                  </a:avLst>
                </a:prstGeom>
                <a:solidFill>
                  <a:srgbClr val="EAC7C4"/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3" name="文本框 432">
                <a:extLst>
                  <a:ext uri="{FF2B5EF4-FFF2-40B4-BE49-F238E27FC236}">
                    <a16:creationId xmlns:a16="http://schemas.microsoft.com/office/drawing/2014/main" id="{B9DEE59D-FBA0-549C-2780-9B7B38A3BB6D}"/>
                  </a:ext>
                </a:extLst>
              </p:cNvPr>
              <p:cNvSpPr txBox="1"/>
              <p:nvPr/>
            </p:nvSpPr>
            <p:spPr>
              <a:xfrm>
                <a:off x="2722714" y="2352622"/>
                <a:ext cx="1541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AdaLoRA Layers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438" name="图形 437" descr="雪花">
                <a:extLst>
                  <a:ext uri="{FF2B5EF4-FFF2-40B4-BE49-F238E27FC236}">
                    <a16:creationId xmlns:a16="http://schemas.microsoft.com/office/drawing/2014/main" id="{DF7026B9-020B-9C3F-4764-56A293DD68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76298" y="2722423"/>
                <a:ext cx="229882" cy="229882"/>
              </a:xfrm>
              <a:prstGeom prst="rect">
                <a:avLst/>
              </a:prstGeom>
            </p:spPr>
          </p:pic>
          <p:sp>
            <p:nvSpPr>
              <p:cNvPr id="439" name="文本框 438">
                <a:extLst>
                  <a:ext uri="{FF2B5EF4-FFF2-40B4-BE49-F238E27FC236}">
                    <a16:creationId xmlns:a16="http://schemas.microsoft.com/office/drawing/2014/main" id="{A0783431-1DE7-611E-8F4D-2D2D6CEA06E8}"/>
                  </a:ext>
                </a:extLst>
              </p:cNvPr>
              <p:cNvSpPr txBox="1"/>
              <p:nvPr/>
            </p:nvSpPr>
            <p:spPr>
              <a:xfrm>
                <a:off x="2739738" y="2684087"/>
                <a:ext cx="7867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Frozen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40" name="文本框 439">
                <a:extLst>
                  <a:ext uri="{FF2B5EF4-FFF2-40B4-BE49-F238E27FC236}">
                    <a16:creationId xmlns:a16="http://schemas.microsoft.com/office/drawing/2014/main" id="{684EE1A4-0415-DE27-B44A-BDF76446504A}"/>
                  </a:ext>
                </a:extLst>
              </p:cNvPr>
              <p:cNvSpPr txBox="1"/>
              <p:nvPr/>
            </p:nvSpPr>
            <p:spPr>
              <a:xfrm>
                <a:off x="2710557" y="2986567"/>
                <a:ext cx="7867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Tunable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445" name="图形 444" descr="火">
                <a:extLst>
                  <a:ext uri="{FF2B5EF4-FFF2-40B4-BE49-F238E27FC236}">
                    <a16:creationId xmlns:a16="http://schemas.microsoft.com/office/drawing/2014/main" id="{4E9CB5C3-139B-DA0B-D0EF-2526184AF6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609798" y="3042039"/>
                <a:ext cx="174188" cy="174188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904162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636DB-A734-C65A-5AEA-280715F8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9753FA09-988D-B339-5D3F-946249A0C00E}"/>
              </a:ext>
            </a:extLst>
          </p:cNvPr>
          <p:cNvCxnSpPr>
            <a:cxnSpLocks/>
            <a:stCxn id="194" idx="2"/>
            <a:endCxn id="43" idx="0"/>
          </p:cNvCxnSpPr>
          <p:nvPr/>
        </p:nvCxnSpPr>
        <p:spPr>
          <a:xfrm>
            <a:off x="2852424" y="2640708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矩形: 圆角 193">
            <a:extLst>
              <a:ext uri="{FF2B5EF4-FFF2-40B4-BE49-F238E27FC236}">
                <a16:creationId xmlns:a16="http://schemas.microsoft.com/office/drawing/2014/main" id="{75D9C48A-FCFE-F9ED-13C3-9B4677DF043A}"/>
              </a:ext>
            </a:extLst>
          </p:cNvPr>
          <p:cNvSpPr/>
          <p:nvPr/>
        </p:nvSpPr>
        <p:spPr>
          <a:xfrm>
            <a:off x="2556283" y="1840192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AC2E4671-DB14-39BE-9F5B-58CB592619AD}"/>
              </a:ext>
            </a:extLst>
          </p:cNvPr>
          <p:cNvCxnSpPr>
            <a:cxnSpLocks/>
            <a:stCxn id="194" idx="3"/>
            <a:endCxn id="61" idx="1"/>
          </p:cNvCxnSpPr>
          <p:nvPr/>
        </p:nvCxnSpPr>
        <p:spPr>
          <a:xfrm>
            <a:off x="3148564" y="2240450"/>
            <a:ext cx="711214" cy="467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图形 34" descr="雪花">
            <a:extLst>
              <a:ext uri="{FF2B5EF4-FFF2-40B4-BE49-F238E27FC236}">
                <a16:creationId xmlns:a16="http://schemas.microsoft.com/office/drawing/2014/main" id="{61F317DD-BA7C-43FD-55CD-2405A791A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11108" y="2093712"/>
            <a:ext cx="309685" cy="309685"/>
          </a:xfrm>
          <a:prstGeom prst="rect">
            <a:avLst/>
          </a:prstGeom>
        </p:spPr>
      </p:pic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A3E2D9F6-C8D3-62BE-8898-42BF17F8CBCC}"/>
              </a:ext>
            </a:extLst>
          </p:cNvPr>
          <p:cNvCxnSpPr>
            <a:cxnSpLocks/>
            <a:endCxn id="194" idx="1"/>
          </p:cNvCxnSpPr>
          <p:nvPr/>
        </p:nvCxnSpPr>
        <p:spPr>
          <a:xfrm>
            <a:off x="2277704" y="2238966"/>
            <a:ext cx="278579" cy="148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395B9C50-353A-B4AB-A3DE-097451DDDF19}"/>
              </a:ext>
            </a:extLst>
          </p:cNvPr>
          <p:cNvSpPr/>
          <p:nvPr/>
        </p:nvSpPr>
        <p:spPr>
          <a:xfrm>
            <a:off x="2311700" y="2832544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6B6663E1-FF71-B0D5-7BE1-DBCB81B066EB}"/>
              </a:ext>
            </a:extLst>
          </p:cNvPr>
          <p:cNvCxnSpPr>
            <a:cxnSpLocks/>
            <a:stCxn id="61" idx="2"/>
            <a:endCxn id="193" idx="0"/>
          </p:cNvCxnSpPr>
          <p:nvPr/>
        </p:nvCxnSpPr>
        <p:spPr>
          <a:xfrm>
            <a:off x="4155919" y="2645378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1520C64A-EAE9-C0D2-FA93-A1A7720D1CDA}"/>
              </a:ext>
            </a:extLst>
          </p:cNvPr>
          <p:cNvSpPr/>
          <p:nvPr/>
        </p:nvSpPr>
        <p:spPr>
          <a:xfrm>
            <a:off x="3859778" y="1844862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62" name="图形 61" descr="雪花">
            <a:extLst>
              <a:ext uri="{FF2B5EF4-FFF2-40B4-BE49-F238E27FC236}">
                <a16:creationId xmlns:a16="http://schemas.microsoft.com/office/drawing/2014/main" id="{84A8E1DA-7381-46E7-D689-1F926585D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4603" y="2098382"/>
            <a:ext cx="309685" cy="309685"/>
          </a:xfrm>
          <a:prstGeom prst="rect">
            <a:avLst/>
          </a:prstGeom>
        </p:spPr>
      </p:pic>
      <p:sp>
        <p:nvSpPr>
          <p:cNvPr id="193" name="矩形 192">
            <a:extLst>
              <a:ext uri="{FF2B5EF4-FFF2-40B4-BE49-F238E27FC236}">
                <a16:creationId xmlns:a16="http://schemas.microsoft.com/office/drawing/2014/main" id="{8414DB44-B9F0-559C-5ED7-62D4695CB5B0}"/>
              </a:ext>
            </a:extLst>
          </p:cNvPr>
          <p:cNvSpPr/>
          <p:nvPr/>
        </p:nvSpPr>
        <p:spPr>
          <a:xfrm>
            <a:off x="3615195" y="2837214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481DD0AE-B593-6B7C-EB54-714CDFBA0D2E}"/>
              </a:ext>
            </a:extLst>
          </p:cNvPr>
          <p:cNvCxnSpPr>
            <a:cxnSpLocks/>
            <a:stCxn id="222" idx="2"/>
            <a:endCxn id="225" idx="0"/>
          </p:cNvCxnSpPr>
          <p:nvPr/>
        </p:nvCxnSpPr>
        <p:spPr>
          <a:xfrm>
            <a:off x="5455762" y="2640708"/>
            <a:ext cx="3651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矩形: 圆角 221">
            <a:extLst>
              <a:ext uri="{FF2B5EF4-FFF2-40B4-BE49-F238E27FC236}">
                <a16:creationId xmlns:a16="http://schemas.microsoft.com/office/drawing/2014/main" id="{EB3F7EED-230C-1EF9-B99B-C34E1764BB7E}"/>
              </a:ext>
            </a:extLst>
          </p:cNvPr>
          <p:cNvSpPr/>
          <p:nvPr/>
        </p:nvSpPr>
        <p:spPr>
          <a:xfrm>
            <a:off x="5159621" y="1840192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23" name="图形 222" descr="雪花">
            <a:extLst>
              <a:ext uri="{FF2B5EF4-FFF2-40B4-BE49-F238E27FC236}">
                <a16:creationId xmlns:a16="http://schemas.microsoft.com/office/drawing/2014/main" id="{53745F71-6BF9-33FB-7816-9231CB13FB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5663" y="2093712"/>
            <a:ext cx="309685" cy="309685"/>
          </a:xfrm>
          <a:prstGeom prst="rect">
            <a:avLst/>
          </a:prstGeom>
        </p:spPr>
      </p:pic>
      <p:sp>
        <p:nvSpPr>
          <p:cNvPr id="225" name="矩形 224">
            <a:extLst>
              <a:ext uri="{FF2B5EF4-FFF2-40B4-BE49-F238E27FC236}">
                <a16:creationId xmlns:a16="http://schemas.microsoft.com/office/drawing/2014/main" id="{D0E3CD3F-8439-1ACF-F490-5A45FDF87A13}"/>
              </a:ext>
            </a:extLst>
          </p:cNvPr>
          <p:cNvSpPr/>
          <p:nvPr/>
        </p:nvSpPr>
        <p:spPr>
          <a:xfrm>
            <a:off x="4916255" y="2832544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94B5EFAE-43E8-38ED-F0C0-026D647FB105}"/>
              </a:ext>
            </a:extLst>
          </p:cNvPr>
          <p:cNvCxnSpPr>
            <a:cxnSpLocks/>
            <a:stCxn id="228" idx="2"/>
            <a:endCxn id="232" idx="0"/>
          </p:cNvCxnSpPr>
          <p:nvPr/>
        </p:nvCxnSpPr>
        <p:spPr>
          <a:xfrm>
            <a:off x="7071877" y="2643882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矩形: 圆角 227">
            <a:extLst>
              <a:ext uri="{FF2B5EF4-FFF2-40B4-BE49-F238E27FC236}">
                <a16:creationId xmlns:a16="http://schemas.microsoft.com/office/drawing/2014/main" id="{955357C0-A22D-9A09-0F3F-6104B2D4F7BD}"/>
              </a:ext>
            </a:extLst>
          </p:cNvPr>
          <p:cNvSpPr/>
          <p:nvPr/>
        </p:nvSpPr>
        <p:spPr>
          <a:xfrm>
            <a:off x="6775736" y="1843366"/>
            <a:ext cx="592281" cy="800516"/>
          </a:xfrm>
          <a:prstGeom prst="roundRect">
            <a:avLst/>
          </a:prstGeom>
          <a:solidFill>
            <a:srgbClr val="D9DAD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29" name="图形 228" descr="雪花">
            <a:extLst>
              <a:ext uri="{FF2B5EF4-FFF2-40B4-BE49-F238E27FC236}">
                <a16:creationId xmlns:a16="http://schemas.microsoft.com/office/drawing/2014/main" id="{0A67BBA2-F5BF-34FF-2455-2E2BB1DC7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0561" y="2096886"/>
            <a:ext cx="309685" cy="309685"/>
          </a:xfrm>
          <a:prstGeom prst="rect">
            <a:avLst/>
          </a:prstGeom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A10761B3-6984-58D0-0292-4320802ED9BD}"/>
              </a:ext>
            </a:extLst>
          </p:cNvPr>
          <p:cNvSpPr/>
          <p:nvPr/>
        </p:nvSpPr>
        <p:spPr>
          <a:xfrm>
            <a:off x="6531153" y="2835718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1FF7315F-84F0-895E-2F56-95B8DB5996B8}"/>
              </a:ext>
            </a:extLst>
          </p:cNvPr>
          <p:cNvCxnSpPr>
            <a:cxnSpLocks/>
            <a:stCxn id="61" idx="3"/>
            <a:endCxn id="222" idx="1"/>
          </p:cNvCxnSpPr>
          <p:nvPr/>
        </p:nvCxnSpPr>
        <p:spPr>
          <a:xfrm flipV="1">
            <a:off x="4452059" y="2240450"/>
            <a:ext cx="707562" cy="467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658ED3D3-6B23-483D-69F9-3B1F25F0D2D2}"/>
              </a:ext>
            </a:extLst>
          </p:cNvPr>
          <p:cNvCxnSpPr>
            <a:cxnSpLocks/>
            <a:stCxn id="222" idx="3"/>
          </p:cNvCxnSpPr>
          <p:nvPr/>
        </p:nvCxnSpPr>
        <p:spPr>
          <a:xfrm>
            <a:off x="5751902" y="2240450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78754CE6-B082-7DCF-DE25-38C1AAD98351}"/>
              </a:ext>
            </a:extLst>
          </p:cNvPr>
          <p:cNvSpPr/>
          <p:nvPr/>
        </p:nvSpPr>
        <p:spPr>
          <a:xfrm>
            <a:off x="2143644" y="1636101"/>
            <a:ext cx="1419994" cy="1567706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1C94ADD4-4FD8-CF61-4B6F-680C4C6EEB93}"/>
              </a:ext>
            </a:extLst>
          </p:cNvPr>
          <p:cNvSpPr/>
          <p:nvPr/>
        </p:nvSpPr>
        <p:spPr>
          <a:xfrm>
            <a:off x="415322" y="609491"/>
            <a:ext cx="1419994" cy="351663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9" name="矩形: 圆角 248">
            <a:extLst>
              <a:ext uri="{FF2B5EF4-FFF2-40B4-BE49-F238E27FC236}">
                <a16:creationId xmlns:a16="http://schemas.microsoft.com/office/drawing/2014/main" id="{3185E233-7530-8459-7932-F225CB1BE044}"/>
              </a:ext>
            </a:extLst>
          </p:cNvPr>
          <p:cNvSpPr/>
          <p:nvPr/>
        </p:nvSpPr>
        <p:spPr>
          <a:xfrm>
            <a:off x="753067" y="880652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矩形: 圆角 253">
            <a:extLst>
              <a:ext uri="{FF2B5EF4-FFF2-40B4-BE49-F238E27FC236}">
                <a16:creationId xmlns:a16="http://schemas.microsoft.com/office/drawing/2014/main" id="{47FE738B-7D52-58F3-8017-03D18C7799A2}"/>
              </a:ext>
            </a:extLst>
          </p:cNvPr>
          <p:cNvSpPr/>
          <p:nvPr/>
        </p:nvSpPr>
        <p:spPr>
          <a:xfrm>
            <a:off x="585652" y="1431308"/>
            <a:ext cx="1043610" cy="45483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Multi-head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D0809602-6DBA-03FD-3767-710F13D0030F}"/>
              </a:ext>
            </a:extLst>
          </p:cNvPr>
          <p:cNvCxnSpPr>
            <a:cxnSpLocks/>
          </p:cNvCxnSpPr>
          <p:nvPr/>
        </p:nvCxnSpPr>
        <p:spPr>
          <a:xfrm>
            <a:off x="1107457" y="1155980"/>
            <a:ext cx="0" cy="2753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A5B5E338-0505-BDAB-8938-257E8229AABE}"/>
              </a:ext>
            </a:extLst>
          </p:cNvPr>
          <p:cNvCxnSpPr>
            <a:cxnSpLocks/>
            <a:endCxn id="249" idx="0"/>
          </p:cNvCxnSpPr>
          <p:nvPr/>
        </p:nvCxnSpPr>
        <p:spPr>
          <a:xfrm>
            <a:off x="1107457" y="468521"/>
            <a:ext cx="0" cy="4121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接连接符 285">
            <a:extLst>
              <a:ext uri="{FF2B5EF4-FFF2-40B4-BE49-F238E27FC236}">
                <a16:creationId xmlns:a16="http://schemas.microsoft.com/office/drawing/2014/main" id="{C71A02A0-4D33-F7B3-B96D-0B9DF88741CD}"/>
              </a:ext>
            </a:extLst>
          </p:cNvPr>
          <p:cNvCxnSpPr>
            <a:cxnSpLocks/>
            <a:stCxn id="254" idx="2"/>
            <a:endCxn id="289" idx="0"/>
          </p:cNvCxnSpPr>
          <p:nvPr/>
        </p:nvCxnSpPr>
        <p:spPr>
          <a:xfrm>
            <a:off x="1107457" y="1886140"/>
            <a:ext cx="0" cy="1349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BF362D14-5679-8DD9-A90C-2076745FE845}"/>
              </a:ext>
            </a:extLst>
          </p:cNvPr>
          <p:cNvSpPr/>
          <p:nvPr/>
        </p:nvSpPr>
        <p:spPr>
          <a:xfrm>
            <a:off x="1034104" y="2021085"/>
            <a:ext cx="146706" cy="1452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6E0195D1-C6AA-B0F4-5322-C100A64F7847}"/>
              </a:ext>
            </a:extLst>
          </p:cNvPr>
          <p:cNvCxnSpPr>
            <a:stCxn id="289" idx="0"/>
            <a:endCxn id="289" idx="4"/>
          </p:cNvCxnSpPr>
          <p:nvPr/>
        </p:nvCxnSpPr>
        <p:spPr>
          <a:xfrm>
            <a:off x="1107457" y="2021085"/>
            <a:ext cx="0" cy="1452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FA610C9E-4F66-84AA-8018-7878B88A93B6}"/>
              </a:ext>
            </a:extLst>
          </p:cNvPr>
          <p:cNvCxnSpPr>
            <a:stCxn id="289" idx="2"/>
            <a:endCxn id="289" idx="6"/>
          </p:cNvCxnSpPr>
          <p:nvPr/>
        </p:nvCxnSpPr>
        <p:spPr>
          <a:xfrm>
            <a:off x="1034104" y="2093712"/>
            <a:ext cx="1467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D392EBE5-57C9-CFE5-B88A-11382F6E0690}"/>
              </a:ext>
            </a:extLst>
          </p:cNvPr>
          <p:cNvCxnSpPr>
            <a:cxnSpLocks/>
            <a:stCxn id="289" idx="4"/>
          </p:cNvCxnSpPr>
          <p:nvPr/>
        </p:nvCxnSpPr>
        <p:spPr>
          <a:xfrm>
            <a:off x="1107457" y="2166339"/>
            <a:ext cx="0" cy="23705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74713273-55B2-E32D-965A-13191DBB77C5}"/>
              </a:ext>
            </a:extLst>
          </p:cNvPr>
          <p:cNvSpPr/>
          <p:nvPr/>
        </p:nvSpPr>
        <p:spPr>
          <a:xfrm>
            <a:off x="753067" y="2407433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3" name="矩形: 圆角 352">
            <a:extLst>
              <a:ext uri="{FF2B5EF4-FFF2-40B4-BE49-F238E27FC236}">
                <a16:creationId xmlns:a16="http://schemas.microsoft.com/office/drawing/2014/main" id="{15637C02-4E41-4D79-0F0A-84E79F6B6C7A}"/>
              </a:ext>
            </a:extLst>
          </p:cNvPr>
          <p:cNvSpPr/>
          <p:nvPr/>
        </p:nvSpPr>
        <p:spPr>
          <a:xfrm>
            <a:off x="753067" y="2848307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矩形: 圆角 354">
            <a:extLst>
              <a:ext uri="{FF2B5EF4-FFF2-40B4-BE49-F238E27FC236}">
                <a16:creationId xmlns:a16="http://schemas.microsoft.com/office/drawing/2014/main" id="{2459FF00-8AA9-DF4F-A10E-237FB3AE1878}"/>
              </a:ext>
            </a:extLst>
          </p:cNvPr>
          <p:cNvSpPr/>
          <p:nvPr/>
        </p:nvSpPr>
        <p:spPr>
          <a:xfrm>
            <a:off x="707235" y="3592160"/>
            <a:ext cx="800444" cy="42018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6" name="直接箭头连接符 355">
            <a:extLst>
              <a:ext uri="{FF2B5EF4-FFF2-40B4-BE49-F238E27FC236}">
                <a16:creationId xmlns:a16="http://schemas.microsoft.com/office/drawing/2014/main" id="{60380BC1-65A7-BB3F-5A82-54FB4E3699DD}"/>
              </a:ext>
            </a:extLst>
          </p:cNvPr>
          <p:cNvCxnSpPr>
            <a:cxnSpLocks/>
            <a:stCxn id="352" idx="2"/>
            <a:endCxn id="353" idx="0"/>
          </p:cNvCxnSpPr>
          <p:nvPr/>
        </p:nvCxnSpPr>
        <p:spPr>
          <a:xfrm>
            <a:off x="1107457" y="2682761"/>
            <a:ext cx="0" cy="1655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连接符 358">
            <a:extLst>
              <a:ext uri="{FF2B5EF4-FFF2-40B4-BE49-F238E27FC236}">
                <a16:creationId xmlns:a16="http://schemas.microsoft.com/office/drawing/2014/main" id="{7280F612-48B4-F690-96F8-FF06D74F7767}"/>
              </a:ext>
            </a:extLst>
          </p:cNvPr>
          <p:cNvCxnSpPr>
            <a:cxnSpLocks/>
            <a:stCxn id="353" idx="2"/>
          </p:cNvCxnSpPr>
          <p:nvPr/>
        </p:nvCxnSpPr>
        <p:spPr>
          <a:xfrm>
            <a:off x="1107457" y="3123635"/>
            <a:ext cx="0" cy="1744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组合 365">
            <a:extLst>
              <a:ext uri="{FF2B5EF4-FFF2-40B4-BE49-F238E27FC236}">
                <a16:creationId xmlns:a16="http://schemas.microsoft.com/office/drawing/2014/main" id="{F8B9FB09-FEE4-01DC-4799-FFEF515E1C95}"/>
              </a:ext>
            </a:extLst>
          </p:cNvPr>
          <p:cNvGrpSpPr/>
          <p:nvPr/>
        </p:nvGrpSpPr>
        <p:grpSpPr>
          <a:xfrm>
            <a:off x="1034104" y="3289181"/>
            <a:ext cx="146706" cy="145254"/>
            <a:chOff x="3044767" y="2832724"/>
            <a:chExt cx="146706" cy="145254"/>
          </a:xfrm>
        </p:grpSpPr>
        <p:sp>
          <p:nvSpPr>
            <p:cNvPr id="363" name="椭圆 362">
              <a:extLst>
                <a:ext uri="{FF2B5EF4-FFF2-40B4-BE49-F238E27FC236}">
                  <a16:creationId xmlns:a16="http://schemas.microsoft.com/office/drawing/2014/main" id="{229D95A0-4144-59BD-71D6-EEAAFCB3343C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4" name="直接连接符 363">
              <a:extLst>
                <a:ext uri="{FF2B5EF4-FFF2-40B4-BE49-F238E27FC236}">
                  <a16:creationId xmlns:a16="http://schemas.microsoft.com/office/drawing/2014/main" id="{518CDAB6-621C-A534-4004-3DA948292B97}"/>
                </a:ext>
              </a:extLst>
            </p:cNvPr>
            <p:cNvCxnSpPr>
              <a:stCxn id="363" idx="0"/>
              <a:endCxn id="36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接连接符 364">
              <a:extLst>
                <a:ext uri="{FF2B5EF4-FFF2-40B4-BE49-F238E27FC236}">
                  <a16:creationId xmlns:a16="http://schemas.microsoft.com/office/drawing/2014/main" id="{F2083EA6-F3A0-80AC-90E6-F7F33BBC55DC}"/>
                </a:ext>
              </a:extLst>
            </p:cNvPr>
            <p:cNvCxnSpPr>
              <a:stCxn id="363" idx="2"/>
              <a:endCxn id="36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8724D6F4-82EE-8DE0-5CC9-3A84F888D2CF}"/>
              </a:ext>
            </a:extLst>
          </p:cNvPr>
          <p:cNvGrpSpPr/>
          <p:nvPr/>
        </p:nvGrpSpPr>
        <p:grpSpPr>
          <a:xfrm>
            <a:off x="497994" y="2248909"/>
            <a:ext cx="601615" cy="1112899"/>
            <a:chOff x="2364105" y="1409700"/>
            <a:chExt cx="601615" cy="1112899"/>
          </a:xfrm>
        </p:grpSpPr>
        <p:cxnSp>
          <p:nvCxnSpPr>
            <p:cNvPr id="368" name="直接连接符 367">
              <a:extLst>
                <a:ext uri="{FF2B5EF4-FFF2-40B4-BE49-F238E27FC236}">
                  <a16:creationId xmlns:a16="http://schemas.microsoft.com/office/drawing/2014/main" id="{69EC6E4E-6A4F-780D-5D32-9096048769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0161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接连接符 368">
              <a:extLst>
                <a:ext uri="{FF2B5EF4-FFF2-40B4-BE49-F238E27FC236}">
                  <a16:creationId xmlns:a16="http://schemas.microsoft.com/office/drawing/2014/main" id="{5DFF7DD9-2E76-D054-BA1C-F217166A91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接箭头连接符 369">
              <a:extLst>
                <a:ext uri="{FF2B5EF4-FFF2-40B4-BE49-F238E27FC236}">
                  <a16:creationId xmlns:a16="http://schemas.microsoft.com/office/drawing/2014/main" id="{27D54DC2-5D3E-714C-933D-AA81FF62966F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3611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9" name="直接箭头连接符 378">
            <a:extLst>
              <a:ext uri="{FF2B5EF4-FFF2-40B4-BE49-F238E27FC236}">
                <a16:creationId xmlns:a16="http://schemas.microsoft.com/office/drawing/2014/main" id="{31B0F07B-C52B-ED3E-D0EA-B1403CD8BE4F}"/>
              </a:ext>
            </a:extLst>
          </p:cNvPr>
          <p:cNvCxnSpPr>
            <a:cxnSpLocks/>
            <a:endCxn id="355" idx="0"/>
          </p:cNvCxnSpPr>
          <p:nvPr/>
        </p:nvCxnSpPr>
        <p:spPr>
          <a:xfrm>
            <a:off x="1107457" y="3434435"/>
            <a:ext cx="0" cy="157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3179C61D-4CEE-7E4D-0855-6C73231863E6}"/>
              </a:ext>
            </a:extLst>
          </p:cNvPr>
          <p:cNvCxnSpPr>
            <a:cxnSpLocks/>
            <a:stCxn id="355" idx="2"/>
          </p:cNvCxnSpPr>
          <p:nvPr/>
        </p:nvCxnSpPr>
        <p:spPr>
          <a:xfrm flipH="1">
            <a:off x="1100821" y="4012346"/>
            <a:ext cx="6636" cy="3849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B40C0702-902F-40B4-0772-F25988999F2B}"/>
                  </a:ext>
                </a:extLst>
              </p:cNvPr>
              <p:cNvSpPr txBox="1"/>
              <p:nvPr/>
            </p:nvSpPr>
            <p:spPr>
              <a:xfrm>
                <a:off x="842331" y="4137148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5" name="文本框 384">
                <a:extLst>
                  <a:ext uri="{FF2B5EF4-FFF2-40B4-BE49-F238E27FC236}">
                    <a16:creationId xmlns:a16="http://schemas.microsoft.com/office/drawing/2014/main" id="{B40C0702-902F-40B4-0772-F25988999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31" y="4137148"/>
                <a:ext cx="937747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6" name="文本框 385">
            <a:extLst>
              <a:ext uri="{FF2B5EF4-FFF2-40B4-BE49-F238E27FC236}">
                <a16:creationId xmlns:a16="http://schemas.microsoft.com/office/drawing/2014/main" id="{F764FD58-B2A6-517B-5A16-6DB11FD85DB9}"/>
              </a:ext>
            </a:extLst>
          </p:cNvPr>
          <p:cNvSpPr txBox="1"/>
          <p:nvPr/>
        </p:nvSpPr>
        <p:spPr>
          <a:xfrm>
            <a:off x="798802" y="151851"/>
            <a:ext cx="621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90" name="直接连接符 389">
            <a:extLst>
              <a:ext uri="{FF2B5EF4-FFF2-40B4-BE49-F238E27FC236}">
                <a16:creationId xmlns:a16="http://schemas.microsoft.com/office/drawing/2014/main" id="{A5CEFF4B-2330-3319-7E06-97573A0EA3C8}"/>
              </a:ext>
            </a:extLst>
          </p:cNvPr>
          <p:cNvCxnSpPr/>
          <p:nvPr/>
        </p:nvCxnSpPr>
        <p:spPr>
          <a:xfrm flipH="1" flipV="1">
            <a:off x="1835316" y="609491"/>
            <a:ext cx="308328" cy="102661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69B870A9-73CF-EC87-CB5C-6F7D04ED5F62}"/>
              </a:ext>
            </a:extLst>
          </p:cNvPr>
          <p:cNvCxnSpPr>
            <a:cxnSpLocks/>
          </p:cNvCxnSpPr>
          <p:nvPr/>
        </p:nvCxnSpPr>
        <p:spPr>
          <a:xfrm flipH="1">
            <a:off x="1834381" y="3203807"/>
            <a:ext cx="309590" cy="92231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CBC570D2-5D1D-A6F2-52D8-77DE69DD6D71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854857" y="3059966"/>
            <a:ext cx="1" cy="62800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8FBD2CF6-99D5-C98E-E728-E6D3A1D4FB73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852423" y="3457327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012AC188-AF25-2F7C-4857-55BC1CF77FFD}"/>
              </a:ext>
            </a:extLst>
          </p:cNvPr>
          <p:cNvSpPr/>
          <p:nvPr/>
        </p:nvSpPr>
        <p:spPr>
          <a:xfrm>
            <a:off x="3202276" y="3369629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669DA6E3-E50C-78F6-7A20-62F3287A2BF2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>
            <a:off x="3740570" y="3457327"/>
            <a:ext cx="35552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4401CDD8-12FD-73E7-7095-F3C6BE51A3F1}"/>
              </a:ext>
            </a:extLst>
          </p:cNvPr>
          <p:cNvCxnSpPr>
            <a:cxnSpLocks/>
            <a:endCxn id="422" idx="0"/>
          </p:cNvCxnSpPr>
          <p:nvPr/>
        </p:nvCxnSpPr>
        <p:spPr>
          <a:xfrm flipH="1">
            <a:off x="4169445" y="3059966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C8567F72-D24E-2275-CB30-D59D5B5E493E}"/>
              </a:ext>
            </a:extLst>
          </p:cNvPr>
          <p:cNvGrpSpPr/>
          <p:nvPr/>
        </p:nvGrpSpPr>
        <p:grpSpPr>
          <a:xfrm>
            <a:off x="4096092" y="3384700"/>
            <a:ext cx="146706" cy="145254"/>
            <a:chOff x="3044767" y="2832724"/>
            <a:chExt cx="146706" cy="145254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A057834A-A438-BC9B-2203-D80E72873C9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E39843D8-37F2-96B6-C798-8C1EAB251948}"/>
                </a:ext>
              </a:extLst>
            </p:cNvPr>
            <p:cNvCxnSpPr>
              <a:stCxn id="422" idx="0"/>
              <a:endCxn id="42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BFD29A9D-A400-ECE7-3559-015EFFEA597D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0720F9A3-B418-96D7-48F3-B8A859F5A3FA}"/>
              </a:ext>
            </a:extLst>
          </p:cNvPr>
          <p:cNvCxnSpPr>
            <a:cxnSpLocks/>
          </p:cNvCxnSpPr>
          <p:nvPr/>
        </p:nvCxnSpPr>
        <p:spPr>
          <a:xfrm flipH="1">
            <a:off x="2852423" y="3682256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B7E8C012-24E5-5AA3-1EF8-228B5ECBC2E7}"/>
              </a:ext>
            </a:extLst>
          </p:cNvPr>
          <p:cNvCxnSpPr>
            <a:endCxn id="422" idx="4"/>
          </p:cNvCxnSpPr>
          <p:nvPr/>
        </p:nvCxnSpPr>
        <p:spPr>
          <a:xfrm flipV="1">
            <a:off x="4169445" y="3529954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449D0D3-28B5-3E49-757B-25E5E68709A1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239079" y="3457327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E38EADA6-A86A-5D8E-EA1B-E51754949A22}"/>
              </a:ext>
            </a:extLst>
          </p:cNvPr>
          <p:cNvSpPr/>
          <p:nvPr/>
        </p:nvSpPr>
        <p:spPr>
          <a:xfrm>
            <a:off x="4588932" y="3369629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CFF9E295-FBFC-11F2-41BE-9AD6320E2134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>
            <a:off x="5127226" y="3457327"/>
            <a:ext cx="255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A825655E-A13A-CCB6-73F8-F8F563E704C1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455762" y="3059966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FF9BDD38-9B14-9343-C11E-E57FA5BBF4C2}"/>
              </a:ext>
            </a:extLst>
          </p:cNvPr>
          <p:cNvGrpSpPr/>
          <p:nvPr/>
        </p:nvGrpSpPr>
        <p:grpSpPr>
          <a:xfrm>
            <a:off x="5382409" y="3384700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F9272C13-2DBE-0D4E-7282-B30490FAC1B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33548008-3EE5-7E35-5176-67D29C0E6972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344A5AED-F3C2-2F9B-1E8B-4FF896550D2C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F59411B8-A125-AD8A-06DC-1EFE2E4B29D7}"/>
              </a:ext>
            </a:extLst>
          </p:cNvPr>
          <p:cNvCxnSpPr>
            <a:cxnSpLocks/>
          </p:cNvCxnSpPr>
          <p:nvPr/>
        </p:nvCxnSpPr>
        <p:spPr>
          <a:xfrm flipH="1">
            <a:off x="4329368" y="3682256"/>
            <a:ext cx="113147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A03F7EB0-C808-6387-1289-AF16B1DF0273}"/>
              </a:ext>
            </a:extLst>
          </p:cNvPr>
          <p:cNvCxnSpPr>
            <a:endCxn id="456" idx="4"/>
          </p:cNvCxnSpPr>
          <p:nvPr/>
        </p:nvCxnSpPr>
        <p:spPr>
          <a:xfrm flipV="1">
            <a:off x="5455762" y="3529954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4C394703-0C29-BA98-1100-5F830B4363D1}"/>
              </a:ext>
            </a:extLst>
          </p:cNvPr>
          <p:cNvCxnSpPr>
            <a:cxnSpLocks/>
          </p:cNvCxnSpPr>
          <p:nvPr/>
        </p:nvCxnSpPr>
        <p:spPr>
          <a:xfrm>
            <a:off x="4333658" y="3457327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49266DA3-19BF-6642-4FDE-3FD15D8FF40D}"/>
              </a:ext>
            </a:extLst>
          </p:cNvPr>
          <p:cNvSpPr/>
          <p:nvPr/>
        </p:nvSpPr>
        <p:spPr>
          <a:xfrm>
            <a:off x="6308628" y="3378601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59D1EDE5-AE1D-199A-31DE-4432998B2D14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>
            <a:off x="6846922" y="3466299"/>
            <a:ext cx="151602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9C755001-92B9-B397-A9EA-B05249B050AA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071877" y="306893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20FD6C85-DA97-97C5-FA1D-D3BBEB17584E}"/>
              </a:ext>
            </a:extLst>
          </p:cNvPr>
          <p:cNvGrpSpPr/>
          <p:nvPr/>
        </p:nvGrpSpPr>
        <p:grpSpPr>
          <a:xfrm>
            <a:off x="6998524" y="3393673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EA447149-7A77-CDE6-B402-AF2BE7C5CF3E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6EBC07E4-7EDB-C4D3-DFE4-B48B4E772351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FA614CBB-B20B-865D-EF10-B42B8B8CC1AC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0" name="直接连接符 489">
            <a:extLst>
              <a:ext uri="{FF2B5EF4-FFF2-40B4-BE49-F238E27FC236}">
                <a16:creationId xmlns:a16="http://schemas.microsoft.com/office/drawing/2014/main" id="{A490568F-DBEA-FA98-15B6-45E6D3E49C65}"/>
              </a:ext>
            </a:extLst>
          </p:cNvPr>
          <p:cNvCxnSpPr>
            <a:cxnSpLocks/>
          </p:cNvCxnSpPr>
          <p:nvPr/>
        </p:nvCxnSpPr>
        <p:spPr>
          <a:xfrm flipH="1">
            <a:off x="6002152" y="3691229"/>
            <a:ext cx="107480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3B2AFFEA-3674-A6FC-1A9C-331ADBD50D1D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071877" y="353892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A2D94B0F-258E-46D0-5F4C-FAD41663CDEC}"/>
              </a:ext>
            </a:extLst>
          </p:cNvPr>
          <p:cNvCxnSpPr>
            <a:cxnSpLocks/>
          </p:cNvCxnSpPr>
          <p:nvPr/>
        </p:nvCxnSpPr>
        <p:spPr>
          <a:xfrm>
            <a:off x="6007428" y="3513297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B87E3D5D-D8BF-B637-8374-FCA898CA0670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140197" y="3466299"/>
            <a:ext cx="1684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769EA0FB-1C4A-3C93-EFF6-B0DD6B158D62}"/>
              </a:ext>
            </a:extLst>
          </p:cNvPr>
          <p:cNvSpPr txBox="1"/>
          <p:nvPr/>
        </p:nvSpPr>
        <p:spPr>
          <a:xfrm>
            <a:off x="6040236" y="1953612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54116484-59FF-5C2E-7F41-525254D41C4F}"/>
              </a:ext>
            </a:extLst>
          </p:cNvPr>
          <p:cNvCxnSpPr>
            <a:cxnSpLocks/>
          </p:cNvCxnSpPr>
          <p:nvPr/>
        </p:nvCxnSpPr>
        <p:spPr>
          <a:xfrm>
            <a:off x="6383719" y="2234308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91E89378-F429-58FB-BE6D-D9F2015EFB85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529115" y="3457327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4D7ACF3F-B323-BBCD-BD84-91BC3E62F0C9}"/>
              </a:ext>
            </a:extLst>
          </p:cNvPr>
          <p:cNvSpPr txBox="1"/>
          <p:nvPr/>
        </p:nvSpPr>
        <p:spPr>
          <a:xfrm>
            <a:off x="5822322" y="318910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45A45986-7CD0-5251-DF30-EE43FF02D3B8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 flipV="1">
            <a:off x="7145230" y="3466299"/>
            <a:ext cx="193525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DAF5F930-9778-6983-7C7A-EC23D690E140}"/>
              </a:ext>
            </a:extLst>
          </p:cNvPr>
          <p:cNvSpPr/>
          <p:nvPr/>
        </p:nvSpPr>
        <p:spPr>
          <a:xfrm>
            <a:off x="7338755" y="3378601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7CE98368-5F17-0D77-7360-3F36776711C6}"/>
              </a:ext>
            </a:extLst>
          </p:cNvPr>
          <p:cNvSpPr txBox="1"/>
          <p:nvPr/>
        </p:nvSpPr>
        <p:spPr>
          <a:xfrm>
            <a:off x="7931406" y="3453700"/>
            <a:ext cx="1059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&amp; Reshape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3" name="组合 532">
            <a:extLst>
              <a:ext uri="{FF2B5EF4-FFF2-40B4-BE49-F238E27FC236}">
                <a16:creationId xmlns:a16="http://schemas.microsoft.com/office/drawing/2014/main" id="{4B309371-D5E2-8805-297E-ACC38F849881}"/>
              </a:ext>
            </a:extLst>
          </p:cNvPr>
          <p:cNvGrpSpPr/>
          <p:nvPr/>
        </p:nvGrpSpPr>
        <p:grpSpPr>
          <a:xfrm rot="16200000">
            <a:off x="9296167" y="1778026"/>
            <a:ext cx="864561" cy="1495933"/>
            <a:chOff x="5907140" y="2021964"/>
            <a:chExt cx="534631" cy="925061"/>
          </a:xfrm>
        </p:grpSpPr>
        <p:sp>
          <p:nvSpPr>
            <p:cNvPr id="534" name="矩形 533">
              <a:extLst>
                <a:ext uri="{FF2B5EF4-FFF2-40B4-BE49-F238E27FC236}">
                  <a16:creationId xmlns:a16="http://schemas.microsoft.com/office/drawing/2014/main" id="{99F22249-0A5D-B0C4-2F29-B1F9D19697CA}"/>
                </a:ext>
              </a:extLst>
            </p:cNvPr>
            <p:cNvSpPr/>
            <p:nvPr/>
          </p:nvSpPr>
          <p:spPr>
            <a:xfrm>
              <a:off x="5907140" y="2021964"/>
              <a:ext cx="86183" cy="925061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5" name="矩形 534">
              <a:extLst>
                <a:ext uri="{FF2B5EF4-FFF2-40B4-BE49-F238E27FC236}">
                  <a16:creationId xmlns:a16="http://schemas.microsoft.com/office/drawing/2014/main" id="{0779BF0E-EEC9-30C6-B24A-B33D7B958CA5}"/>
                </a:ext>
              </a:extLst>
            </p:cNvPr>
            <p:cNvSpPr/>
            <p:nvPr/>
          </p:nvSpPr>
          <p:spPr>
            <a:xfrm>
              <a:off x="6053976" y="2217996"/>
              <a:ext cx="86183" cy="532996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6" name="矩形 535">
              <a:extLst>
                <a:ext uri="{FF2B5EF4-FFF2-40B4-BE49-F238E27FC236}">
                  <a16:creationId xmlns:a16="http://schemas.microsoft.com/office/drawing/2014/main" id="{2F2EED4D-2642-DF6E-9E68-D15994FD9B3A}"/>
                </a:ext>
              </a:extLst>
            </p:cNvPr>
            <p:cNvSpPr/>
            <p:nvPr/>
          </p:nvSpPr>
          <p:spPr>
            <a:xfrm>
              <a:off x="6204782" y="2339909"/>
              <a:ext cx="86183" cy="289169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7" name="矩形 536">
              <a:extLst>
                <a:ext uri="{FF2B5EF4-FFF2-40B4-BE49-F238E27FC236}">
                  <a16:creationId xmlns:a16="http://schemas.microsoft.com/office/drawing/2014/main" id="{0C12DF87-8900-5BA4-E8C6-28036B2B2B37}"/>
                </a:ext>
              </a:extLst>
            </p:cNvPr>
            <p:cNvSpPr/>
            <p:nvPr/>
          </p:nvSpPr>
          <p:spPr>
            <a:xfrm>
              <a:off x="6355588" y="2412201"/>
              <a:ext cx="86183" cy="144583"/>
            </a:xfrm>
            <a:prstGeom prst="rect">
              <a:avLst/>
            </a:prstGeom>
            <a:solidFill>
              <a:srgbClr val="FCDFC8"/>
            </a:solidFill>
            <a:ln w="381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68933625-FF90-931F-9209-B8C759835752}"/>
              </a:ext>
            </a:extLst>
          </p:cNvPr>
          <p:cNvCxnSpPr>
            <a:cxnSpLocks/>
          </p:cNvCxnSpPr>
          <p:nvPr/>
        </p:nvCxnSpPr>
        <p:spPr>
          <a:xfrm>
            <a:off x="7873239" y="3466299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33AC9570-AD6E-BF80-B56E-4D10AFE7B53A}"/>
              </a:ext>
            </a:extLst>
          </p:cNvPr>
          <p:cNvCxnSpPr>
            <a:stCxn id="194" idx="0"/>
          </p:cNvCxnSpPr>
          <p:nvPr/>
        </p:nvCxnSpPr>
        <p:spPr>
          <a:xfrm flipH="1" flipV="1">
            <a:off x="2852423" y="1413401"/>
            <a:ext cx="1" cy="4267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B0547775-FB41-C514-DF91-4871E7ACC3C0}"/>
              </a:ext>
            </a:extLst>
          </p:cNvPr>
          <p:cNvCxnSpPr>
            <a:cxnSpLocks/>
          </p:cNvCxnSpPr>
          <p:nvPr/>
        </p:nvCxnSpPr>
        <p:spPr>
          <a:xfrm flipH="1" flipV="1">
            <a:off x="2851206" y="1411173"/>
            <a:ext cx="5221144" cy="12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直接连接符 553">
            <a:extLst>
              <a:ext uri="{FF2B5EF4-FFF2-40B4-BE49-F238E27FC236}">
                <a16:creationId xmlns:a16="http://schemas.microsoft.com/office/drawing/2014/main" id="{4D4E607B-FDB9-FD57-3785-6AF19DB39895}"/>
              </a:ext>
            </a:extLst>
          </p:cNvPr>
          <p:cNvCxnSpPr>
            <a:cxnSpLocks/>
          </p:cNvCxnSpPr>
          <p:nvPr/>
        </p:nvCxnSpPr>
        <p:spPr>
          <a:xfrm flipH="1">
            <a:off x="8057777" y="1405284"/>
            <a:ext cx="14573" cy="20610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48946526-E757-7832-5F6B-8B11F453B397}"/>
              </a:ext>
            </a:extLst>
          </p:cNvPr>
          <p:cNvGrpSpPr/>
          <p:nvPr/>
        </p:nvGrpSpPr>
        <p:grpSpPr>
          <a:xfrm>
            <a:off x="7988516" y="2815317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CD2BD693-024D-F01B-BBE8-014DE87A365E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40B0E00D-704C-AA09-F288-490001ECFB5A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26845C23-1193-ED94-0360-E2BFEBEFECE2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66FF4CC4-024D-DB1D-6C64-53C41EC3ED62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>
            <a:off x="8135222" y="2887944"/>
            <a:ext cx="845259" cy="6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直接连接符 565">
            <a:extLst>
              <a:ext uri="{FF2B5EF4-FFF2-40B4-BE49-F238E27FC236}">
                <a16:creationId xmlns:a16="http://schemas.microsoft.com/office/drawing/2014/main" id="{65C70E67-14CE-C0D6-3F42-A025FFA282E4}"/>
              </a:ext>
            </a:extLst>
          </p:cNvPr>
          <p:cNvCxnSpPr>
            <a:cxnSpLocks/>
            <a:stCxn id="61" idx="0"/>
          </p:cNvCxnSpPr>
          <p:nvPr/>
        </p:nvCxnSpPr>
        <p:spPr>
          <a:xfrm flipV="1">
            <a:off x="4155919" y="1167973"/>
            <a:ext cx="0" cy="67688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8B2BACFB-0809-2E3C-A436-E5B5781F52AA}"/>
              </a:ext>
            </a:extLst>
          </p:cNvPr>
          <p:cNvCxnSpPr>
            <a:cxnSpLocks/>
          </p:cNvCxnSpPr>
          <p:nvPr/>
        </p:nvCxnSpPr>
        <p:spPr>
          <a:xfrm flipH="1">
            <a:off x="4155918" y="1167973"/>
            <a:ext cx="417035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直接连接符 574">
            <a:extLst>
              <a:ext uri="{FF2B5EF4-FFF2-40B4-BE49-F238E27FC236}">
                <a16:creationId xmlns:a16="http://schemas.microsoft.com/office/drawing/2014/main" id="{28B47D09-A49F-C32F-0C02-3387E2C7D23B}"/>
              </a:ext>
            </a:extLst>
          </p:cNvPr>
          <p:cNvCxnSpPr>
            <a:cxnSpLocks/>
          </p:cNvCxnSpPr>
          <p:nvPr/>
        </p:nvCxnSpPr>
        <p:spPr>
          <a:xfrm flipH="1">
            <a:off x="8308445" y="1167973"/>
            <a:ext cx="17831" cy="2298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BA94E1C4-5613-807E-5396-233795BFA857}"/>
              </a:ext>
            </a:extLst>
          </p:cNvPr>
          <p:cNvGrpSpPr/>
          <p:nvPr/>
        </p:nvGrpSpPr>
        <p:grpSpPr>
          <a:xfrm>
            <a:off x="8239976" y="2571477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2644D0DF-B8FD-CF35-616B-FC663B4D58E7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02424443-3E41-7267-AD30-46560E344166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1A933B1D-5422-F5B0-61D7-ACECE58B9755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298B891C-1819-4E95-0D30-54469C7C4346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386682" y="2644104"/>
            <a:ext cx="910806" cy="70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E7A771E3-34D9-C7D1-8ED4-378C81B0C118}"/>
              </a:ext>
            </a:extLst>
          </p:cNvPr>
          <p:cNvCxnSpPr>
            <a:cxnSpLocks/>
            <a:stCxn id="222" idx="0"/>
          </p:cNvCxnSpPr>
          <p:nvPr/>
        </p:nvCxnSpPr>
        <p:spPr>
          <a:xfrm flipH="1" flipV="1">
            <a:off x="5455597" y="940238"/>
            <a:ext cx="165" cy="8999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18F0A43A-B761-60B5-5EAF-FA0AE9E9159B}"/>
              </a:ext>
            </a:extLst>
          </p:cNvPr>
          <p:cNvCxnSpPr>
            <a:cxnSpLocks/>
          </p:cNvCxnSpPr>
          <p:nvPr/>
        </p:nvCxnSpPr>
        <p:spPr>
          <a:xfrm flipH="1" flipV="1">
            <a:off x="5455762" y="941759"/>
            <a:ext cx="3139091" cy="43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直接连接符 589">
            <a:extLst>
              <a:ext uri="{FF2B5EF4-FFF2-40B4-BE49-F238E27FC236}">
                <a16:creationId xmlns:a16="http://schemas.microsoft.com/office/drawing/2014/main" id="{2385E7C9-A9A3-2EFC-DA5E-8700DBA583F1}"/>
              </a:ext>
            </a:extLst>
          </p:cNvPr>
          <p:cNvCxnSpPr>
            <a:cxnSpLocks/>
          </p:cNvCxnSpPr>
          <p:nvPr/>
        </p:nvCxnSpPr>
        <p:spPr>
          <a:xfrm flipH="1">
            <a:off x="8565190" y="948726"/>
            <a:ext cx="26838" cy="2517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CAE27721-BD01-429C-62E6-6DA5E96ACF61}"/>
              </a:ext>
            </a:extLst>
          </p:cNvPr>
          <p:cNvGrpSpPr/>
          <p:nvPr/>
        </p:nvGrpSpPr>
        <p:grpSpPr>
          <a:xfrm>
            <a:off x="8501596" y="2327637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1D40326F-D83D-7D07-064C-C485AA0178A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D4ACDDE3-39F2-1901-CFBB-D8C07E1B983B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1AFC32BC-F7A2-D419-F13C-275D798FD919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FC21DD91-7699-EB65-7A12-3301230C562B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648302" y="2400264"/>
            <a:ext cx="846334" cy="700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直接连接符 605">
            <a:extLst>
              <a:ext uri="{FF2B5EF4-FFF2-40B4-BE49-F238E27FC236}">
                <a16:creationId xmlns:a16="http://schemas.microsoft.com/office/drawing/2014/main" id="{517A513E-2708-3ED8-9DEB-7B3499B3AF2D}"/>
              </a:ext>
            </a:extLst>
          </p:cNvPr>
          <p:cNvCxnSpPr>
            <a:cxnSpLocks/>
            <a:stCxn id="228" idx="0"/>
          </p:cNvCxnSpPr>
          <p:nvPr/>
        </p:nvCxnSpPr>
        <p:spPr>
          <a:xfrm flipV="1">
            <a:off x="7071877" y="1693727"/>
            <a:ext cx="5080" cy="14963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F49C0FC2-2481-F6A1-03DB-9BAE0B1692F9}"/>
              </a:ext>
            </a:extLst>
          </p:cNvPr>
          <p:cNvCxnSpPr>
            <a:cxnSpLocks/>
          </p:cNvCxnSpPr>
          <p:nvPr/>
        </p:nvCxnSpPr>
        <p:spPr>
          <a:xfrm flipH="1" flipV="1">
            <a:off x="7071876" y="1691970"/>
            <a:ext cx="1787729" cy="614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A1D38613-A5CB-86C7-80CF-A2CD9E3E1634}"/>
              </a:ext>
            </a:extLst>
          </p:cNvPr>
          <p:cNvCxnSpPr>
            <a:cxnSpLocks/>
          </p:cNvCxnSpPr>
          <p:nvPr/>
        </p:nvCxnSpPr>
        <p:spPr>
          <a:xfrm flipH="1">
            <a:off x="8833318" y="1702238"/>
            <a:ext cx="19392" cy="17640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6F06ACEC-5C35-E69C-E3FD-F18A5D6F2A7F}"/>
              </a:ext>
            </a:extLst>
          </p:cNvPr>
          <p:cNvGrpSpPr/>
          <p:nvPr/>
        </p:nvGrpSpPr>
        <p:grpSpPr>
          <a:xfrm>
            <a:off x="8772709" y="2077676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107F16C1-1C50-CA5F-16AF-FBFB5953165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A7F03360-B03A-169F-9381-F6C239254C16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2E9F0070-D8DD-5C2B-92E9-C6BD8E36F620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49C23A9D-51E1-1472-C01D-B6C0A5074E99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19415" y="2150303"/>
            <a:ext cx="692125" cy="1309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EE1DFD96-72C2-DE95-9DE6-D6A6DA11ECD6}"/>
                  </a:ext>
                </a:extLst>
              </p:cNvPr>
              <p:cNvSpPr txBox="1"/>
              <p:nvPr/>
            </p:nvSpPr>
            <p:spPr>
              <a:xfrm>
                <a:off x="10378225" y="2749444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EE1DFD96-72C2-DE95-9DE6-D6A6DA11E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8225" y="2749444"/>
                <a:ext cx="658083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E6BFFB1B-5431-4E97-2DA3-2AB0FD55AA2A}"/>
                  </a:ext>
                </a:extLst>
              </p:cNvPr>
              <p:cNvSpPr txBox="1"/>
              <p:nvPr/>
            </p:nvSpPr>
            <p:spPr>
              <a:xfrm>
                <a:off x="10049183" y="2502208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E6BFFB1B-5431-4E97-2DA3-2AB0FD55A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183" y="2502208"/>
                <a:ext cx="658083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CA8D54E5-4029-1886-F7DD-6EA97A45E13B}"/>
                  </a:ext>
                </a:extLst>
              </p:cNvPr>
              <p:cNvSpPr txBox="1"/>
              <p:nvPr/>
            </p:nvSpPr>
            <p:spPr>
              <a:xfrm>
                <a:off x="9845038" y="2264728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CA8D54E5-4029-1886-F7DD-6EA97A45E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038" y="2264728"/>
                <a:ext cx="658083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5C1F9DDE-2D22-01BD-1E55-A39B61AA329F}"/>
                  </a:ext>
                </a:extLst>
              </p:cNvPr>
              <p:cNvSpPr txBox="1"/>
              <p:nvPr/>
            </p:nvSpPr>
            <p:spPr>
              <a:xfrm>
                <a:off x="9720142" y="2007869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5C1F9DDE-2D22-01BD-1E55-A39B61AA3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0142" y="2007869"/>
                <a:ext cx="65808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235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C5B77-C96C-8B73-087D-03842415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78355DE-5C56-188A-C5E5-E6F8364A1227}"/>
              </a:ext>
            </a:extLst>
          </p:cNvPr>
          <p:cNvCxnSpPr>
            <a:cxnSpLocks/>
            <a:stCxn id="3" idx="2"/>
            <a:endCxn id="43" idx="0"/>
          </p:cNvCxnSpPr>
          <p:nvPr/>
        </p:nvCxnSpPr>
        <p:spPr>
          <a:xfrm flipH="1">
            <a:off x="2933373" y="2453342"/>
            <a:ext cx="1162" cy="2034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30BF65E5-069E-534F-9C81-C697AA9CE6D7}"/>
              </a:ext>
            </a:extLst>
          </p:cNvPr>
          <p:cNvCxnSpPr>
            <a:cxnSpLocks/>
            <a:stCxn id="3" idx="3"/>
            <a:endCxn id="30" idx="1"/>
          </p:cNvCxnSpPr>
          <p:nvPr/>
        </p:nvCxnSpPr>
        <p:spPr>
          <a:xfrm>
            <a:off x="3230675" y="1753687"/>
            <a:ext cx="709992" cy="6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0DEEFBC4-3483-0FC5-4A92-D922B3F9753F}"/>
              </a:ext>
            </a:extLst>
          </p:cNvPr>
          <p:cNvCxnSpPr>
            <a:cxnSpLocks/>
          </p:cNvCxnSpPr>
          <p:nvPr/>
        </p:nvCxnSpPr>
        <p:spPr>
          <a:xfrm>
            <a:off x="1442676" y="1771985"/>
            <a:ext cx="1208565" cy="73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4213386A-021A-10E2-AD5D-0E7C527D391A}"/>
              </a:ext>
            </a:extLst>
          </p:cNvPr>
          <p:cNvSpPr/>
          <p:nvPr/>
        </p:nvSpPr>
        <p:spPr>
          <a:xfrm>
            <a:off x="2390215" y="2656787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DCA1FB44-57F5-CC77-E8A2-C141FFE48215}"/>
              </a:ext>
            </a:extLst>
          </p:cNvPr>
          <p:cNvCxnSpPr>
            <a:cxnSpLocks/>
            <a:stCxn id="30" idx="2"/>
            <a:endCxn id="193" idx="0"/>
          </p:cNvCxnSpPr>
          <p:nvPr/>
        </p:nvCxnSpPr>
        <p:spPr>
          <a:xfrm>
            <a:off x="4236808" y="2459642"/>
            <a:ext cx="60" cy="2018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A3663F14-8086-63D5-D4FA-DA8BE65FC773}"/>
              </a:ext>
            </a:extLst>
          </p:cNvPr>
          <p:cNvSpPr/>
          <p:nvPr/>
        </p:nvSpPr>
        <p:spPr>
          <a:xfrm>
            <a:off x="3693710" y="2661457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90105B51-E6BF-2255-31CD-AE156106747B}"/>
              </a:ext>
            </a:extLst>
          </p:cNvPr>
          <p:cNvCxnSpPr>
            <a:cxnSpLocks/>
            <a:stCxn id="54" idx="2"/>
            <a:endCxn id="225" idx="0"/>
          </p:cNvCxnSpPr>
          <p:nvPr/>
        </p:nvCxnSpPr>
        <p:spPr>
          <a:xfrm flipH="1">
            <a:off x="5537928" y="2465770"/>
            <a:ext cx="2016" cy="1910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矩形 224">
            <a:extLst>
              <a:ext uri="{FF2B5EF4-FFF2-40B4-BE49-F238E27FC236}">
                <a16:creationId xmlns:a16="http://schemas.microsoft.com/office/drawing/2014/main" id="{7A184286-CA49-8E4C-AB52-2299E158EEB4}"/>
              </a:ext>
            </a:extLst>
          </p:cNvPr>
          <p:cNvSpPr/>
          <p:nvPr/>
        </p:nvSpPr>
        <p:spPr>
          <a:xfrm>
            <a:off x="4994770" y="2656787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71B6E5FC-E70B-B82D-B504-D27E4E8FA70A}"/>
              </a:ext>
            </a:extLst>
          </p:cNvPr>
          <p:cNvCxnSpPr>
            <a:cxnSpLocks/>
            <a:endCxn id="232" idx="0"/>
          </p:cNvCxnSpPr>
          <p:nvPr/>
        </p:nvCxnSpPr>
        <p:spPr>
          <a:xfrm>
            <a:off x="7150392" y="2468125"/>
            <a:ext cx="2434" cy="1918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矩形 231">
            <a:extLst>
              <a:ext uri="{FF2B5EF4-FFF2-40B4-BE49-F238E27FC236}">
                <a16:creationId xmlns:a16="http://schemas.microsoft.com/office/drawing/2014/main" id="{BFBD6F57-31EC-4E83-67A1-11467133FAD3}"/>
              </a:ext>
            </a:extLst>
          </p:cNvPr>
          <p:cNvSpPr/>
          <p:nvPr/>
        </p:nvSpPr>
        <p:spPr>
          <a:xfrm>
            <a:off x="6609668" y="2659961"/>
            <a:ext cx="1086315" cy="227422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MiMi-Adapter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0BEF397C-4BF7-8C7E-6288-C3CAFE5971DC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>
            <a:off x="4532948" y="1759987"/>
            <a:ext cx="710855" cy="61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CB0A41B6-E4B9-10ED-8129-42513C8B8471}"/>
              </a:ext>
            </a:extLst>
          </p:cNvPr>
          <p:cNvCxnSpPr>
            <a:cxnSpLocks/>
          </p:cNvCxnSpPr>
          <p:nvPr/>
        </p:nvCxnSpPr>
        <p:spPr>
          <a:xfrm>
            <a:off x="5830417" y="1765989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4B70CF7F-5B81-3302-C979-CE519D4D9C5F}"/>
              </a:ext>
            </a:extLst>
          </p:cNvPr>
          <p:cNvSpPr/>
          <p:nvPr/>
        </p:nvSpPr>
        <p:spPr>
          <a:xfrm>
            <a:off x="2099045" y="142761"/>
            <a:ext cx="5841139" cy="288528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E6FD921D-452B-452D-6F10-027AFC6C89D5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933372" y="2884209"/>
            <a:ext cx="1" cy="62800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0830DD1C-9109-4BBB-DD95-393BBF7B55A3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930938" y="3281570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55FB2E20-AE00-D8A4-7CA1-B1E62A8FD4D8}"/>
              </a:ext>
            </a:extLst>
          </p:cNvPr>
          <p:cNvSpPr/>
          <p:nvPr/>
        </p:nvSpPr>
        <p:spPr>
          <a:xfrm>
            <a:off x="3280791" y="3193872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A1870D33-C7BF-CFD4-D083-8B9279911542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>
            <a:off x="3819085" y="3281570"/>
            <a:ext cx="35552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4C53C1FC-9CDD-6252-3B1C-6AAC6AB34784}"/>
              </a:ext>
            </a:extLst>
          </p:cNvPr>
          <p:cNvCxnSpPr>
            <a:cxnSpLocks/>
            <a:endCxn id="422" idx="0"/>
          </p:cNvCxnSpPr>
          <p:nvPr/>
        </p:nvCxnSpPr>
        <p:spPr>
          <a:xfrm flipH="1">
            <a:off x="4247960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688583F7-3DA4-766B-F944-01DFB590CB29}"/>
              </a:ext>
            </a:extLst>
          </p:cNvPr>
          <p:cNvGrpSpPr/>
          <p:nvPr/>
        </p:nvGrpSpPr>
        <p:grpSpPr>
          <a:xfrm>
            <a:off x="4174607" y="3208943"/>
            <a:ext cx="146706" cy="145254"/>
            <a:chOff x="3044767" y="2832724"/>
            <a:chExt cx="146706" cy="145254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68EA6179-49EB-CD05-9097-4D9972D27BD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DB1988CB-83AA-A572-55A3-735BA23A5172}"/>
                </a:ext>
              </a:extLst>
            </p:cNvPr>
            <p:cNvCxnSpPr>
              <a:stCxn id="422" idx="0"/>
              <a:endCxn id="42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E2597CE8-27EB-F6E4-C570-BAE164B69D11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42C9876D-0AD9-D0BC-9F2B-A1B3D21AE12B}"/>
              </a:ext>
            </a:extLst>
          </p:cNvPr>
          <p:cNvCxnSpPr>
            <a:cxnSpLocks/>
          </p:cNvCxnSpPr>
          <p:nvPr/>
        </p:nvCxnSpPr>
        <p:spPr>
          <a:xfrm flipH="1">
            <a:off x="2930938" y="3506499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371C38F3-127B-F664-43A7-CE4E352C6ABB}"/>
              </a:ext>
            </a:extLst>
          </p:cNvPr>
          <p:cNvCxnSpPr>
            <a:endCxn id="422" idx="4"/>
          </p:cNvCxnSpPr>
          <p:nvPr/>
        </p:nvCxnSpPr>
        <p:spPr>
          <a:xfrm flipV="1">
            <a:off x="4247960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71E2112B-8508-49FA-D52C-99D34461812C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317594" y="3281570"/>
            <a:ext cx="3498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700EA1A4-5D68-935C-F1B3-9B07F08A148B}"/>
              </a:ext>
            </a:extLst>
          </p:cNvPr>
          <p:cNvSpPr/>
          <p:nvPr/>
        </p:nvSpPr>
        <p:spPr>
          <a:xfrm>
            <a:off x="4667447" y="3193872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F4416FC2-67D4-C7D7-EBD0-BA8839B96A3E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>
            <a:off x="5205741" y="3281570"/>
            <a:ext cx="255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9743DAE2-6FB3-1CC4-AAFC-6A95370DED4F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534277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34978E36-91EA-3384-EA2F-12929A83ABAE}"/>
              </a:ext>
            </a:extLst>
          </p:cNvPr>
          <p:cNvGrpSpPr/>
          <p:nvPr/>
        </p:nvGrpSpPr>
        <p:grpSpPr>
          <a:xfrm>
            <a:off x="5460924" y="3208943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28FDDBF9-2066-7F18-42A7-A8F789DB5DCD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B2502223-B8F2-3366-F918-D5BBBC3AA413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7BDA7599-C450-8D49-5314-A772A8A5D727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5990A63D-4AF5-CE17-CC91-DAD08B09BCB2}"/>
              </a:ext>
            </a:extLst>
          </p:cNvPr>
          <p:cNvCxnSpPr>
            <a:endCxn id="456" idx="4"/>
          </p:cNvCxnSpPr>
          <p:nvPr/>
        </p:nvCxnSpPr>
        <p:spPr>
          <a:xfrm flipV="1">
            <a:off x="5534277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F7E7A382-3157-D5C3-830B-1EA6B64A6127}"/>
              </a:ext>
            </a:extLst>
          </p:cNvPr>
          <p:cNvCxnSpPr>
            <a:cxnSpLocks/>
          </p:cNvCxnSpPr>
          <p:nvPr/>
        </p:nvCxnSpPr>
        <p:spPr>
          <a:xfrm>
            <a:off x="4412173" y="3281570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02EDF6B1-C385-0E79-A077-08095E1BB214}"/>
              </a:ext>
            </a:extLst>
          </p:cNvPr>
          <p:cNvSpPr/>
          <p:nvPr/>
        </p:nvSpPr>
        <p:spPr>
          <a:xfrm>
            <a:off x="6387143" y="3202844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117E10A7-A1BB-1609-0AC8-4DE43A98F4F2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>
            <a:off x="6925437" y="3290542"/>
            <a:ext cx="151602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C702806B-5393-BAC6-57E6-4CB8B3096E74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150392" y="2893182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833B04F7-9474-AF57-389D-8569F76E9267}"/>
              </a:ext>
            </a:extLst>
          </p:cNvPr>
          <p:cNvGrpSpPr/>
          <p:nvPr/>
        </p:nvGrpSpPr>
        <p:grpSpPr>
          <a:xfrm>
            <a:off x="7077039" y="3217916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BABE5AAC-C972-90E9-9CE4-FEE7AA22B7C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5E24DAD6-9F9C-8799-9930-7C6EBF83480F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CFD7A369-176B-5495-6B05-B5A50CF4A2B0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0B511A65-A220-1C1E-FAB9-B72FB5836F9B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150392" y="3363170"/>
            <a:ext cx="0" cy="1609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0DCCAEB3-6D48-9788-D7DD-54BF12EE81E4}"/>
              </a:ext>
            </a:extLst>
          </p:cNvPr>
          <p:cNvCxnSpPr>
            <a:cxnSpLocks/>
          </p:cNvCxnSpPr>
          <p:nvPr/>
        </p:nvCxnSpPr>
        <p:spPr>
          <a:xfrm>
            <a:off x="6085943" y="3337540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C0A4925E-8FB9-1C38-AF1B-F41853D3DD30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218712" y="3290542"/>
            <a:ext cx="1684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4347966A-438C-3646-EB07-F71EC6E43368}"/>
              </a:ext>
            </a:extLst>
          </p:cNvPr>
          <p:cNvSpPr txBox="1"/>
          <p:nvPr/>
        </p:nvSpPr>
        <p:spPr>
          <a:xfrm>
            <a:off x="6118751" y="147915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92666645-2AE9-F544-BD40-CEF797A15A92}"/>
              </a:ext>
            </a:extLst>
          </p:cNvPr>
          <p:cNvCxnSpPr>
            <a:cxnSpLocks/>
          </p:cNvCxnSpPr>
          <p:nvPr/>
        </p:nvCxnSpPr>
        <p:spPr>
          <a:xfrm>
            <a:off x="6462234" y="1759847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6308BC67-1598-D83B-3D7E-873BCBEC00A1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607630" y="3281570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A0428FB0-96BB-BF90-5A96-305C235273D8}"/>
              </a:ext>
            </a:extLst>
          </p:cNvPr>
          <p:cNvSpPr txBox="1"/>
          <p:nvPr/>
        </p:nvSpPr>
        <p:spPr>
          <a:xfrm>
            <a:off x="5900837" y="3013344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A3D89AC9-E5E6-74D5-2ADD-7AA8FB9B9A92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 flipV="1">
            <a:off x="7223745" y="3290542"/>
            <a:ext cx="193525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A724E4BD-7A2F-2DBE-CB71-F97D7201F308}"/>
              </a:ext>
            </a:extLst>
          </p:cNvPr>
          <p:cNvSpPr/>
          <p:nvPr/>
        </p:nvSpPr>
        <p:spPr>
          <a:xfrm>
            <a:off x="7417270" y="3202844"/>
            <a:ext cx="538294" cy="17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3A113F46-EA2D-83A1-309E-9ECB9FC9D7C9}"/>
              </a:ext>
            </a:extLst>
          </p:cNvPr>
          <p:cNvSpPr txBox="1"/>
          <p:nvPr/>
        </p:nvSpPr>
        <p:spPr>
          <a:xfrm>
            <a:off x="8009921" y="3277943"/>
            <a:ext cx="1059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&amp; Reshape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矩形 533">
            <a:extLst>
              <a:ext uri="{FF2B5EF4-FFF2-40B4-BE49-F238E27FC236}">
                <a16:creationId xmlns:a16="http://schemas.microsoft.com/office/drawing/2014/main" id="{1C4708F1-EE8F-6F51-48F4-D4A48A8645F6}"/>
              </a:ext>
            </a:extLst>
          </p:cNvPr>
          <p:cNvSpPr/>
          <p:nvPr/>
        </p:nvSpPr>
        <p:spPr>
          <a:xfrm rot="16200000">
            <a:off x="9570635" y="2133648"/>
            <a:ext cx="143094" cy="1147652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5" name="矩形 534">
            <a:extLst>
              <a:ext uri="{FF2B5EF4-FFF2-40B4-BE49-F238E27FC236}">
                <a16:creationId xmlns:a16="http://schemas.microsoft.com/office/drawing/2014/main" id="{84F87AF4-71A2-116A-4DC1-97F0C8D65E20}"/>
              </a:ext>
            </a:extLst>
          </p:cNvPr>
          <p:cNvSpPr/>
          <p:nvPr/>
        </p:nvSpPr>
        <p:spPr>
          <a:xfrm rot="16200000">
            <a:off x="9570636" y="2141913"/>
            <a:ext cx="143094" cy="661247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90807F3C-16ED-CBF9-37ED-8D21E290E910}"/>
              </a:ext>
            </a:extLst>
          </p:cNvPr>
          <p:cNvSpPr/>
          <p:nvPr/>
        </p:nvSpPr>
        <p:spPr>
          <a:xfrm rot="16200000">
            <a:off x="9559922" y="2032073"/>
            <a:ext cx="143094" cy="358750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7" name="矩形 536">
            <a:extLst>
              <a:ext uri="{FF2B5EF4-FFF2-40B4-BE49-F238E27FC236}">
                <a16:creationId xmlns:a16="http://schemas.microsoft.com/office/drawing/2014/main" id="{2F4F4470-A975-1F5D-CE92-97643F4E1724}"/>
              </a:ext>
            </a:extLst>
          </p:cNvPr>
          <p:cNvSpPr/>
          <p:nvPr/>
        </p:nvSpPr>
        <p:spPr>
          <a:xfrm rot="16200000">
            <a:off x="9555185" y="1897952"/>
            <a:ext cx="143094" cy="179373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5CB97523-D250-4755-8C83-D18EFFC1B44A}"/>
              </a:ext>
            </a:extLst>
          </p:cNvPr>
          <p:cNvCxnSpPr>
            <a:cxnSpLocks/>
          </p:cNvCxnSpPr>
          <p:nvPr/>
        </p:nvCxnSpPr>
        <p:spPr>
          <a:xfrm>
            <a:off x="7951754" y="3290542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39C31B14-D273-AAF8-BC16-6CAC5ABD7324}"/>
              </a:ext>
            </a:extLst>
          </p:cNvPr>
          <p:cNvCxnSpPr>
            <a:cxnSpLocks/>
          </p:cNvCxnSpPr>
          <p:nvPr/>
        </p:nvCxnSpPr>
        <p:spPr>
          <a:xfrm flipH="1">
            <a:off x="2930938" y="911009"/>
            <a:ext cx="520969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32628488-97F4-808B-0461-955AFEA6AFE2}"/>
              </a:ext>
            </a:extLst>
          </p:cNvPr>
          <p:cNvGrpSpPr/>
          <p:nvPr/>
        </p:nvGrpSpPr>
        <p:grpSpPr>
          <a:xfrm>
            <a:off x="8067031" y="2639560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2BEF0007-BE22-B187-AAAF-6CDEFF7A969E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6CB4A802-F87C-8D78-26E1-191964F46F84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643D2820-6F19-CEE7-79E4-854944B8751B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05C5FD90-0315-92B4-793D-497B112013C7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 flipV="1">
            <a:off x="8213737" y="2707474"/>
            <a:ext cx="854619" cy="47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FF31F72F-7FDD-5770-62A3-E555A00501BB}"/>
              </a:ext>
            </a:extLst>
          </p:cNvPr>
          <p:cNvCxnSpPr>
            <a:cxnSpLocks/>
          </p:cNvCxnSpPr>
          <p:nvPr/>
        </p:nvCxnSpPr>
        <p:spPr>
          <a:xfrm flipH="1">
            <a:off x="4236808" y="702656"/>
            <a:ext cx="41679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E3EF6443-51FB-E448-72E9-470139450CAC}"/>
              </a:ext>
            </a:extLst>
          </p:cNvPr>
          <p:cNvGrpSpPr/>
          <p:nvPr/>
        </p:nvGrpSpPr>
        <p:grpSpPr>
          <a:xfrm>
            <a:off x="8330142" y="2395498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6340524D-32A8-F801-DEB5-1200A1DB950B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FEB86852-A2F8-BF59-8B6A-31E7ED839248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560A8E49-4129-C1CE-84A9-655A391F0FC1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F09E92F0-2E87-50D1-7BAE-9E245703D7AB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476848" y="2468125"/>
            <a:ext cx="834712" cy="44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7C32A4A9-FE81-298D-E507-8E2CA119B671}"/>
              </a:ext>
            </a:extLst>
          </p:cNvPr>
          <p:cNvCxnSpPr>
            <a:cxnSpLocks/>
          </p:cNvCxnSpPr>
          <p:nvPr/>
        </p:nvCxnSpPr>
        <p:spPr>
          <a:xfrm flipV="1">
            <a:off x="5534277" y="523759"/>
            <a:ext cx="0" cy="1140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02F80C9C-3D61-0697-219D-E4E281C6AC57}"/>
              </a:ext>
            </a:extLst>
          </p:cNvPr>
          <p:cNvCxnSpPr>
            <a:cxnSpLocks/>
          </p:cNvCxnSpPr>
          <p:nvPr/>
        </p:nvCxnSpPr>
        <p:spPr>
          <a:xfrm flipH="1">
            <a:off x="5537927" y="525930"/>
            <a:ext cx="31137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2479D51C-4CA5-49E7-4DD5-9DD0802A0289}"/>
              </a:ext>
            </a:extLst>
          </p:cNvPr>
          <p:cNvGrpSpPr/>
          <p:nvPr/>
        </p:nvGrpSpPr>
        <p:grpSpPr>
          <a:xfrm>
            <a:off x="8579149" y="2131523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B6BA4CF5-9693-61C6-435F-F4C2BD420E3F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EF021470-4CD9-D53D-1E89-E548008B867A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653368F2-5E5E-1F38-4095-430D165A4EBB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55ACD637-69C9-8EAA-455C-CDE4575BEDAD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725855" y="2204150"/>
            <a:ext cx="726239" cy="72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9DF53CFE-FEAE-36AF-70A2-6036A0DEDE0C}"/>
              </a:ext>
            </a:extLst>
          </p:cNvPr>
          <p:cNvCxnSpPr>
            <a:cxnSpLocks/>
            <a:endCxn id="467" idx="3"/>
          </p:cNvCxnSpPr>
          <p:nvPr/>
        </p:nvCxnSpPr>
        <p:spPr>
          <a:xfrm flipH="1" flipV="1">
            <a:off x="7461878" y="1766115"/>
            <a:ext cx="1469347" cy="11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C390078A-A3BF-E025-3F14-8D6867CFB5FE}"/>
              </a:ext>
            </a:extLst>
          </p:cNvPr>
          <p:cNvCxnSpPr>
            <a:cxnSpLocks/>
          </p:cNvCxnSpPr>
          <p:nvPr/>
        </p:nvCxnSpPr>
        <p:spPr>
          <a:xfrm flipH="1">
            <a:off x="8911833" y="1771985"/>
            <a:ext cx="16601" cy="15185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9CC3F3D7-8DAD-65F5-BA20-1E9401F9BCA3}"/>
              </a:ext>
            </a:extLst>
          </p:cNvPr>
          <p:cNvGrpSpPr/>
          <p:nvPr/>
        </p:nvGrpSpPr>
        <p:grpSpPr>
          <a:xfrm>
            <a:off x="8851224" y="1912079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FDC3920B-8B6E-0D39-69E1-9B5EBB62583A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EF87DBB7-4D87-F486-FB98-6E046FADE9F9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4C9B02B7-6C1B-DF87-0EDA-AA659E979948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277B4C79-2E20-7D0C-A858-77A0EA012519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97930" y="1984706"/>
            <a:ext cx="539116" cy="29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54637E9E-4928-92EE-90A4-645F5FA2FF81}"/>
                  </a:ext>
                </a:extLst>
              </p:cNvPr>
              <p:cNvSpPr txBox="1"/>
              <p:nvPr/>
            </p:nvSpPr>
            <p:spPr>
              <a:xfrm>
                <a:off x="10091596" y="2565998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54637E9E-4928-92EE-90A4-645F5FA2F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1596" y="2565998"/>
                <a:ext cx="658083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8F2C804A-C723-6B1B-3D48-5B79FF93E8C6}"/>
                  </a:ext>
                </a:extLst>
              </p:cNvPr>
              <p:cNvSpPr txBox="1"/>
              <p:nvPr/>
            </p:nvSpPr>
            <p:spPr>
              <a:xfrm>
                <a:off x="9860611" y="2326775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8F2C804A-C723-6B1B-3D48-5B79FF93E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0611" y="2326775"/>
                <a:ext cx="658083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D47E36F6-991C-D978-38D0-ECA5002C5340}"/>
                  </a:ext>
                </a:extLst>
              </p:cNvPr>
              <p:cNvSpPr txBox="1"/>
              <p:nvPr/>
            </p:nvSpPr>
            <p:spPr>
              <a:xfrm>
                <a:off x="9679713" y="2081351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D47E36F6-991C-D978-38D0-ECA5002C5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9713" y="2081351"/>
                <a:ext cx="658083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35A2A2E5-BC05-B8FB-1246-D7D1A9A68011}"/>
                  </a:ext>
                </a:extLst>
              </p:cNvPr>
              <p:cNvSpPr txBox="1"/>
              <p:nvPr/>
            </p:nvSpPr>
            <p:spPr>
              <a:xfrm>
                <a:off x="9606542" y="1827853"/>
                <a:ext cx="65808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35A2A2E5-BC05-B8FB-1246-D7D1A9A68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542" y="1827853"/>
                <a:ext cx="658083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组合 25">
            <a:extLst>
              <a:ext uri="{FF2B5EF4-FFF2-40B4-BE49-F238E27FC236}">
                <a16:creationId xmlns:a16="http://schemas.microsoft.com/office/drawing/2014/main" id="{1023E466-93B8-8118-01CC-EA29CC6EE04A}"/>
              </a:ext>
            </a:extLst>
          </p:cNvPr>
          <p:cNvGrpSpPr/>
          <p:nvPr/>
        </p:nvGrpSpPr>
        <p:grpSpPr>
          <a:xfrm>
            <a:off x="2638394" y="1054032"/>
            <a:ext cx="592281" cy="1399310"/>
            <a:chOff x="3683381" y="4823232"/>
            <a:chExt cx="592281" cy="139931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494F190-E6EE-CF89-7702-8C884E3C0872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4DA18F3C-0078-8B8B-CDD5-598F4FC057A1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3AD32C16-921F-F99F-C628-582BDDD7F98D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24" name="梯形 23">
                <a:extLst>
                  <a:ext uri="{FF2B5EF4-FFF2-40B4-BE49-F238E27FC236}">
                    <a16:creationId xmlns:a16="http://schemas.microsoft.com/office/drawing/2014/main" id="{556B9567-D063-5A6D-2003-311CDC921202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5" name="梯形 24">
                <a:extLst>
                  <a:ext uri="{FF2B5EF4-FFF2-40B4-BE49-F238E27FC236}">
                    <a16:creationId xmlns:a16="http://schemas.microsoft.com/office/drawing/2014/main" id="{84F56D0B-E282-B5F7-E9DB-A4C25B9A4C3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F7266677-A909-392D-3155-426CE1D5F746}"/>
              </a:ext>
            </a:extLst>
          </p:cNvPr>
          <p:cNvGrpSpPr/>
          <p:nvPr/>
        </p:nvGrpSpPr>
        <p:grpSpPr>
          <a:xfrm>
            <a:off x="3940667" y="1060332"/>
            <a:ext cx="592281" cy="1399310"/>
            <a:chOff x="3683381" y="4823232"/>
            <a:chExt cx="592281" cy="1399310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D691BE78-ED9B-624A-96E7-723C2B1CC607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B284D87D-8ED1-E92B-35AF-565B3FE7DE16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C2CDB912-92F0-FFD4-6773-EC123BEB4FF8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33" name="梯形 32">
                <a:extLst>
                  <a:ext uri="{FF2B5EF4-FFF2-40B4-BE49-F238E27FC236}">
                    <a16:creationId xmlns:a16="http://schemas.microsoft.com/office/drawing/2014/main" id="{C1F299BC-A6FD-9940-D1AF-237FBE47208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" name="梯形 33">
                <a:extLst>
                  <a:ext uri="{FF2B5EF4-FFF2-40B4-BE49-F238E27FC236}">
                    <a16:creationId xmlns:a16="http://schemas.microsoft.com/office/drawing/2014/main" id="{B1828EB5-2D90-6E04-0D47-B230BE42FBBF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8CDE4FC-7FA2-7157-FA12-61973FAB956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934535" y="909747"/>
            <a:ext cx="0" cy="144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EAF70F6-91F8-4C4A-E5EE-0D2869DC1AD5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236808" y="702656"/>
            <a:ext cx="0" cy="357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E64856EF-28E3-CD56-26F8-ABF8332CA817}"/>
              </a:ext>
            </a:extLst>
          </p:cNvPr>
          <p:cNvGrpSpPr/>
          <p:nvPr/>
        </p:nvGrpSpPr>
        <p:grpSpPr>
          <a:xfrm>
            <a:off x="5243803" y="1066460"/>
            <a:ext cx="592281" cy="1399310"/>
            <a:chOff x="3683381" y="4823232"/>
            <a:chExt cx="592281" cy="1399310"/>
          </a:xfrm>
        </p:grpSpPr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B876C21A-99CE-85C2-6049-CDDD4CD748F1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4B86384F-6208-9670-38D0-34B4F9601200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4459EEF2-DC70-7F2E-894F-515E5012C7F3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57" name="梯形 56">
                <a:extLst>
                  <a:ext uri="{FF2B5EF4-FFF2-40B4-BE49-F238E27FC236}">
                    <a16:creationId xmlns:a16="http://schemas.microsoft.com/office/drawing/2014/main" id="{3FDB50E7-E52F-CBAF-6D98-8873D2506541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8" name="梯形 57">
                <a:extLst>
                  <a:ext uri="{FF2B5EF4-FFF2-40B4-BE49-F238E27FC236}">
                    <a16:creationId xmlns:a16="http://schemas.microsoft.com/office/drawing/2014/main" id="{A6E055B1-0D50-09B1-7F99-2256CC89E1D5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66" name="组合 465">
            <a:extLst>
              <a:ext uri="{FF2B5EF4-FFF2-40B4-BE49-F238E27FC236}">
                <a16:creationId xmlns:a16="http://schemas.microsoft.com/office/drawing/2014/main" id="{A79CE183-1A01-F2BE-7900-C5CC4041FEB0}"/>
              </a:ext>
            </a:extLst>
          </p:cNvPr>
          <p:cNvGrpSpPr/>
          <p:nvPr/>
        </p:nvGrpSpPr>
        <p:grpSpPr>
          <a:xfrm>
            <a:off x="6869597" y="1066460"/>
            <a:ext cx="592281" cy="1399310"/>
            <a:chOff x="3683381" y="4823232"/>
            <a:chExt cx="592281" cy="1399310"/>
          </a:xfrm>
        </p:grpSpPr>
        <p:sp>
          <p:nvSpPr>
            <p:cNvPr id="467" name="矩形: 圆角 466">
              <a:extLst>
                <a:ext uri="{FF2B5EF4-FFF2-40B4-BE49-F238E27FC236}">
                  <a16:creationId xmlns:a16="http://schemas.microsoft.com/office/drawing/2014/main" id="{97D654DC-9E9B-8A7D-D668-2589934D7F0F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文本框 467">
              <a:extLst>
                <a:ext uri="{FF2B5EF4-FFF2-40B4-BE49-F238E27FC236}">
                  <a16:creationId xmlns:a16="http://schemas.microsoft.com/office/drawing/2014/main" id="{23946501-3622-A300-BC44-965D31E7FEF0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69" name="组合 468">
              <a:extLst>
                <a:ext uri="{FF2B5EF4-FFF2-40B4-BE49-F238E27FC236}">
                  <a16:creationId xmlns:a16="http://schemas.microsoft.com/office/drawing/2014/main" id="{D875558F-AC40-28D3-B010-5ACBE20978F1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470" name="梯形 469">
                <a:extLst>
                  <a:ext uri="{FF2B5EF4-FFF2-40B4-BE49-F238E27FC236}">
                    <a16:creationId xmlns:a16="http://schemas.microsoft.com/office/drawing/2014/main" id="{01C2A33A-9979-2425-9ED5-56AB1F1D42D5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471" name="梯形 470">
                <a:extLst>
                  <a:ext uri="{FF2B5EF4-FFF2-40B4-BE49-F238E27FC236}">
                    <a16:creationId xmlns:a16="http://schemas.microsoft.com/office/drawing/2014/main" id="{1AD075D7-7BDF-486D-0952-62048DC1B158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76" name="矩形 475">
            <a:extLst>
              <a:ext uri="{FF2B5EF4-FFF2-40B4-BE49-F238E27FC236}">
                <a16:creationId xmlns:a16="http://schemas.microsoft.com/office/drawing/2014/main" id="{3978BAE4-6D8E-09B8-7D7A-BF4CE731F455}"/>
              </a:ext>
            </a:extLst>
          </p:cNvPr>
          <p:cNvSpPr/>
          <p:nvPr/>
        </p:nvSpPr>
        <p:spPr>
          <a:xfrm>
            <a:off x="440616" y="1534159"/>
            <a:ext cx="765994" cy="743980"/>
          </a:xfrm>
          <a:prstGeom prst="rect">
            <a:avLst/>
          </a:prstGeom>
          <a:solidFill>
            <a:srgbClr val="BFBFBF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0B8276D4-5043-B571-BA0D-B8EBEA58753C}"/>
              </a:ext>
            </a:extLst>
          </p:cNvPr>
          <p:cNvSpPr/>
          <p:nvPr/>
        </p:nvSpPr>
        <p:spPr>
          <a:xfrm>
            <a:off x="435560" y="1436501"/>
            <a:ext cx="765994" cy="743980"/>
          </a:xfrm>
          <a:prstGeom prst="rect">
            <a:avLst/>
          </a:prstGeom>
          <a:solidFill>
            <a:srgbClr val="E5B9B5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7BA2AB67-69C3-3671-025E-C5E28C8CB545}"/>
              </a:ext>
            </a:extLst>
          </p:cNvPr>
          <p:cNvSpPr/>
          <p:nvPr/>
        </p:nvSpPr>
        <p:spPr>
          <a:xfrm>
            <a:off x="448260" y="1341317"/>
            <a:ext cx="765994" cy="743980"/>
          </a:xfrm>
          <a:prstGeom prst="rect">
            <a:avLst/>
          </a:prstGeom>
          <a:solidFill>
            <a:srgbClr val="B7DDE8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矩形 478">
            <a:extLst>
              <a:ext uri="{FF2B5EF4-FFF2-40B4-BE49-F238E27FC236}">
                <a16:creationId xmlns:a16="http://schemas.microsoft.com/office/drawing/2014/main" id="{309837C7-F944-F0EB-D203-B290CA8817E5}"/>
              </a:ext>
            </a:extLst>
          </p:cNvPr>
          <p:cNvSpPr/>
          <p:nvPr/>
        </p:nvSpPr>
        <p:spPr>
          <a:xfrm>
            <a:off x="482849" y="1243659"/>
            <a:ext cx="765994" cy="743980"/>
          </a:xfrm>
          <a:prstGeom prst="rect">
            <a:avLst/>
          </a:prstGeom>
          <a:solidFill>
            <a:srgbClr val="FBD7BB"/>
          </a:solidFill>
          <a:ln>
            <a:solidFill>
              <a:schemeClr val="tx1"/>
            </a:solidFill>
          </a:ln>
          <a:scene3d>
            <a:camera prst="isometricOffAxis1Top"/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文本框 480">
            <a:extLst>
              <a:ext uri="{FF2B5EF4-FFF2-40B4-BE49-F238E27FC236}">
                <a16:creationId xmlns:a16="http://schemas.microsoft.com/office/drawing/2014/main" id="{CCBC00CD-B73A-1860-A9A5-BEB509B88059}"/>
              </a:ext>
            </a:extLst>
          </p:cNvPr>
          <p:cNvSpPr txBox="1"/>
          <p:nvPr/>
        </p:nvSpPr>
        <p:spPr>
          <a:xfrm>
            <a:off x="1464650" y="1406330"/>
            <a:ext cx="673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4" name="文本框 493">
            <a:extLst>
              <a:ext uri="{FF2B5EF4-FFF2-40B4-BE49-F238E27FC236}">
                <a16:creationId xmlns:a16="http://schemas.microsoft.com/office/drawing/2014/main" id="{37BD069E-239D-4AEF-AA60-84C2B706249B}"/>
              </a:ext>
            </a:extLst>
          </p:cNvPr>
          <p:cNvSpPr txBox="1"/>
          <p:nvPr/>
        </p:nvSpPr>
        <p:spPr>
          <a:xfrm>
            <a:off x="2155216" y="216708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EFA05449-3CB5-A1A4-4C6C-C711CF710B01}"/>
              </a:ext>
            </a:extLst>
          </p:cNvPr>
          <p:cNvCxnSpPr>
            <a:cxnSpLocks/>
          </p:cNvCxnSpPr>
          <p:nvPr/>
        </p:nvCxnSpPr>
        <p:spPr>
          <a:xfrm flipH="1">
            <a:off x="4409629" y="3506499"/>
            <a:ext cx="1124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0F51506C-68F7-27DE-3EF8-B32AC0D5A912}"/>
              </a:ext>
            </a:extLst>
          </p:cNvPr>
          <p:cNvCxnSpPr>
            <a:cxnSpLocks/>
          </p:cNvCxnSpPr>
          <p:nvPr/>
        </p:nvCxnSpPr>
        <p:spPr>
          <a:xfrm flipH="1">
            <a:off x="6081085" y="3524164"/>
            <a:ext cx="10693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直接箭头连接符 646">
            <a:extLst>
              <a:ext uri="{FF2B5EF4-FFF2-40B4-BE49-F238E27FC236}">
                <a16:creationId xmlns:a16="http://schemas.microsoft.com/office/drawing/2014/main" id="{FC3B5916-9C02-5A57-E06F-BC04DA5A4A0F}"/>
              </a:ext>
            </a:extLst>
          </p:cNvPr>
          <p:cNvCxnSpPr>
            <a:cxnSpLocks/>
          </p:cNvCxnSpPr>
          <p:nvPr/>
        </p:nvCxnSpPr>
        <p:spPr>
          <a:xfrm>
            <a:off x="8651683" y="6036432"/>
            <a:ext cx="2649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矩形: 圆角 647">
            <a:extLst>
              <a:ext uri="{FF2B5EF4-FFF2-40B4-BE49-F238E27FC236}">
                <a16:creationId xmlns:a16="http://schemas.microsoft.com/office/drawing/2014/main" id="{58D1A421-410B-8B36-3E11-12C18A56600A}"/>
              </a:ext>
            </a:extLst>
          </p:cNvPr>
          <p:cNvSpPr/>
          <p:nvPr/>
        </p:nvSpPr>
        <p:spPr>
          <a:xfrm>
            <a:off x="8997930" y="3850945"/>
            <a:ext cx="2927106" cy="998440"/>
          </a:xfrm>
          <a:prstGeom prst="roundRect">
            <a:avLst/>
          </a:prstGeom>
          <a:solidFill>
            <a:srgbClr val="FBE5D6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49" name="组合 648">
            <a:extLst>
              <a:ext uri="{FF2B5EF4-FFF2-40B4-BE49-F238E27FC236}">
                <a16:creationId xmlns:a16="http://schemas.microsoft.com/office/drawing/2014/main" id="{9BCCAB35-4386-C537-A15E-FA031E8150B2}"/>
              </a:ext>
            </a:extLst>
          </p:cNvPr>
          <p:cNvGrpSpPr/>
          <p:nvPr/>
        </p:nvGrpSpPr>
        <p:grpSpPr>
          <a:xfrm>
            <a:off x="9003443" y="5240437"/>
            <a:ext cx="1973581" cy="1617563"/>
            <a:chOff x="6633278" y="1722073"/>
            <a:chExt cx="1491232" cy="1550673"/>
          </a:xfrm>
        </p:grpSpPr>
        <p:sp>
          <p:nvSpPr>
            <p:cNvPr id="650" name="梯形 649">
              <a:extLst>
                <a:ext uri="{FF2B5EF4-FFF2-40B4-BE49-F238E27FC236}">
                  <a16:creationId xmlns:a16="http://schemas.microsoft.com/office/drawing/2014/main" id="{41FD1A88-CD9C-D994-3170-04966CC8AE54}"/>
                </a:ext>
              </a:extLst>
            </p:cNvPr>
            <p:cNvSpPr/>
            <p:nvPr/>
          </p:nvSpPr>
          <p:spPr>
            <a:xfrm rot="16200000">
              <a:off x="6603557" y="1751794"/>
              <a:ext cx="1550673" cy="1491232"/>
            </a:xfrm>
            <a:prstGeom prst="trapezoid">
              <a:avLst>
                <a:gd name="adj" fmla="val 26386"/>
              </a:avLst>
            </a:prstGeom>
            <a:solidFill>
              <a:srgbClr val="EAC7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1" name="文本框 650">
              <a:extLst>
                <a:ext uri="{FF2B5EF4-FFF2-40B4-BE49-F238E27FC236}">
                  <a16:creationId xmlns:a16="http://schemas.microsoft.com/office/drawing/2014/main" id="{48418F2E-2003-ED33-3A84-CF606AD9D39C}"/>
                </a:ext>
              </a:extLst>
            </p:cNvPr>
            <p:cNvSpPr txBox="1"/>
            <p:nvPr/>
          </p:nvSpPr>
          <p:spPr>
            <a:xfrm>
              <a:off x="6986607" y="2332425"/>
              <a:ext cx="11107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Decoder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52" name="文本框 651">
            <a:extLst>
              <a:ext uri="{FF2B5EF4-FFF2-40B4-BE49-F238E27FC236}">
                <a16:creationId xmlns:a16="http://schemas.microsoft.com/office/drawing/2014/main" id="{60426EDE-1DC3-9309-92F7-25D74DEBDECC}"/>
              </a:ext>
            </a:extLst>
          </p:cNvPr>
          <p:cNvSpPr txBox="1"/>
          <p:nvPr/>
        </p:nvSpPr>
        <p:spPr>
          <a:xfrm>
            <a:off x="9102102" y="4050642"/>
            <a:ext cx="20149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i="0" dirty="0">
                <a:solidFill>
                  <a:srgbClr val="24292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Adaptive Multi-Scale Feature Fusion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3" name="直接箭头连接符 652">
            <a:extLst>
              <a:ext uri="{FF2B5EF4-FFF2-40B4-BE49-F238E27FC236}">
                <a16:creationId xmlns:a16="http://schemas.microsoft.com/office/drawing/2014/main" id="{D067F279-3005-E2C3-652B-8224454A04FC}"/>
              </a:ext>
            </a:extLst>
          </p:cNvPr>
          <p:cNvCxnSpPr>
            <a:cxnSpLocks/>
          </p:cNvCxnSpPr>
          <p:nvPr/>
        </p:nvCxnSpPr>
        <p:spPr>
          <a:xfrm flipV="1">
            <a:off x="9857720" y="4849384"/>
            <a:ext cx="0" cy="6355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直接箭头连接符 653">
            <a:extLst>
              <a:ext uri="{FF2B5EF4-FFF2-40B4-BE49-F238E27FC236}">
                <a16:creationId xmlns:a16="http://schemas.microsoft.com/office/drawing/2014/main" id="{2F7C542B-6807-E3B7-E1EC-F8B40ECF4F01}"/>
              </a:ext>
            </a:extLst>
          </p:cNvPr>
          <p:cNvCxnSpPr>
            <a:cxnSpLocks/>
          </p:cNvCxnSpPr>
          <p:nvPr/>
        </p:nvCxnSpPr>
        <p:spPr>
          <a:xfrm>
            <a:off x="10102830" y="4849384"/>
            <a:ext cx="0" cy="5797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直接箭头连接符 654">
            <a:extLst>
              <a:ext uri="{FF2B5EF4-FFF2-40B4-BE49-F238E27FC236}">
                <a16:creationId xmlns:a16="http://schemas.microsoft.com/office/drawing/2014/main" id="{4BE430CE-45FF-D146-8974-269B604A4A89}"/>
              </a:ext>
            </a:extLst>
          </p:cNvPr>
          <p:cNvCxnSpPr>
            <a:cxnSpLocks/>
          </p:cNvCxnSpPr>
          <p:nvPr/>
        </p:nvCxnSpPr>
        <p:spPr>
          <a:xfrm>
            <a:off x="10971510" y="6049217"/>
            <a:ext cx="3873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6" name="文本框 655">
            <a:extLst>
              <a:ext uri="{FF2B5EF4-FFF2-40B4-BE49-F238E27FC236}">
                <a16:creationId xmlns:a16="http://schemas.microsoft.com/office/drawing/2014/main" id="{83688D89-354D-F52B-BC2B-50E85865B7E0}"/>
              </a:ext>
            </a:extLst>
          </p:cNvPr>
          <p:cNvSpPr txBox="1"/>
          <p:nvPr/>
        </p:nvSpPr>
        <p:spPr>
          <a:xfrm>
            <a:off x="11353393" y="5864551"/>
            <a:ext cx="751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57" name="组合 656">
            <a:extLst>
              <a:ext uri="{FF2B5EF4-FFF2-40B4-BE49-F238E27FC236}">
                <a16:creationId xmlns:a16="http://schemas.microsoft.com/office/drawing/2014/main" id="{74A0117E-70F2-686A-AB42-A18D7BF39DC5}"/>
              </a:ext>
            </a:extLst>
          </p:cNvPr>
          <p:cNvGrpSpPr/>
          <p:nvPr/>
        </p:nvGrpSpPr>
        <p:grpSpPr>
          <a:xfrm>
            <a:off x="11137568" y="4072490"/>
            <a:ext cx="652372" cy="584077"/>
            <a:chOff x="7477420" y="4652979"/>
            <a:chExt cx="1329840" cy="1057193"/>
          </a:xfrm>
        </p:grpSpPr>
        <p:sp>
          <p:nvSpPr>
            <p:cNvPr id="658" name="立方体 657">
              <a:extLst>
                <a:ext uri="{FF2B5EF4-FFF2-40B4-BE49-F238E27FC236}">
                  <a16:creationId xmlns:a16="http://schemas.microsoft.com/office/drawing/2014/main" id="{AC31BAB5-231F-09B1-408E-B95C97691388}"/>
                </a:ext>
              </a:extLst>
            </p:cNvPr>
            <p:cNvSpPr/>
            <p:nvPr/>
          </p:nvSpPr>
          <p:spPr>
            <a:xfrm>
              <a:off x="7477421" y="5312685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9" name="立方体 658">
              <a:extLst>
                <a:ext uri="{FF2B5EF4-FFF2-40B4-BE49-F238E27FC236}">
                  <a16:creationId xmlns:a16="http://schemas.microsoft.com/office/drawing/2014/main" id="{A2968DAF-4422-292D-5F51-4E5337607A70}"/>
                </a:ext>
              </a:extLst>
            </p:cNvPr>
            <p:cNvSpPr/>
            <p:nvPr/>
          </p:nvSpPr>
          <p:spPr>
            <a:xfrm>
              <a:off x="7477421" y="5108196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0" name="立方体 659">
              <a:extLst>
                <a:ext uri="{FF2B5EF4-FFF2-40B4-BE49-F238E27FC236}">
                  <a16:creationId xmlns:a16="http://schemas.microsoft.com/office/drawing/2014/main" id="{3FD377D9-1F99-A6EB-8773-FB319FE6C8F9}"/>
                </a:ext>
              </a:extLst>
            </p:cNvPr>
            <p:cNvSpPr/>
            <p:nvPr/>
          </p:nvSpPr>
          <p:spPr>
            <a:xfrm>
              <a:off x="7477420" y="4875271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1" name="立方体 660">
              <a:extLst>
                <a:ext uri="{FF2B5EF4-FFF2-40B4-BE49-F238E27FC236}">
                  <a16:creationId xmlns:a16="http://schemas.microsoft.com/office/drawing/2014/main" id="{E44950A1-9AA7-D127-496C-33962159935F}"/>
                </a:ext>
              </a:extLst>
            </p:cNvPr>
            <p:cNvSpPr/>
            <p:nvPr/>
          </p:nvSpPr>
          <p:spPr>
            <a:xfrm>
              <a:off x="7477421" y="4652979"/>
              <a:ext cx="1329839" cy="397487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B01C1D6B-1429-F202-6E95-29AE5E3750C3}"/>
              </a:ext>
            </a:extLst>
          </p:cNvPr>
          <p:cNvCxnSpPr/>
          <p:nvPr/>
        </p:nvCxnSpPr>
        <p:spPr>
          <a:xfrm>
            <a:off x="8404791" y="702656"/>
            <a:ext cx="0" cy="25829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10160586-6C03-CA27-D586-28497FF66738}"/>
              </a:ext>
            </a:extLst>
          </p:cNvPr>
          <p:cNvCxnSpPr>
            <a:cxnSpLocks/>
          </p:cNvCxnSpPr>
          <p:nvPr/>
        </p:nvCxnSpPr>
        <p:spPr>
          <a:xfrm>
            <a:off x="8140631" y="909747"/>
            <a:ext cx="0" cy="2385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6F47C220-243E-6EAA-F5C8-7B0E19EEF1CB}"/>
              </a:ext>
            </a:extLst>
          </p:cNvPr>
          <p:cNvCxnSpPr/>
          <p:nvPr/>
        </p:nvCxnSpPr>
        <p:spPr>
          <a:xfrm>
            <a:off x="8651683" y="530247"/>
            <a:ext cx="0" cy="27645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0550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DD5DB-13BD-FBEA-9817-A9CF8BF2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99F3FBF3-4CC5-E184-4763-9928816F9E3D}"/>
              </a:ext>
            </a:extLst>
          </p:cNvPr>
          <p:cNvCxnSpPr>
            <a:cxnSpLocks/>
            <a:stCxn id="3" idx="2"/>
            <a:endCxn id="43" idx="0"/>
          </p:cNvCxnSpPr>
          <p:nvPr/>
        </p:nvCxnSpPr>
        <p:spPr>
          <a:xfrm flipH="1">
            <a:off x="2933373" y="2453342"/>
            <a:ext cx="1162" cy="2034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B08E0C97-B058-847F-55A1-BA092D4185EF}"/>
              </a:ext>
            </a:extLst>
          </p:cNvPr>
          <p:cNvCxnSpPr>
            <a:cxnSpLocks/>
            <a:stCxn id="3" idx="3"/>
            <a:endCxn id="30" idx="1"/>
          </p:cNvCxnSpPr>
          <p:nvPr/>
        </p:nvCxnSpPr>
        <p:spPr>
          <a:xfrm>
            <a:off x="3230675" y="1753687"/>
            <a:ext cx="709992" cy="6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6003028E-5B18-1017-CA82-C060B1006F5C}"/>
              </a:ext>
            </a:extLst>
          </p:cNvPr>
          <p:cNvCxnSpPr>
            <a:cxnSpLocks/>
          </p:cNvCxnSpPr>
          <p:nvPr/>
        </p:nvCxnSpPr>
        <p:spPr>
          <a:xfrm>
            <a:off x="1442676" y="1771985"/>
            <a:ext cx="1208565" cy="73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6B0FAF4-C473-24E0-75C4-8813BD154CED}"/>
              </a:ext>
            </a:extLst>
          </p:cNvPr>
          <p:cNvSpPr/>
          <p:nvPr/>
        </p:nvSpPr>
        <p:spPr>
          <a:xfrm>
            <a:off x="2390215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39C8E66-372E-DF74-9C45-CBD98FD56A0B}"/>
              </a:ext>
            </a:extLst>
          </p:cNvPr>
          <p:cNvCxnSpPr>
            <a:cxnSpLocks/>
            <a:stCxn id="30" idx="2"/>
            <a:endCxn id="193" idx="0"/>
          </p:cNvCxnSpPr>
          <p:nvPr/>
        </p:nvCxnSpPr>
        <p:spPr>
          <a:xfrm>
            <a:off x="4236808" y="2459642"/>
            <a:ext cx="60" cy="201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AD7D0F24-13D8-190D-51A9-29E84DB4A90E}"/>
              </a:ext>
            </a:extLst>
          </p:cNvPr>
          <p:cNvSpPr/>
          <p:nvPr/>
        </p:nvSpPr>
        <p:spPr>
          <a:xfrm>
            <a:off x="3693710" y="266145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4EC4BD26-5502-B620-DECA-CFE2A4435CA8}"/>
              </a:ext>
            </a:extLst>
          </p:cNvPr>
          <p:cNvCxnSpPr>
            <a:cxnSpLocks/>
            <a:stCxn id="54" idx="2"/>
            <a:endCxn id="225" idx="0"/>
          </p:cNvCxnSpPr>
          <p:nvPr/>
        </p:nvCxnSpPr>
        <p:spPr>
          <a:xfrm flipH="1">
            <a:off x="5537928" y="2465770"/>
            <a:ext cx="2016" cy="1910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4F43E0A9-0DC9-2E74-BA4E-27835C535E92}"/>
              </a:ext>
            </a:extLst>
          </p:cNvPr>
          <p:cNvCxnSpPr>
            <a:cxnSpLocks/>
            <a:endCxn id="232" idx="0"/>
          </p:cNvCxnSpPr>
          <p:nvPr/>
        </p:nvCxnSpPr>
        <p:spPr>
          <a:xfrm>
            <a:off x="7150392" y="2468125"/>
            <a:ext cx="2434" cy="1918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8D51A4E8-3A8C-D633-5FA7-DBCE9B586EA7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>
            <a:off x="4532948" y="1759987"/>
            <a:ext cx="710855" cy="61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BDC513F6-F4F3-E34D-885E-41D340325F5A}"/>
              </a:ext>
            </a:extLst>
          </p:cNvPr>
          <p:cNvCxnSpPr>
            <a:cxnSpLocks/>
          </p:cNvCxnSpPr>
          <p:nvPr/>
        </p:nvCxnSpPr>
        <p:spPr>
          <a:xfrm>
            <a:off x="5830417" y="1765989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330918CA-46B2-227B-108C-8E6F75CE7A42}"/>
              </a:ext>
            </a:extLst>
          </p:cNvPr>
          <p:cNvSpPr/>
          <p:nvPr/>
        </p:nvSpPr>
        <p:spPr>
          <a:xfrm>
            <a:off x="2099045" y="142761"/>
            <a:ext cx="5841139" cy="288528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39E502D2-DC92-488C-594C-FBBCDE3E59C6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933372" y="2945929"/>
            <a:ext cx="1" cy="566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13579D4D-C574-B01C-A313-CDB131878D08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930938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6C71DF0E-7B0D-F293-2679-5F481E579B73}"/>
              </a:ext>
            </a:extLst>
          </p:cNvPr>
          <p:cNvSpPr/>
          <p:nvPr/>
        </p:nvSpPr>
        <p:spPr>
          <a:xfrm>
            <a:off x="3280791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EC1EA934-909F-4C69-C66B-4D761796ACAB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 flipV="1">
            <a:off x="3819085" y="3281570"/>
            <a:ext cx="355522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5533F2F4-7E97-DB42-24F0-9C012C5DC798}"/>
              </a:ext>
            </a:extLst>
          </p:cNvPr>
          <p:cNvCxnSpPr>
            <a:cxnSpLocks/>
          </p:cNvCxnSpPr>
          <p:nvPr/>
        </p:nvCxnSpPr>
        <p:spPr>
          <a:xfrm>
            <a:off x="4247960" y="2952750"/>
            <a:ext cx="0" cy="2314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FB04D5A1-3DEF-4973-C91B-5414C3C5D880}"/>
              </a:ext>
            </a:extLst>
          </p:cNvPr>
          <p:cNvGrpSpPr/>
          <p:nvPr/>
        </p:nvGrpSpPr>
        <p:grpSpPr>
          <a:xfrm>
            <a:off x="4174607" y="3184178"/>
            <a:ext cx="146706" cy="170019"/>
            <a:chOff x="3044767" y="2807959"/>
            <a:chExt cx="146706" cy="170019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B925D272-3722-F811-95CE-392BF86A3574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1A46B43D-37D8-3926-B3D1-96797B0A04CC}"/>
                </a:ext>
              </a:extLst>
            </p:cNvPr>
            <p:cNvCxnSpPr>
              <a:cxnSpLocks/>
              <a:endCxn id="422" idx="4"/>
            </p:cNvCxnSpPr>
            <p:nvPr/>
          </p:nvCxnSpPr>
          <p:spPr>
            <a:xfrm>
              <a:off x="3118120" y="2807959"/>
              <a:ext cx="0" cy="1700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20560D30-7CEB-38E2-D492-E1E1BA1CAF93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32EF8E06-0302-BF8F-5843-92EAA6CEB593}"/>
              </a:ext>
            </a:extLst>
          </p:cNvPr>
          <p:cNvCxnSpPr>
            <a:cxnSpLocks/>
          </p:cNvCxnSpPr>
          <p:nvPr/>
        </p:nvCxnSpPr>
        <p:spPr>
          <a:xfrm flipH="1">
            <a:off x="2930938" y="3506499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51FB6998-EF1E-3C59-ACDE-81AB36774597}"/>
              </a:ext>
            </a:extLst>
          </p:cNvPr>
          <p:cNvCxnSpPr>
            <a:endCxn id="422" idx="4"/>
          </p:cNvCxnSpPr>
          <p:nvPr/>
        </p:nvCxnSpPr>
        <p:spPr>
          <a:xfrm flipV="1">
            <a:off x="4247960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76123972-768B-DBA0-2242-0E36F5AA8B24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317594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2D9B4492-3782-4A8B-4098-F7C4FC4B6E4A}"/>
              </a:ext>
            </a:extLst>
          </p:cNvPr>
          <p:cNvSpPr/>
          <p:nvPr/>
        </p:nvSpPr>
        <p:spPr>
          <a:xfrm>
            <a:off x="4667447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ACC34263-F792-95A3-94C2-EBDC7403ADCD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 flipV="1">
            <a:off x="5205741" y="3281570"/>
            <a:ext cx="25518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9BB6899B-DDEA-DDDE-1D62-EB8E94E41DF1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534277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AC2FFA7A-4DCC-8BBB-4A46-8C4395AB52C0}"/>
              </a:ext>
            </a:extLst>
          </p:cNvPr>
          <p:cNvGrpSpPr/>
          <p:nvPr/>
        </p:nvGrpSpPr>
        <p:grpSpPr>
          <a:xfrm>
            <a:off x="5460924" y="3208943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953A7BFC-EE2B-3128-1B93-E3BF4BB07DA0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182D3DC8-FA39-5A22-4D92-717A4A068C64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2DE87D6C-0F4C-C2CB-63FC-7A7F5AD7ECEC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B2A5EC5C-BF51-C6D7-9053-C5B85567EDB7}"/>
              </a:ext>
            </a:extLst>
          </p:cNvPr>
          <p:cNvCxnSpPr>
            <a:endCxn id="456" idx="4"/>
          </p:cNvCxnSpPr>
          <p:nvPr/>
        </p:nvCxnSpPr>
        <p:spPr>
          <a:xfrm flipV="1">
            <a:off x="5534277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84B04FC3-CE5E-C493-CB12-F939ABC37E5F}"/>
              </a:ext>
            </a:extLst>
          </p:cNvPr>
          <p:cNvCxnSpPr>
            <a:cxnSpLocks/>
          </p:cNvCxnSpPr>
          <p:nvPr/>
        </p:nvCxnSpPr>
        <p:spPr>
          <a:xfrm>
            <a:off x="4412173" y="3281570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AA5494AD-1EB5-DBF7-F052-5517365E5CDF}"/>
              </a:ext>
            </a:extLst>
          </p:cNvPr>
          <p:cNvSpPr/>
          <p:nvPr/>
        </p:nvSpPr>
        <p:spPr>
          <a:xfrm>
            <a:off x="6387143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3DAE61EF-EAAC-2EAD-F0F1-4238A3B0E4DD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 flipV="1">
            <a:off x="6925437" y="3290543"/>
            <a:ext cx="151602" cy="27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0D4C1FED-F67C-4A50-00F6-2C911920DADA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150392" y="2893182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D69BF660-1267-AC9E-720D-E0EF74A9CBF6}"/>
              </a:ext>
            </a:extLst>
          </p:cNvPr>
          <p:cNvGrpSpPr/>
          <p:nvPr/>
        </p:nvGrpSpPr>
        <p:grpSpPr>
          <a:xfrm>
            <a:off x="7077039" y="3217916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9E4B0C52-942B-F5AE-C6BE-E41953CF05F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7F332930-2737-EC25-4ECE-FA8CC1C75672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A5F08894-2AC6-F63C-46EC-F20AABAB00C7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DDF2D6E9-60C2-C490-91BB-55CE01A23A97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150392" y="3363170"/>
            <a:ext cx="0" cy="1609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73D6E673-E414-24FC-AD8E-4C02386B7457}"/>
              </a:ext>
            </a:extLst>
          </p:cNvPr>
          <p:cNvCxnSpPr>
            <a:cxnSpLocks/>
          </p:cNvCxnSpPr>
          <p:nvPr/>
        </p:nvCxnSpPr>
        <p:spPr>
          <a:xfrm>
            <a:off x="6085943" y="3337540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B7C8D49B-A884-0D7C-CD78-940F6FDC4EAC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218712" y="3290542"/>
            <a:ext cx="168431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20390B32-1E84-27F6-84C2-A4B106328076}"/>
              </a:ext>
            </a:extLst>
          </p:cNvPr>
          <p:cNvSpPr txBox="1"/>
          <p:nvPr/>
        </p:nvSpPr>
        <p:spPr>
          <a:xfrm>
            <a:off x="6118751" y="147915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48AB36C1-73BF-365A-98B4-B65C42B2492A}"/>
              </a:ext>
            </a:extLst>
          </p:cNvPr>
          <p:cNvCxnSpPr>
            <a:cxnSpLocks/>
          </p:cNvCxnSpPr>
          <p:nvPr/>
        </p:nvCxnSpPr>
        <p:spPr>
          <a:xfrm>
            <a:off x="6462234" y="1759847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3918CE0A-6C71-BDF2-C274-6628F810E1A8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607630" y="3281570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79ADD754-F25D-BCA3-6F9C-2CE374F98B49}"/>
              </a:ext>
            </a:extLst>
          </p:cNvPr>
          <p:cNvSpPr txBox="1"/>
          <p:nvPr/>
        </p:nvSpPr>
        <p:spPr>
          <a:xfrm>
            <a:off x="5900837" y="3013344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3882BF89-DBE7-AF10-F499-72471492830F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>
            <a:off x="7223745" y="3290543"/>
            <a:ext cx="193525" cy="27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DF744599-321E-E12C-D7DF-161F7A60C9F6}"/>
              </a:ext>
            </a:extLst>
          </p:cNvPr>
          <p:cNvSpPr/>
          <p:nvPr/>
        </p:nvSpPr>
        <p:spPr>
          <a:xfrm>
            <a:off x="7417270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30BBB06B-12F6-81E6-4A08-AD2B6AC71B62}"/>
              </a:ext>
            </a:extLst>
          </p:cNvPr>
          <p:cNvSpPr txBox="1"/>
          <p:nvPr/>
        </p:nvSpPr>
        <p:spPr>
          <a:xfrm>
            <a:off x="8222976" y="3259681"/>
            <a:ext cx="61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矩形 533">
            <a:extLst>
              <a:ext uri="{FF2B5EF4-FFF2-40B4-BE49-F238E27FC236}">
                <a16:creationId xmlns:a16="http://schemas.microsoft.com/office/drawing/2014/main" id="{78B8AD4E-9518-8492-BC9E-5BD2F818A855}"/>
              </a:ext>
            </a:extLst>
          </p:cNvPr>
          <p:cNvSpPr/>
          <p:nvPr/>
        </p:nvSpPr>
        <p:spPr>
          <a:xfrm rot="16200000">
            <a:off x="9570635" y="2133648"/>
            <a:ext cx="143094" cy="1147652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5" name="矩形 534">
            <a:extLst>
              <a:ext uri="{FF2B5EF4-FFF2-40B4-BE49-F238E27FC236}">
                <a16:creationId xmlns:a16="http://schemas.microsoft.com/office/drawing/2014/main" id="{88769674-1B0B-3F4A-D1A3-F9AD820EF920}"/>
              </a:ext>
            </a:extLst>
          </p:cNvPr>
          <p:cNvSpPr/>
          <p:nvPr/>
        </p:nvSpPr>
        <p:spPr>
          <a:xfrm rot="16200000">
            <a:off x="9570636" y="2141913"/>
            <a:ext cx="143094" cy="661247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998C2DFF-3AEF-4C82-E38B-0CBE229409B3}"/>
              </a:ext>
            </a:extLst>
          </p:cNvPr>
          <p:cNvSpPr/>
          <p:nvPr/>
        </p:nvSpPr>
        <p:spPr>
          <a:xfrm rot="16200000">
            <a:off x="9559922" y="2032073"/>
            <a:ext cx="143094" cy="358750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7" name="矩形 536">
            <a:extLst>
              <a:ext uri="{FF2B5EF4-FFF2-40B4-BE49-F238E27FC236}">
                <a16:creationId xmlns:a16="http://schemas.microsoft.com/office/drawing/2014/main" id="{643FCE7F-2E1A-FCCF-7B8A-E9113E13A7CA}"/>
              </a:ext>
            </a:extLst>
          </p:cNvPr>
          <p:cNvSpPr/>
          <p:nvPr/>
        </p:nvSpPr>
        <p:spPr>
          <a:xfrm rot="16200000">
            <a:off x="9555185" y="1897952"/>
            <a:ext cx="143094" cy="179373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FDD041CF-5CCB-CB81-6A40-2753C158B917}"/>
              </a:ext>
            </a:extLst>
          </p:cNvPr>
          <p:cNvCxnSpPr>
            <a:cxnSpLocks/>
          </p:cNvCxnSpPr>
          <p:nvPr/>
        </p:nvCxnSpPr>
        <p:spPr>
          <a:xfrm>
            <a:off x="7951754" y="3290542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B7B64B79-F423-97F5-00AD-A3C0290392A0}"/>
              </a:ext>
            </a:extLst>
          </p:cNvPr>
          <p:cNvCxnSpPr>
            <a:cxnSpLocks/>
          </p:cNvCxnSpPr>
          <p:nvPr/>
        </p:nvCxnSpPr>
        <p:spPr>
          <a:xfrm flipH="1">
            <a:off x="2930938" y="911009"/>
            <a:ext cx="520969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F7401EFD-9B46-98A0-30E3-27C339E02828}"/>
              </a:ext>
            </a:extLst>
          </p:cNvPr>
          <p:cNvGrpSpPr/>
          <p:nvPr/>
        </p:nvGrpSpPr>
        <p:grpSpPr>
          <a:xfrm>
            <a:off x="8067031" y="2639560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04C5630C-60C1-33D4-96C3-319AF7D98DD5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D59FF073-38AD-BD28-9795-85B98B1C48C8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5C72A273-4978-B923-716B-F47698075AD6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E4A81818-F05A-1CD0-4793-D2BFE72197C8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 flipV="1">
            <a:off x="8213737" y="2707474"/>
            <a:ext cx="854619" cy="47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1FEB77E8-D551-4254-9979-3AC1BDD0A692}"/>
              </a:ext>
            </a:extLst>
          </p:cNvPr>
          <p:cNvCxnSpPr>
            <a:cxnSpLocks/>
          </p:cNvCxnSpPr>
          <p:nvPr/>
        </p:nvCxnSpPr>
        <p:spPr>
          <a:xfrm flipH="1">
            <a:off x="4236808" y="702656"/>
            <a:ext cx="41679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006C97CD-D59F-D5EE-74D1-4DB57AE497A5}"/>
              </a:ext>
            </a:extLst>
          </p:cNvPr>
          <p:cNvGrpSpPr/>
          <p:nvPr/>
        </p:nvGrpSpPr>
        <p:grpSpPr>
          <a:xfrm>
            <a:off x="8330142" y="2395498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1928E21F-C84C-135C-D7C0-B91D4ED56F8D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159D360B-A8AF-84CF-245C-1FC42620B229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0BEABC5E-C570-3500-7918-20405E8DD5C2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149EDD91-9C6B-1596-481D-5A258C47C625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476848" y="2468125"/>
            <a:ext cx="834712" cy="44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C1ACCCD0-C607-9AFD-D1FC-6E04F90F9F52}"/>
              </a:ext>
            </a:extLst>
          </p:cNvPr>
          <p:cNvCxnSpPr>
            <a:cxnSpLocks/>
          </p:cNvCxnSpPr>
          <p:nvPr/>
        </p:nvCxnSpPr>
        <p:spPr>
          <a:xfrm flipV="1">
            <a:off x="5534277" y="523759"/>
            <a:ext cx="0" cy="1140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E0BA0936-573B-D377-079A-10D3A2264D70}"/>
              </a:ext>
            </a:extLst>
          </p:cNvPr>
          <p:cNvCxnSpPr>
            <a:cxnSpLocks/>
          </p:cNvCxnSpPr>
          <p:nvPr/>
        </p:nvCxnSpPr>
        <p:spPr>
          <a:xfrm flipH="1">
            <a:off x="5537927" y="525930"/>
            <a:ext cx="31137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F960B96D-5582-0D69-9162-79B516EFCC24}"/>
              </a:ext>
            </a:extLst>
          </p:cNvPr>
          <p:cNvGrpSpPr/>
          <p:nvPr/>
        </p:nvGrpSpPr>
        <p:grpSpPr>
          <a:xfrm>
            <a:off x="8579149" y="2131523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CFBEBC35-B19B-953F-C5B5-33FC097DD0C9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BADAD629-7951-A289-1B02-323C63561F1C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8C8C7507-198B-47D8-D2AD-1765FDE2C299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C5F6EEF0-5CAA-49E1-0DB7-AAD5AFD7BF40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725855" y="2204150"/>
            <a:ext cx="726239" cy="72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3B5F3289-24E5-0446-995F-31D40492AF98}"/>
              </a:ext>
            </a:extLst>
          </p:cNvPr>
          <p:cNvCxnSpPr>
            <a:cxnSpLocks/>
            <a:endCxn id="467" idx="3"/>
          </p:cNvCxnSpPr>
          <p:nvPr/>
        </p:nvCxnSpPr>
        <p:spPr>
          <a:xfrm flipH="1" flipV="1">
            <a:off x="7461878" y="1766115"/>
            <a:ext cx="1469347" cy="11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AD91865B-7CFD-E8CB-1EBB-8CD1A05A7B57}"/>
              </a:ext>
            </a:extLst>
          </p:cNvPr>
          <p:cNvCxnSpPr>
            <a:cxnSpLocks/>
          </p:cNvCxnSpPr>
          <p:nvPr/>
        </p:nvCxnSpPr>
        <p:spPr>
          <a:xfrm flipH="1">
            <a:off x="8911833" y="1771985"/>
            <a:ext cx="16601" cy="15185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79E2F82B-D1BD-66BB-D188-64B7D9926995}"/>
              </a:ext>
            </a:extLst>
          </p:cNvPr>
          <p:cNvGrpSpPr/>
          <p:nvPr/>
        </p:nvGrpSpPr>
        <p:grpSpPr>
          <a:xfrm>
            <a:off x="8851224" y="1912079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353DCBAD-127A-1700-5817-A0EEEBA75CE8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264FE1C6-7CFC-B735-6D99-2986ADA89894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C52F68BC-0F9F-208A-D9DF-CD5FB14EA35F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0F43BB66-9C1F-DF8A-FEE7-0279B5B15ED9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97930" y="1984706"/>
            <a:ext cx="539116" cy="29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97C44121-C97A-06D1-000F-8B3CE765CE3C}"/>
                  </a:ext>
                </a:extLst>
              </p:cNvPr>
              <p:cNvSpPr txBox="1"/>
              <p:nvPr/>
            </p:nvSpPr>
            <p:spPr>
              <a:xfrm>
                <a:off x="10183036" y="2515198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1" name="文本框 640">
                <a:extLst>
                  <a:ext uri="{FF2B5EF4-FFF2-40B4-BE49-F238E27FC236}">
                    <a16:creationId xmlns:a16="http://schemas.microsoft.com/office/drawing/2014/main" id="{97C44121-C97A-06D1-000F-8B3CE765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3036" y="2515198"/>
                <a:ext cx="658083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D253C464-8572-A953-3CD6-0614B262B3F9}"/>
                  </a:ext>
                </a:extLst>
              </p:cNvPr>
              <p:cNvSpPr txBox="1"/>
              <p:nvPr/>
            </p:nvSpPr>
            <p:spPr>
              <a:xfrm>
                <a:off x="9952051" y="2275975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4" name="文本框 643">
                <a:extLst>
                  <a:ext uri="{FF2B5EF4-FFF2-40B4-BE49-F238E27FC236}">
                    <a16:creationId xmlns:a16="http://schemas.microsoft.com/office/drawing/2014/main" id="{D253C464-8572-A953-3CD6-0614B262B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2051" y="2275975"/>
                <a:ext cx="658083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3080E7E9-45FE-F4E2-5D9B-6DA0E8E84AC5}"/>
                  </a:ext>
                </a:extLst>
              </p:cNvPr>
              <p:cNvSpPr txBox="1"/>
              <p:nvPr/>
            </p:nvSpPr>
            <p:spPr>
              <a:xfrm>
                <a:off x="9771153" y="203055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5" name="文本框 644">
                <a:extLst>
                  <a:ext uri="{FF2B5EF4-FFF2-40B4-BE49-F238E27FC236}">
                    <a16:creationId xmlns:a16="http://schemas.microsoft.com/office/drawing/2014/main" id="{3080E7E9-45FE-F4E2-5D9B-6DA0E8E84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1153" y="2030551"/>
                <a:ext cx="658083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B961EE7E-E769-F12B-BBE1-B9EA62010C76}"/>
                  </a:ext>
                </a:extLst>
              </p:cNvPr>
              <p:cNvSpPr txBox="1"/>
              <p:nvPr/>
            </p:nvSpPr>
            <p:spPr>
              <a:xfrm>
                <a:off x="9697982" y="1777053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𝑒𝑎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6" name="文本框 645">
                <a:extLst>
                  <a:ext uri="{FF2B5EF4-FFF2-40B4-BE49-F238E27FC236}">
                    <a16:creationId xmlns:a16="http://schemas.microsoft.com/office/drawing/2014/main" id="{B961EE7E-E769-F12B-BBE1-B9EA62010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7982" y="1777053"/>
                <a:ext cx="658083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组合 25">
            <a:extLst>
              <a:ext uri="{FF2B5EF4-FFF2-40B4-BE49-F238E27FC236}">
                <a16:creationId xmlns:a16="http://schemas.microsoft.com/office/drawing/2014/main" id="{1807F4BB-8DC3-FC9F-0523-CF76A2B6D86F}"/>
              </a:ext>
            </a:extLst>
          </p:cNvPr>
          <p:cNvGrpSpPr/>
          <p:nvPr/>
        </p:nvGrpSpPr>
        <p:grpSpPr>
          <a:xfrm>
            <a:off x="2638394" y="1054032"/>
            <a:ext cx="592281" cy="1399310"/>
            <a:chOff x="3683381" y="4823232"/>
            <a:chExt cx="592281" cy="139931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AC08036A-5E36-7F5C-1859-DD786DD98A95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CC2ED0C-FD82-FC01-EC4D-802AFC2505AF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49ABCD2C-4B62-AE1C-6E74-0FF1B9E2D8B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24" name="梯形 23">
                <a:extLst>
                  <a:ext uri="{FF2B5EF4-FFF2-40B4-BE49-F238E27FC236}">
                    <a16:creationId xmlns:a16="http://schemas.microsoft.com/office/drawing/2014/main" id="{A3B6490A-D4B5-DD9B-5F5B-49D8EA0CE3F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5" name="梯形 24">
                <a:extLst>
                  <a:ext uri="{FF2B5EF4-FFF2-40B4-BE49-F238E27FC236}">
                    <a16:creationId xmlns:a16="http://schemas.microsoft.com/office/drawing/2014/main" id="{17A02064-9DF2-4293-331B-439C8000CCF2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A1C72F8-8CC8-7C4E-6E1D-0F204F550F60}"/>
              </a:ext>
            </a:extLst>
          </p:cNvPr>
          <p:cNvGrpSpPr/>
          <p:nvPr/>
        </p:nvGrpSpPr>
        <p:grpSpPr>
          <a:xfrm>
            <a:off x="3940667" y="1060332"/>
            <a:ext cx="592281" cy="1399310"/>
            <a:chOff x="3683381" y="4823232"/>
            <a:chExt cx="592281" cy="1399310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B50D2C81-3C61-D7A1-0181-C28B791D9093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0C63F106-558C-9E80-934D-13EDCD8604CD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B74A5A3-6F5C-1FD7-DE5A-5F18AE5C4FDB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33" name="梯形 32">
                <a:extLst>
                  <a:ext uri="{FF2B5EF4-FFF2-40B4-BE49-F238E27FC236}">
                    <a16:creationId xmlns:a16="http://schemas.microsoft.com/office/drawing/2014/main" id="{3B02A3EF-E896-8233-F742-2BB5E42001FC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" name="梯形 33">
                <a:extLst>
                  <a:ext uri="{FF2B5EF4-FFF2-40B4-BE49-F238E27FC236}">
                    <a16:creationId xmlns:a16="http://schemas.microsoft.com/office/drawing/2014/main" id="{48B7C30E-BDEB-DB1F-DD81-1A4D396B1D8D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5481B60-1172-1DC8-ECD1-90CDAF98520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934535" y="909747"/>
            <a:ext cx="0" cy="144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25A86BA-F7BC-3FD1-CC8C-A1923DBE442F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236808" y="702656"/>
            <a:ext cx="0" cy="357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396710D6-55C2-934E-4DFA-0E94D0B25E29}"/>
              </a:ext>
            </a:extLst>
          </p:cNvPr>
          <p:cNvGrpSpPr/>
          <p:nvPr/>
        </p:nvGrpSpPr>
        <p:grpSpPr>
          <a:xfrm>
            <a:off x="5243803" y="1066460"/>
            <a:ext cx="592281" cy="1399310"/>
            <a:chOff x="3683381" y="4823232"/>
            <a:chExt cx="592281" cy="1399310"/>
          </a:xfrm>
        </p:grpSpPr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7F7D94C3-B06C-5B37-9408-49D5E039742B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2208B860-A730-5CF2-930C-B20D315A56D1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4CD9A1F1-F8F5-810D-8956-4FB4EE346E4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57" name="梯形 56">
                <a:extLst>
                  <a:ext uri="{FF2B5EF4-FFF2-40B4-BE49-F238E27FC236}">
                    <a16:creationId xmlns:a16="http://schemas.microsoft.com/office/drawing/2014/main" id="{19EF6A59-24EE-9814-201E-51E246B98E92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8" name="梯形 57">
                <a:extLst>
                  <a:ext uri="{FF2B5EF4-FFF2-40B4-BE49-F238E27FC236}">
                    <a16:creationId xmlns:a16="http://schemas.microsoft.com/office/drawing/2014/main" id="{E856922F-44CD-544F-2108-8E6D5FC91F5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66" name="组合 465">
            <a:extLst>
              <a:ext uri="{FF2B5EF4-FFF2-40B4-BE49-F238E27FC236}">
                <a16:creationId xmlns:a16="http://schemas.microsoft.com/office/drawing/2014/main" id="{6F64A761-9AEC-352C-1BDF-64B17B354374}"/>
              </a:ext>
            </a:extLst>
          </p:cNvPr>
          <p:cNvGrpSpPr/>
          <p:nvPr/>
        </p:nvGrpSpPr>
        <p:grpSpPr>
          <a:xfrm>
            <a:off x="6869597" y="1066460"/>
            <a:ext cx="592281" cy="1399310"/>
            <a:chOff x="3683381" y="4823232"/>
            <a:chExt cx="592281" cy="1399310"/>
          </a:xfrm>
        </p:grpSpPr>
        <p:sp>
          <p:nvSpPr>
            <p:cNvPr id="467" name="矩形: 圆角 466">
              <a:extLst>
                <a:ext uri="{FF2B5EF4-FFF2-40B4-BE49-F238E27FC236}">
                  <a16:creationId xmlns:a16="http://schemas.microsoft.com/office/drawing/2014/main" id="{D1D901C4-DE68-F99D-67F3-79E3467BB4A7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文本框 467">
              <a:extLst>
                <a:ext uri="{FF2B5EF4-FFF2-40B4-BE49-F238E27FC236}">
                  <a16:creationId xmlns:a16="http://schemas.microsoft.com/office/drawing/2014/main" id="{9091F28F-3CED-BB79-4601-B6A3C96BE7C9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69" name="组合 468">
              <a:extLst>
                <a:ext uri="{FF2B5EF4-FFF2-40B4-BE49-F238E27FC236}">
                  <a16:creationId xmlns:a16="http://schemas.microsoft.com/office/drawing/2014/main" id="{B500DF02-6CBB-75F5-B048-26F74CB58889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470" name="梯形 469">
                <a:extLst>
                  <a:ext uri="{FF2B5EF4-FFF2-40B4-BE49-F238E27FC236}">
                    <a16:creationId xmlns:a16="http://schemas.microsoft.com/office/drawing/2014/main" id="{8889CF03-382F-DF12-F730-2D7A83ABAB58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471" name="梯形 470">
                <a:extLst>
                  <a:ext uri="{FF2B5EF4-FFF2-40B4-BE49-F238E27FC236}">
                    <a16:creationId xmlns:a16="http://schemas.microsoft.com/office/drawing/2014/main" id="{D0115473-465F-5C7D-4A2B-4DD65C36FE6E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81" name="文本框 480">
            <a:extLst>
              <a:ext uri="{FF2B5EF4-FFF2-40B4-BE49-F238E27FC236}">
                <a16:creationId xmlns:a16="http://schemas.microsoft.com/office/drawing/2014/main" id="{D47D412C-036D-675A-D00D-74C7A54B310B}"/>
              </a:ext>
            </a:extLst>
          </p:cNvPr>
          <p:cNvSpPr txBox="1"/>
          <p:nvPr/>
        </p:nvSpPr>
        <p:spPr>
          <a:xfrm>
            <a:off x="1464650" y="1406330"/>
            <a:ext cx="673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4" name="文本框 493">
            <a:extLst>
              <a:ext uri="{FF2B5EF4-FFF2-40B4-BE49-F238E27FC236}">
                <a16:creationId xmlns:a16="http://schemas.microsoft.com/office/drawing/2014/main" id="{C1F2F62A-3FFF-DA1F-1E1B-9397D4F1E512}"/>
              </a:ext>
            </a:extLst>
          </p:cNvPr>
          <p:cNvSpPr txBox="1"/>
          <p:nvPr/>
        </p:nvSpPr>
        <p:spPr>
          <a:xfrm>
            <a:off x="2155216" y="216708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D9FB3DA9-CE22-1C07-F15C-A29F67AB595F}"/>
              </a:ext>
            </a:extLst>
          </p:cNvPr>
          <p:cNvCxnSpPr>
            <a:cxnSpLocks/>
          </p:cNvCxnSpPr>
          <p:nvPr/>
        </p:nvCxnSpPr>
        <p:spPr>
          <a:xfrm flipH="1">
            <a:off x="4409629" y="3506499"/>
            <a:ext cx="1124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0A75B96E-F250-C41F-DE27-8141C6357BAC}"/>
              </a:ext>
            </a:extLst>
          </p:cNvPr>
          <p:cNvCxnSpPr>
            <a:cxnSpLocks/>
          </p:cNvCxnSpPr>
          <p:nvPr/>
        </p:nvCxnSpPr>
        <p:spPr>
          <a:xfrm flipH="1">
            <a:off x="6081085" y="3524164"/>
            <a:ext cx="10693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B63A3A0F-41F5-9556-8316-D57F2BBE2C3D}"/>
              </a:ext>
            </a:extLst>
          </p:cNvPr>
          <p:cNvCxnSpPr/>
          <p:nvPr/>
        </p:nvCxnSpPr>
        <p:spPr>
          <a:xfrm>
            <a:off x="8404791" y="702656"/>
            <a:ext cx="0" cy="25829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1A44AB8A-63AF-D0C0-B10A-E041B549E389}"/>
              </a:ext>
            </a:extLst>
          </p:cNvPr>
          <p:cNvCxnSpPr>
            <a:cxnSpLocks/>
          </p:cNvCxnSpPr>
          <p:nvPr/>
        </p:nvCxnSpPr>
        <p:spPr>
          <a:xfrm>
            <a:off x="8140631" y="909747"/>
            <a:ext cx="0" cy="2385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F2A0B68A-E9B3-0427-C355-7C5FE3CF730A}"/>
              </a:ext>
            </a:extLst>
          </p:cNvPr>
          <p:cNvCxnSpPr/>
          <p:nvPr/>
        </p:nvCxnSpPr>
        <p:spPr>
          <a:xfrm>
            <a:off x="8651683" y="530247"/>
            <a:ext cx="0" cy="27645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5CF385AA-2DDD-6BBC-B0C4-85A19AA846D3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765"/>
          <a:stretch/>
        </p:blipFill>
        <p:spPr>
          <a:xfrm>
            <a:off x="240632" y="1187535"/>
            <a:ext cx="1132351" cy="11323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15" name="组合 614">
            <a:extLst>
              <a:ext uri="{FF2B5EF4-FFF2-40B4-BE49-F238E27FC236}">
                <a16:creationId xmlns:a16="http://schemas.microsoft.com/office/drawing/2014/main" id="{DC238DB6-BF58-DF52-490E-298BB9D3575C}"/>
              </a:ext>
            </a:extLst>
          </p:cNvPr>
          <p:cNvGrpSpPr/>
          <p:nvPr/>
        </p:nvGrpSpPr>
        <p:grpSpPr>
          <a:xfrm>
            <a:off x="2865690" y="4057531"/>
            <a:ext cx="6832832" cy="2081253"/>
            <a:chOff x="1945640" y="3799999"/>
            <a:chExt cx="8476269" cy="2581837"/>
          </a:xfrm>
        </p:grpSpPr>
        <p:sp>
          <p:nvSpPr>
            <p:cNvPr id="648" name="矩形: 圆角 647">
              <a:extLst>
                <a:ext uri="{FF2B5EF4-FFF2-40B4-BE49-F238E27FC236}">
                  <a16:creationId xmlns:a16="http://schemas.microsoft.com/office/drawing/2014/main" id="{BA6EA3D2-B43C-775C-4158-CDF7867618CC}"/>
                </a:ext>
              </a:extLst>
            </p:cNvPr>
            <p:cNvSpPr/>
            <p:nvPr/>
          </p:nvSpPr>
          <p:spPr>
            <a:xfrm>
              <a:off x="3391286" y="3874353"/>
              <a:ext cx="2995857" cy="1433473"/>
            </a:xfrm>
            <a:prstGeom prst="roundRect">
              <a:avLst/>
            </a:prstGeom>
            <a:solidFill>
              <a:srgbClr val="FBE5D6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2" name="文本框 651">
              <a:extLst>
                <a:ext uri="{FF2B5EF4-FFF2-40B4-BE49-F238E27FC236}">
                  <a16:creationId xmlns:a16="http://schemas.microsoft.com/office/drawing/2014/main" id="{7B6255DF-2F79-9C3B-BFBD-D3434B2C885D}"/>
                </a:ext>
              </a:extLst>
            </p:cNvPr>
            <p:cNvSpPr txBox="1"/>
            <p:nvPr/>
          </p:nvSpPr>
          <p:spPr>
            <a:xfrm>
              <a:off x="4848522" y="4407861"/>
              <a:ext cx="1488833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i="0" dirty="0">
                  <a:solidFill>
                    <a:srgbClr val="24292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AMFE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22" name="组合 521">
              <a:extLst>
                <a:ext uri="{FF2B5EF4-FFF2-40B4-BE49-F238E27FC236}">
                  <a16:creationId xmlns:a16="http://schemas.microsoft.com/office/drawing/2014/main" id="{BE34C734-0392-6EB4-8E89-F9E84FA53FEE}"/>
                </a:ext>
              </a:extLst>
            </p:cNvPr>
            <p:cNvGrpSpPr/>
            <p:nvPr/>
          </p:nvGrpSpPr>
          <p:grpSpPr>
            <a:xfrm>
              <a:off x="3723485" y="3799999"/>
              <a:ext cx="769862" cy="979250"/>
              <a:chOff x="3909222" y="1975230"/>
              <a:chExt cx="813283" cy="1034480"/>
            </a:xfrm>
          </p:grpSpPr>
          <p:sp>
            <p:nvSpPr>
              <p:cNvPr id="523" name="矩形 522">
                <a:extLst>
                  <a:ext uri="{FF2B5EF4-FFF2-40B4-BE49-F238E27FC236}">
                    <a16:creationId xmlns:a16="http://schemas.microsoft.com/office/drawing/2014/main" id="{BAB5FA5B-4164-F99D-178C-D61E67F5E6A7}"/>
                  </a:ext>
                </a:extLst>
              </p:cNvPr>
              <p:cNvSpPr/>
              <p:nvPr/>
            </p:nvSpPr>
            <p:spPr>
              <a:xfrm>
                <a:off x="3914278" y="2265730"/>
                <a:ext cx="765994" cy="743980"/>
              </a:xfrm>
              <a:prstGeom prst="rect">
                <a:avLst/>
              </a:prstGeom>
              <a:solidFill>
                <a:srgbClr val="BFBFBF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DA714CCA-DD72-7E38-9532-322EBD6F0553}"/>
                  </a:ext>
                </a:extLst>
              </p:cNvPr>
              <p:cNvSpPr/>
              <p:nvPr/>
            </p:nvSpPr>
            <p:spPr>
              <a:xfrm>
                <a:off x="3909222" y="2168072"/>
                <a:ext cx="765994" cy="743980"/>
              </a:xfrm>
              <a:prstGeom prst="rect">
                <a:avLst/>
              </a:prstGeom>
              <a:solidFill>
                <a:srgbClr val="E5B9B5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矩形 525">
                <a:extLst>
                  <a:ext uri="{FF2B5EF4-FFF2-40B4-BE49-F238E27FC236}">
                    <a16:creationId xmlns:a16="http://schemas.microsoft.com/office/drawing/2014/main" id="{BB55B43F-43DC-4F9B-7989-896DDD47F96B}"/>
                  </a:ext>
                </a:extLst>
              </p:cNvPr>
              <p:cNvSpPr/>
              <p:nvPr/>
            </p:nvSpPr>
            <p:spPr>
              <a:xfrm>
                <a:off x="3921922" y="2072888"/>
                <a:ext cx="765994" cy="743980"/>
              </a:xfrm>
              <a:prstGeom prst="rect">
                <a:avLst/>
              </a:prstGeom>
              <a:solidFill>
                <a:srgbClr val="B7DDE8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矩形 526">
                <a:extLst>
                  <a:ext uri="{FF2B5EF4-FFF2-40B4-BE49-F238E27FC236}">
                    <a16:creationId xmlns:a16="http://schemas.microsoft.com/office/drawing/2014/main" id="{BBFEF602-7C6A-7C10-3679-CDA24FA07989}"/>
                  </a:ext>
                </a:extLst>
              </p:cNvPr>
              <p:cNvSpPr/>
              <p:nvPr/>
            </p:nvSpPr>
            <p:spPr>
              <a:xfrm>
                <a:off x="3956511" y="1975230"/>
                <a:ext cx="765994" cy="743980"/>
              </a:xfrm>
              <a:prstGeom prst="rect">
                <a:avLst/>
              </a:prstGeom>
              <a:solidFill>
                <a:srgbClr val="FBD7BB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28" name="图片 527">
              <a:extLst>
                <a:ext uri="{FF2B5EF4-FFF2-40B4-BE49-F238E27FC236}">
                  <a16:creationId xmlns:a16="http://schemas.microsoft.com/office/drawing/2014/main" id="{B5E5DF6C-6B00-0122-C371-7A2E46C31A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400000">
              <a:off x="4005962" y="4397485"/>
              <a:ext cx="196453" cy="1166439"/>
            </a:xfrm>
            <a:prstGeom prst="rect">
              <a:avLst/>
            </a:prstGeom>
          </p:spPr>
        </p:pic>
        <p:grpSp>
          <p:nvGrpSpPr>
            <p:cNvPr id="542" name="组合 541">
              <a:extLst>
                <a:ext uri="{FF2B5EF4-FFF2-40B4-BE49-F238E27FC236}">
                  <a16:creationId xmlns:a16="http://schemas.microsoft.com/office/drawing/2014/main" id="{442AD69A-168A-EE61-7399-CF25E43B827D}"/>
                </a:ext>
              </a:extLst>
            </p:cNvPr>
            <p:cNvGrpSpPr/>
            <p:nvPr/>
          </p:nvGrpSpPr>
          <p:grpSpPr>
            <a:xfrm>
              <a:off x="2357027" y="4375756"/>
              <a:ext cx="1023509" cy="594838"/>
              <a:chOff x="2892885" y="4781789"/>
              <a:chExt cx="1023509" cy="594838"/>
            </a:xfrm>
          </p:grpSpPr>
          <p:cxnSp>
            <p:nvCxnSpPr>
              <p:cNvPr id="529" name="直接连接符 528">
                <a:extLst>
                  <a:ext uri="{FF2B5EF4-FFF2-40B4-BE49-F238E27FC236}">
                    <a16:creationId xmlns:a16="http://schemas.microsoft.com/office/drawing/2014/main" id="{3BE41197-2B85-CE12-23A6-554EADCA0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2885" y="5079208"/>
                <a:ext cx="66984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接连接符 532">
                <a:extLst>
                  <a:ext uri="{FF2B5EF4-FFF2-40B4-BE49-F238E27FC236}">
                    <a16:creationId xmlns:a16="http://schemas.microsoft.com/office/drawing/2014/main" id="{F3CDA0E5-8205-5DB6-73FB-919E619C0E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6273" y="4781789"/>
                <a:ext cx="0" cy="59483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接箭头连接符 539">
                <a:extLst>
                  <a:ext uri="{FF2B5EF4-FFF2-40B4-BE49-F238E27FC236}">
                    <a16:creationId xmlns:a16="http://schemas.microsoft.com/office/drawing/2014/main" id="{15379425-D590-8F22-0D13-A7580FFAB2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731" y="478728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接箭头连接符 540">
                <a:extLst>
                  <a:ext uri="{FF2B5EF4-FFF2-40B4-BE49-F238E27FC236}">
                    <a16:creationId xmlns:a16="http://schemas.microsoft.com/office/drawing/2014/main" id="{AACBD1B0-7E29-FAE0-8513-192267DEF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6541" y="537021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3" name="组合 542">
              <a:extLst>
                <a:ext uri="{FF2B5EF4-FFF2-40B4-BE49-F238E27FC236}">
                  <a16:creationId xmlns:a16="http://schemas.microsoft.com/office/drawing/2014/main" id="{AAE63AB4-7FA1-2F9D-1083-2029741692C1}"/>
                </a:ext>
              </a:extLst>
            </p:cNvPr>
            <p:cNvGrpSpPr/>
            <p:nvPr/>
          </p:nvGrpSpPr>
          <p:grpSpPr>
            <a:xfrm>
              <a:off x="4854670" y="4587947"/>
              <a:ext cx="146706" cy="145254"/>
              <a:chOff x="3044767" y="2832724"/>
              <a:chExt cx="146706" cy="145254"/>
            </a:xfrm>
          </p:grpSpPr>
          <p:sp>
            <p:nvSpPr>
              <p:cNvPr id="544" name="椭圆 543">
                <a:extLst>
                  <a:ext uri="{FF2B5EF4-FFF2-40B4-BE49-F238E27FC236}">
                    <a16:creationId xmlns:a16="http://schemas.microsoft.com/office/drawing/2014/main" id="{2CF21F8C-0C20-1B50-D7B8-93F710DEB10C}"/>
                  </a:ext>
                </a:extLst>
              </p:cNvPr>
              <p:cNvSpPr/>
              <p:nvPr/>
            </p:nvSpPr>
            <p:spPr>
              <a:xfrm>
                <a:off x="3044767" y="2832724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545" name="直接连接符 544">
                <a:extLst>
                  <a:ext uri="{FF2B5EF4-FFF2-40B4-BE49-F238E27FC236}">
                    <a16:creationId xmlns:a16="http://schemas.microsoft.com/office/drawing/2014/main" id="{D7D327C1-59DD-006B-D90C-937209F0191B}"/>
                  </a:ext>
                </a:extLst>
              </p:cNvPr>
              <p:cNvCxnSpPr>
                <a:stCxn id="544" idx="0"/>
                <a:endCxn id="544" idx="4"/>
              </p:cNvCxnSpPr>
              <p:nvPr/>
            </p:nvCxnSpPr>
            <p:spPr>
              <a:xfrm>
                <a:off x="3118120" y="2832724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连接符 545">
                <a:extLst>
                  <a:ext uri="{FF2B5EF4-FFF2-40B4-BE49-F238E27FC236}">
                    <a16:creationId xmlns:a16="http://schemas.microsoft.com/office/drawing/2014/main" id="{98DD352B-A8C5-BC61-E27D-951778E0897B}"/>
                  </a:ext>
                </a:extLst>
              </p:cNvPr>
              <p:cNvCxnSpPr>
                <a:stCxn id="544" idx="2"/>
                <a:endCxn id="544" idx="6"/>
              </p:cNvCxnSpPr>
              <p:nvPr/>
            </p:nvCxnSpPr>
            <p:spPr>
              <a:xfrm>
                <a:off x="3044767" y="2905351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47" name="直接连接符 546">
              <a:extLst>
                <a:ext uri="{FF2B5EF4-FFF2-40B4-BE49-F238E27FC236}">
                  <a16:creationId xmlns:a16="http://schemas.microsoft.com/office/drawing/2014/main" id="{679C6CBA-9B6B-E814-1A07-AFB11C4C76E3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352657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直接连接符 551">
              <a:extLst>
                <a:ext uri="{FF2B5EF4-FFF2-40B4-BE49-F238E27FC236}">
                  <a16:creationId xmlns:a16="http://schemas.microsoft.com/office/drawing/2014/main" id="{7D1EE256-4F62-E715-F176-BA56CB2B69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31142" y="4354562"/>
              <a:ext cx="30218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直接连接符 555">
              <a:extLst>
                <a:ext uri="{FF2B5EF4-FFF2-40B4-BE49-F238E27FC236}">
                  <a16:creationId xmlns:a16="http://schemas.microsoft.com/office/drawing/2014/main" id="{2A345021-0C5B-D049-E88F-1B13D17884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6235" y="4980704"/>
              <a:ext cx="2288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直接连接符 568">
              <a:extLst>
                <a:ext uri="{FF2B5EF4-FFF2-40B4-BE49-F238E27FC236}">
                  <a16:creationId xmlns:a16="http://schemas.microsoft.com/office/drawing/2014/main" id="{8A90FA1C-140B-678D-6DCD-4954BF5142F5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731752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直接箭头连接符 570">
              <a:extLst>
                <a:ext uri="{FF2B5EF4-FFF2-40B4-BE49-F238E27FC236}">
                  <a16:creationId xmlns:a16="http://schemas.microsoft.com/office/drawing/2014/main" id="{4A32738F-79CD-59F2-C03E-9DCDAEBF09F0}"/>
                </a:ext>
              </a:extLst>
            </p:cNvPr>
            <p:cNvCxnSpPr>
              <a:cxnSpLocks/>
            </p:cNvCxnSpPr>
            <p:nvPr/>
          </p:nvCxnSpPr>
          <p:spPr>
            <a:xfrm>
              <a:off x="2356485" y="5947782"/>
              <a:ext cx="473527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直接箭头连接符 573">
              <a:extLst>
                <a:ext uri="{FF2B5EF4-FFF2-40B4-BE49-F238E27FC236}">
                  <a16:creationId xmlns:a16="http://schemas.microsoft.com/office/drawing/2014/main" id="{366EDE1F-8694-96BD-F690-DB9D9929025E}"/>
                </a:ext>
              </a:extLst>
            </p:cNvPr>
            <p:cNvCxnSpPr>
              <a:cxnSpLocks/>
            </p:cNvCxnSpPr>
            <p:nvPr/>
          </p:nvCxnSpPr>
          <p:spPr>
            <a:xfrm>
              <a:off x="6387143" y="4725624"/>
              <a:ext cx="704619" cy="3064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6" name="矩形 575">
              <a:extLst>
                <a:ext uri="{FF2B5EF4-FFF2-40B4-BE49-F238E27FC236}">
                  <a16:creationId xmlns:a16="http://schemas.microsoft.com/office/drawing/2014/main" id="{FCAEF775-BF81-A1AD-8EB1-6E0F92194B48}"/>
                </a:ext>
              </a:extLst>
            </p:cNvPr>
            <p:cNvSpPr/>
            <p:nvPr/>
          </p:nvSpPr>
          <p:spPr>
            <a:xfrm>
              <a:off x="7108733" y="4407600"/>
              <a:ext cx="730660" cy="636047"/>
            </a:xfrm>
            <a:prstGeom prst="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RPN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1A9DAD62-7B8F-4612-D5A0-07E23F3F1F94}"/>
                </a:ext>
              </a:extLst>
            </p:cNvPr>
            <p:cNvGrpSpPr/>
            <p:nvPr/>
          </p:nvGrpSpPr>
          <p:grpSpPr>
            <a:xfrm rot="16200000">
              <a:off x="7785082" y="4932260"/>
              <a:ext cx="592281" cy="1978921"/>
              <a:chOff x="3683381" y="4823232"/>
              <a:chExt cx="592281" cy="1399310"/>
            </a:xfrm>
          </p:grpSpPr>
          <p:sp>
            <p:nvSpPr>
              <p:cNvPr id="586" name="矩形: 圆角 585">
                <a:extLst>
                  <a:ext uri="{FF2B5EF4-FFF2-40B4-BE49-F238E27FC236}">
                    <a16:creationId xmlns:a16="http://schemas.microsoft.com/office/drawing/2014/main" id="{97C3ADE9-EEAF-02A1-1A99-5E46AF4D0390}"/>
                  </a:ext>
                </a:extLst>
              </p:cNvPr>
              <p:cNvSpPr/>
              <p:nvPr/>
            </p:nvSpPr>
            <p:spPr>
              <a:xfrm>
                <a:off x="3683381" y="4823232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文本框 587">
                <a:extLst>
                  <a:ext uri="{FF2B5EF4-FFF2-40B4-BE49-F238E27FC236}">
                    <a16:creationId xmlns:a16="http://schemas.microsoft.com/office/drawing/2014/main" id="{B2E1163E-9434-FE53-F319-3192524359AF}"/>
                  </a:ext>
                </a:extLst>
              </p:cNvPr>
              <p:cNvSpPr txBox="1"/>
              <p:nvPr/>
            </p:nvSpPr>
            <p:spPr>
              <a:xfrm>
                <a:off x="3800375" y="5080375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ROI Align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592" name="直接连接符 591">
              <a:extLst>
                <a:ext uri="{FF2B5EF4-FFF2-40B4-BE49-F238E27FC236}">
                  <a16:creationId xmlns:a16="http://schemas.microsoft.com/office/drawing/2014/main" id="{AEB6329A-7924-4246-0BAC-AF5919500A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3501" y="4725624"/>
              <a:ext cx="60666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直接箭头连接符 593">
              <a:extLst>
                <a:ext uri="{FF2B5EF4-FFF2-40B4-BE49-F238E27FC236}">
                  <a16:creationId xmlns:a16="http://schemas.microsoft.com/office/drawing/2014/main" id="{9A96FC31-B91A-BF3F-ADE4-DA3BEC1B631A}"/>
                </a:ext>
              </a:extLst>
            </p:cNvPr>
            <p:cNvCxnSpPr>
              <a:cxnSpLocks/>
            </p:cNvCxnSpPr>
            <p:nvPr/>
          </p:nvCxnSpPr>
          <p:spPr>
            <a:xfrm>
              <a:off x="8432062" y="4725624"/>
              <a:ext cx="0" cy="883063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1" name="文本框 600">
              <a:extLst>
                <a:ext uri="{FF2B5EF4-FFF2-40B4-BE49-F238E27FC236}">
                  <a16:creationId xmlns:a16="http://schemas.microsoft.com/office/drawing/2014/main" id="{DF1BE010-6EC2-C02E-8D4C-DB3E4F05BE70}"/>
                </a:ext>
              </a:extLst>
            </p:cNvPr>
            <p:cNvSpPr txBox="1"/>
            <p:nvPr/>
          </p:nvSpPr>
          <p:spPr>
            <a:xfrm>
              <a:off x="8408542" y="4994639"/>
              <a:ext cx="1403092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proposals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2" name="箭头: 右 601">
              <a:extLst>
                <a:ext uri="{FF2B5EF4-FFF2-40B4-BE49-F238E27FC236}">
                  <a16:creationId xmlns:a16="http://schemas.microsoft.com/office/drawing/2014/main" id="{8A3294DD-D365-0671-7A2F-C18384C8D1FC}"/>
                </a:ext>
              </a:extLst>
            </p:cNvPr>
            <p:cNvSpPr/>
            <p:nvPr/>
          </p:nvSpPr>
          <p:spPr>
            <a:xfrm>
              <a:off x="9221362" y="5819659"/>
              <a:ext cx="368154" cy="256246"/>
            </a:xfrm>
            <a:prstGeom prst="rightArrow">
              <a:avLst/>
            </a:prstGeom>
            <a:solidFill>
              <a:srgbClr val="FBD7B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3" name="矩形 602">
              <a:extLst>
                <a:ext uri="{FF2B5EF4-FFF2-40B4-BE49-F238E27FC236}">
                  <a16:creationId xmlns:a16="http://schemas.microsoft.com/office/drawing/2014/main" id="{4D304AA0-7FA9-62D0-546D-C50E1BBA225E}"/>
                </a:ext>
              </a:extLst>
            </p:cNvPr>
            <p:cNvSpPr/>
            <p:nvPr/>
          </p:nvSpPr>
          <p:spPr>
            <a:xfrm>
              <a:off x="9679289" y="5484314"/>
              <a:ext cx="741950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4" name="矩形 603">
              <a:extLst>
                <a:ext uri="{FF2B5EF4-FFF2-40B4-BE49-F238E27FC236}">
                  <a16:creationId xmlns:a16="http://schemas.microsoft.com/office/drawing/2014/main" id="{E01189B9-ED99-B16B-04C8-DB0B00412A57}"/>
                </a:ext>
              </a:extLst>
            </p:cNvPr>
            <p:cNvSpPr/>
            <p:nvPr/>
          </p:nvSpPr>
          <p:spPr>
            <a:xfrm>
              <a:off x="9678866" y="5810365"/>
              <a:ext cx="742452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box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5" name="矩形 604">
              <a:extLst>
                <a:ext uri="{FF2B5EF4-FFF2-40B4-BE49-F238E27FC236}">
                  <a16:creationId xmlns:a16="http://schemas.microsoft.com/office/drawing/2014/main" id="{215B712E-D055-03D6-F7DE-CC2C6FD630D3}"/>
                </a:ext>
              </a:extLst>
            </p:cNvPr>
            <p:cNvSpPr/>
            <p:nvPr/>
          </p:nvSpPr>
          <p:spPr>
            <a:xfrm>
              <a:off x="9675580" y="6139019"/>
              <a:ext cx="746329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mask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6" name="直接连接符 605">
              <a:extLst>
                <a:ext uri="{FF2B5EF4-FFF2-40B4-BE49-F238E27FC236}">
                  <a16:creationId xmlns:a16="http://schemas.microsoft.com/office/drawing/2014/main" id="{0467FA2C-66FB-7D81-8261-CEAD75196DB8}"/>
                </a:ext>
              </a:extLst>
            </p:cNvPr>
            <p:cNvCxnSpPr>
              <a:cxnSpLocks/>
            </p:cNvCxnSpPr>
            <p:nvPr/>
          </p:nvCxnSpPr>
          <p:spPr>
            <a:xfrm>
              <a:off x="2362275" y="4674236"/>
              <a:ext cx="0" cy="12735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接连接符 611">
              <a:extLst>
                <a:ext uri="{FF2B5EF4-FFF2-40B4-BE49-F238E27FC236}">
                  <a16:creationId xmlns:a16="http://schemas.microsoft.com/office/drawing/2014/main" id="{51951094-4673-7681-2941-4B8781159BE5}"/>
                </a:ext>
              </a:extLst>
            </p:cNvPr>
            <p:cNvCxnSpPr>
              <a:cxnSpLocks/>
            </p:cNvCxnSpPr>
            <p:nvPr/>
          </p:nvCxnSpPr>
          <p:spPr>
            <a:xfrm>
              <a:off x="1945640" y="5311140"/>
              <a:ext cx="41084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5" name="矩形 224">
            <a:extLst>
              <a:ext uri="{FF2B5EF4-FFF2-40B4-BE49-F238E27FC236}">
                <a16:creationId xmlns:a16="http://schemas.microsoft.com/office/drawing/2014/main" id="{212011C8-F6E4-67F7-142C-1D6F2D0C01CE}"/>
              </a:ext>
            </a:extLst>
          </p:cNvPr>
          <p:cNvSpPr/>
          <p:nvPr/>
        </p:nvSpPr>
        <p:spPr>
          <a:xfrm>
            <a:off x="4994770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5374068E-A5A5-32D9-4C4C-F279947D8012}"/>
              </a:ext>
            </a:extLst>
          </p:cNvPr>
          <p:cNvSpPr/>
          <p:nvPr/>
        </p:nvSpPr>
        <p:spPr>
          <a:xfrm>
            <a:off x="6609668" y="2659960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EBF681C5-280D-18F8-15D0-D871FCF0453F}"/>
              </a:ext>
            </a:extLst>
          </p:cNvPr>
          <p:cNvSpPr/>
          <p:nvPr/>
        </p:nvSpPr>
        <p:spPr>
          <a:xfrm>
            <a:off x="2824255" y="3644287"/>
            <a:ext cx="6227502" cy="275251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5CCBBAD5-940D-177C-8817-D613257ED3F3}"/>
              </a:ext>
            </a:extLst>
          </p:cNvPr>
          <p:cNvSpPr txBox="1"/>
          <p:nvPr/>
        </p:nvSpPr>
        <p:spPr>
          <a:xfrm>
            <a:off x="2824254" y="3714929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Decoder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67C9FEE-920C-B433-6DBD-B0F7E67B1A45}"/>
                  </a:ext>
                </a:extLst>
              </p:cNvPr>
              <p:cNvSpPr txBox="1"/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67C9FEE-920C-B433-6DBD-B0F7E67B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B70BF305-C1AB-0EE4-DEAD-8AAE0E3EAF7A}"/>
                  </a:ext>
                </a:extLst>
              </p:cNvPr>
              <p:cNvSpPr txBox="1"/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𝑏𝑏𝑜𝑥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B70BF305-C1AB-0EE4-DEAD-8AAE0E3EA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E98A93-7F88-F4E1-47F9-91BB94BA25BC}"/>
                  </a:ext>
                </a:extLst>
              </p:cNvPr>
              <p:cNvSpPr txBox="1"/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𝑚𝑎𝑠𝑘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E98A93-7F88-F4E1-47F9-91BB94BA2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6542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B073-BAB7-6773-4B6F-C719DB6E9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DD14DAB3-0695-9EFF-FBC1-DEF3B3DFAED1}"/>
              </a:ext>
            </a:extLst>
          </p:cNvPr>
          <p:cNvCxnSpPr>
            <a:cxnSpLocks/>
            <a:stCxn id="3" idx="2"/>
            <a:endCxn id="43" idx="0"/>
          </p:cNvCxnSpPr>
          <p:nvPr/>
        </p:nvCxnSpPr>
        <p:spPr>
          <a:xfrm flipH="1">
            <a:off x="2933373" y="2453342"/>
            <a:ext cx="1162" cy="2034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直接箭头连接符 220">
            <a:extLst>
              <a:ext uri="{FF2B5EF4-FFF2-40B4-BE49-F238E27FC236}">
                <a16:creationId xmlns:a16="http://schemas.microsoft.com/office/drawing/2014/main" id="{8D0942FE-301A-6846-A82D-155385202C97}"/>
              </a:ext>
            </a:extLst>
          </p:cNvPr>
          <p:cNvCxnSpPr>
            <a:cxnSpLocks/>
            <a:stCxn id="3" idx="3"/>
            <a:endCxn id="30" idx="1"/>
          </p:cNvCxnSpPr>
          <p:nvPr/>
        </p:nvCxnSpPr>
        <p:spPr>
          <a:xfrm>
            <a:off x="3230675" y="1753687"/>
            <a:ext cx="709992" cy="6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0F5AF6EB-4587-E9E9-1D97-C9D6DB765104}"/>
              </a:ext>
            </a:extLst>
          </p:cNvPr>
          <p:cNvCxnSpPr>
            <a:cxnSpLocks/>
          </p:cNvCxnSpPr>
          <p:nvPr/>
        </p:nvCxnSpPr>
        <p:spPr>
          <a:xfrm>
            <a:off x="1442676" y="1771985"/>
            <a:ext cx="1208565" cy="735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A2D6D407-E2B9-92A3-BBDE-D9028A4EA7B8}"/>
              </a:ext>
            </a:extLst>
          </p:cNvPr>
          <p:cNvSpPr/>
          <p:nvPr/>
        </p:nvSpPr>
        <p:spPr>
          <a:xfrm>
            <a:off x="2390215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4B6C8D3-F7C2-F3AF-D919-3CE4DE387FCB}"/>
              </a:ext>
            </a:extLst>
          </p:cNvPr>
          <p:cNvCxnSpPr>
            <a:cxnSpLocks/>
            <a:stCxn id="30" idx="2"/>
            <a:endCxn id="193" idx="0"/>
          </p:cNvCxnSpPr>
          <p:nvPr/>
        </p:nvCxnSpPr>
        <p:spPr>
          <a:xfrm>
            <a:off x="4236808" y="2459642"/>
            <a:ext cx="60" cy="2018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4BBB79F-1AFD-0285-DEDC-F99FD8CA160C}"/>
              </a:ext>
            </a:extLst>
          </p:cNvPr>
          <p:cNvSpPr/>
          <p:nvPr/>
        </p:nvSpPr>
        <p:spPr>
          <a:xfrm>
            <a:off x="3693710" y="266145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B2308E70-72E4-F944-AE97-BBF61DC65301}"/>
              </a:ext>
            </a:extLst>
          </p:cNvPr>
          <p:cNvCxnSpPr>
            <a:cxnSpLocks/>
            <a:stCxn id="54" idx="2"/>
            <a:endCxn id="225" idx="0"/>
          </p:cNvCxnSpPr>
          <p:nvPr/>
        </p:nvCxnSpPr>
        <p:spPr>
          <a:xfrm flipH="1">
            <a:off x="5537928" y="2465770"/>
            <a:ext cx="2016" cy="1910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F6B75255-D4A3-9A5A-AE0F-A1C9740DA9DB}"/>
              </a:ext>
            </a:extLst>
          </p:cNvPr>
          <p:cNvCxnSpPr>
            <a:cxnSpLocks/>
            <a:endCxn id="232" idx="0"/>
          </p:cNvCxnSpPr>
          <p:nvPr/>
        </p:nvCxnSpPr>
        <p:spPr>
          <a:xfrm>
            <a:off x="7150392" y="2468125"/>
            <a:ext cx="2434" cy="1918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F928E36B-41B7-312C-93C4-E080574E8CB3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>
            <a:off x="4532948" y="1759987"/>
            <a:ext cx="710855" cy="61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直接箭头连接符 237">
            <a:extLst>
              <a:ext uri="{FF2B5EF4-FFF2-40B4-BE49-F238E27FC236}">
                <a16:creationId xmlns:a16="http://schemas.microsoft.com/office/drawing/2014/main" id="{9715403F-0F31-1762-2A80-AE8CBD5082D0}"/>
              </a:ext>
            </a:extLst>
          </p:cNvPr>
          <p:cNvCxnSpPr>
            <a:cxnSpLocks/>
          </p:cNvCxnSpPr>
          <p:nvPr/>
        </p:nvCxnSpPr>
        <p:spPr>
          <a:xfrm>
            <a:off x="5830417" y="1765989"/>
            <a:ext cx="29716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矩形 241">
            <a:extLst>
              <a:ext uri="{FF2B5EF4-FFF2-40B4-BE49-F238E27FC236}">
                <a16:creationId xmlns:a16="http://schemas.microsoft.com/office/drawing/2014/main" id="{32978B41-ED55-AB8A-A286-EB6C26513742}"/>
              </a:ext>
            </a:extLst>
          </p:cNvPr>
          <p:cNvSpPr/>
          <p:nvPr/>
        </p:nvSpPr>
        <p:spPr>
          <a:xfrm>
            <a:off x="2099045" y="142761"/>
            <a:ext cx="5841139" cy="288528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73FD262F-32D0-3CA1-7B56-67405D90A26C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2933372" y="2945929"/>
            <a:ext cx="1" cy="566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0" name="直接箭头连接符 409">
            <a:extLst>
              <a:ext uri="{FF2B5EF4-FFF2-40B4-BE49-F238E27FC236}">
                <a16:creationId xmlns:a16="http://schemas.microsoft.com/office/drawing/2014/main" id="{0D9D6AEB-B922-9E67-43ED-69608B429002}"/>
              </a:ext>
            </a:extLst>
          </p:cNvPr>
          <p:cNvCxnSpPr>
            <a:cxnSpLocks/>
            <a:endCxn id="411" idx="1"/>
          </p:cNvCxnSpPr>
          <p:nvPr/>
        </p:nvCxnSpPr>
        <p:spPr>
          <a:xfrm>
            <a:off x="2930938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矩形 410">
            <a:extLst>
              <a:ext uri="{FF2B5EF4-FFF2-40B4-BE49-F238E27FC236}">
                <a16:creationId xmlns:a16="http://schemas.microsoft.com/office/drawing/2014/main" id="{83F811D5-B798-E6C6-C0E4-FFAA85582681}"/>
              </a:ext>
            </a:extLst>
          </p:cNvPr>
          <p:cNvSpPr/>
          <p:nvPr/>
        </p:nvSpPr>
        <p:spPr>
          <a:xfrm>
            <a:off x="3280791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6" name="直接箭头连接符 415">
            <a:extLst>
              <a:ext uri="{FF2B5EF4-FFF2-40B4-BE49-F238E27FC236}">
                <a16:creationId xmlns:a16="http://schemas.microsoft.com/office/drawing/2014/main" id="{1368F916-F4F8-8A81-73FB-F5D37F300CA5}"/>
              </a:ext>
            </a:extLst>
          </p:cNvPr>
          <p:cNvCxnSpPr>
            <a:cxnSpLocks/>
            <a:stCxn id="411" idx="3"/>
            <a:endCxn id="422" idx="2"/>
          </p:cNvCxnSpPr>
          <p:nvPr/>
        </p:nvCxnSpPr>
        <p:spPr>
          <a:xfrm flipV="1">
            <a:off x="3819085" y="3281570"/>
            <a:ext cx="355522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CCFB4A19-E7E7-2C4A-C022-0DCEF07E1283}"/>
              </a:ext>
            </a:extLst>
          </p:cNvPr>
          <p:cNvCxnSpPr>
            <a:cxnSpLocks/>
          </p:cNvCxnSpPr>
          <p:nvPr/>
        </p:nvCxnSpPr>
        <p:spPr>
          <a:xfrm>
            <a:off x="4247960" y="2952750"/>
            <a:ext cx="0" cy="2314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组合 420">
            <a:extLst>
              <a:ext uri="{FF2B5EF4-FFF2-40B4-BE49-F238E27FC236}">
                <a16:creationId xmlns:a16="http://schemas.microsoft.com/office/drawing/2014/main" id="{2099CCDE-6C46-C86F-92D9-BD39E2CDB60E}"/>
              </a:ext>
            </a:extLst>
          </p:cNvPr>
          <p:cNvGrpSpPr/>
          <p:nvPr/>
        </p:nvGrpSpPr>
        <p:grpSpPr>
          <a:xfrm>
            <a:off x="4174607" y="3184178"/>
            <a:ext cx="146706" cy="170019"/>
            <a:chOff x="3044767" y="2807959"/>
            <a:chExt cx="146706" cy="170019"/>
          </a:xfrm>
        </p:grpSpPr>
        <p:sp>
          <p:nvSpPr>
            <p:cNvPr id="422" name="椭圆 421">
              <a:extLst>
                <a:ext uri="{FF2B5EF4-FFF2-40B4-BE49-F238E27FC236}">
                  <a16:creationId xmlns:a16="http://schemas.microsoft.com/office/drawing/2014/main" id="{9436714A-C7D6-8AAE-5338-B4BA5D1A85F1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23" name="直接连接符 422">
              <a:extLst>
                <a:ext uri="{FF2B5EF4-FFF2-40B4-BE49-F238E27FC236}">
                  <a16:creationId xmlns:a16="http://schemas.microsoft.com/office/drawing/2014/main" id="{B4B0E65F-955D-272F-CFFD-6D6E0CA2DF1F}"/>
                </a:ext>
              </a:extLst>
            </p:cNvPr>
            <p:cNvCxnSpPr>
              <a:cxnSpLocks/>
              <a:endCxn id="422" idx="4"/>
            </p:cNvCxnSpPr>
            <p:nvPr/>
          </p:nvCxnSpPr>
          <p:spPr>
            <a:xfrm>
              <a:off x="3118120" y="2807959"/>
              <a:ext cx="0" cy="1700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直接连接符 423">
              <a:extLst>
                <a:ext uri="{FF2B5EF4-FFF2-40B4-BE49-F238E27FC236}">
                  <a16:creationId xmlns:a16="http://schemas.microsoft.com/office/drawing/2014/main" id="{66428F45-BC47-6FA2-AB7E-453DEAF40A29}"/>
                </a:ext>
              </a:extLst>
            </p:cNvPr>
            <p:cNvCxnSpPr>
              <a:stCxn id="422" idx="2"/>
              <a:endCxn id="42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7" name="直接连接符 426">
            <a:extLst>
              <a:ext uri="{FF2B5EF4-FFF2-40B4-BE49-F238E27FC236}">
                <a16:creationId xmlns:a16="http://schemas.microsoft.com/office/drawing/2014/main" id="{86E7DF86-97AC-88EE-A0A9-4432BE5279B9}"/>
              </a:ext>
            </a:extLst>
          </p:cNvPr>
          <p:cNvCxnSpPr>
            <a:cxnSpLocks/>
          </p:cNvCxnSpPr>
          <p:nvPr/>
        </p:nvCxnSpPr>
        <p:spPr>
          <a:xfrm flipH="1">
            <a:off x="2930938" y="3506499"/>
            <a:ext cx="131702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直接箭头连接符 433">
            <a:extLst>
              <a:ext uri="{FF2B5EF4-FFF2-40B4-BE49-F238E27FC236}">
                <a16:creationId xmlns:a16="http://schemas.microsoft.com/office/drawing/2014/main" id="{01785356-1EA4-C66B-20EE-211A392FBFC9}"/>
              </a:ext>
            </a:extLst>
          </p:cNvPr>
          <p:cNvCxnSpPr>
            <a:endCxn id="422" idx="4"/>
          </p:cNvCxnSpPr>
          <p:nvPr/>
        </p:nvCxnSpPr>
        <p:spPr>
          <a:xfrm flipV="1">
            <a:off x="4247960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3787B7FE-F0D9-2A7E-6331-667019FCBFEF}"/>
              </a:ext>
            </a:extLst>
          </p:cNvPr>
          <p:cNvCxnSpPr>
            <a:cxnSpLocks/>
            <a:endCxn id="452" idx="1"/>
          </p:cNvCxnSpPr>
          <p:nvPr/>
        </p:nvCxnSpPr>
        <p:spPr>
          <a:xfrm>
            <a:off x="4317594" y="3281570"/>
            <a:ext cx="34985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2" name="矩形 451">
            <a:extLst>
              <a:ext uri="{FF2B5EF4-FFF2-40B4-BE49-F238E27FC236}">
                <a16:creationId xmlns:a16="http://schemas.microsoft.com/office/drawing/2014/main" id="{BBD41E29-489B-DE94-5FAA-DEA11D20415F}"/>
              </a:ext>
            </a:extLst>
          </p:cNvPr>
          <p:cNvSpPr/>
          <p:nvPr/>
        </p:nvSpPr>
        <p:spPr>
          <a:xfrm>
            <a:off x="4667447" y="3144340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53" name="直接箭头连接符 452">
            <a:extLst>
              <a:ext uri="{FF2B5EF4-FFF2-40B4-BE49-F238E27FC236}">
                <a16:creationId xmlns:a16="http://schemas.microsoft.com/office/drawing/2014/main" id="{B1DC40F7-212A-E73A-E0D5-3B2411618AAF}"/>
              </a:ext>
            </a:extLst>
          </p:cNvPr>
          <p:cNvCxnSpPr>
            <a:cxnSpLocks/>
            <a:stCxn id="452" idx="3"/>
            <a:endCxn id="456" idx="2"/>
          </p:cNvCxnSpPr>
          <p:nvPr/>
        </p:nvCxnSpPr>
        <p:spPr>
          <a:xfrm flipV="1">
            <a:off x="5205741" y="3281570"/>
            <a:ext cx="255183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直接连接符 453">
            <a:extLst>
              <a:ext uri="{FF2B5EF4-FFF2-40B4-BE49-F238E27FC236}">
                <a16:creationId xmlns:a16="http://schemas.microsoft.com/office/drawing/2014/main" id="{495E8452-41E9-CA6C-E3F8-1A36B98B1CAB}"/>
              </a:ext>
            </a:extLst>
          </p:cNvPr>
          <p:cNvCxnSpPr>
            <a:cxnSpLocks/>
            <a:endCxn id="456" idx="0"/>
          </p:cNvCxnSpPr>
          <p:nvPr/>
        </p:nvCxnSpPr>
        <p:spPr>
          <a:xfrm flipH="1">
            <a:off x="5534277" y="2884209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5" name="组合 454">
            <a:extLst>
              <a:ext uri="{FF2B5EF4-FFF2-40B4-BE49-F238E27FC236}">
                <a16:creationId xmlns:a16="http://schemas.microsoft.com/office/drawing/2014/main" id="{6C12D217-06A4-5C00-718A-CDACD394F9FE}"/>
              </a:ext>
            </a:extLst>
          </p:cNvPr>
          <p:cNvGrpSpPr/>
          <p:nvPr/>
        </p:nvGrpSpPr>
        <p:grpSpPr>
          <a:xfrm>
            <a:off x="5460924" y="3208943"/>
            <a:ext cx="146706" cy="145254"/>
            <a:chOff x="3044767" y="2832724"/>
            <a:chExt cx="146706" cy="145254"/>
          </a:xfrm>
        </p:grpSpPr>
        <p:sp>
          <p:nvSpPr>
            <p:cNvPr id="456" name="椭圆 455">
              <a:extLst>
                <a:ext uri="{FF2B5EF4-FFF2-40B4-BE49-F238E27FC236}">
                  <a16:creationId xmlns:a16="http://schemas.microsoft.com/office/drawing/2014/main" id="{0E3CE17F-FCA0-283F-652E-9D27E69BDA57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57" name="直接连接符 456">
              <a:extLst>
                <a:ext uri="{FF2B5EF4-FFF2-40B4-BE49-F238E27FC236}">
                  <a16:creationId xmlns:a16="http://schemas.microsoft.com/office/drawing/2014/main" id="{BDBD082A-8C91-6E5C-9775-0F184843475A}"/>
                </a:ext>
              </a:extLst>
            </p:cNvPr>
            <p:cNvCxnSpPr>
              <a:stCxn id="456" idx="0"/>
              <a:endCxn id="45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接连接符 457">
              <a:extLst>
                <a:ext uri="{FF2B5EF4-FFF2-40B4-BE49-F238E27FC236}">
                  <a16:creationId xmlns:a16="http://schemas.microsoft.com/office/drawing/2014/main" id="{047398F4-979F-9DAE-2C66-0CE7E45C91BA}"/>
                </a:ext>
              </a:extLst>
            </p:cNvPr>
            <p:cNvCxnSpPr>
              <a:stCxn id="456" idx="2"/>
              <a:endCxn id="45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0" name="直接箭头连接符 459">
            <a:extLst>
              <a:ext uri="{FF2B5EF4-FFF2-40B4-BE49-F238E27FC236}">
                <a16:creationId xmlns:a16="http://schemas.microsoft.com/office/drawing/2014/main" id="{F86DA99F-B820-BEDF-20AC-E8F4A868FD41}"/>
              </a:ext>
            </a:extLst>
          </p:cNvPr>
          <p:cNvCxnSpPr>
            <a:endCxn id="456" idx="4"/>
          </p:cNvCxnSpPr>
          <p:nvPr/>
        </p:nvCxnSpPr>
        <p:spPr>
          <a:xfrm flipV="1">
            <a:off x="5534277" y="3354197"/>
            <a:ext cx="0" cy="1523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3" name="直接连接符 462">
            <a:extLst>
              <a:ext uri="{FF2B5EF4-FFF2-40B4-BE49-F238E27FC236}">
                <a16:creationId xmlns:a16="http://schemas.microsoft.com/office/drawing/2014/main" id="{82D4E3EF-3218-C1CE-21DE-D1D6735F42A4}"/>
              </a:ext>
            </a:extLst>
          </p:cNvPr>
          <p:cNvCxnSpPr>
            <a:cxnSpLocks/>
          </p:cNvCxnSpPr>
          <p:nvPr/>
        </p:nvCxnSpPr>
        <p:spPr>
          <a:xfrm>
            <a:off x="4412173" y="3281570"/>
            <a:ext cx="92" cy="2249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矩形 482">
            <a:extLst>
              <a:ext uri="{FF2B5EF4-FFF2-40B4-BE49-F238E27FC236}">
                <a16:creationId xmlns:a16="http://schemas.microsoft.com/office/drawing/2014/main" id="{118D5225-E940-BB71-6E07-F81D8747E43D}"/>
              </a:ext>
            </a:extLst>
          </p:cNvPr>
          <p:cNvSpPr/>
          <p:nvPr/>
        </p:nvSpPr>
        <p:spPr>
          <a:xfrm>
            <a:off x="6387143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4" name="直接箭头连接符 483">
            <a:extLst>
              <a:ext uri="{FF2B5EF4-FFF2-40B4-BE49-F238E27FC236}">
                <a16:creationId xmlns:a16="http://schemas.microsoft.com/office/drawing/2014/main" id="{54D46C28-96E3-D17D-95F6-E740457764BB}"/>
              </a:ext>
            </a:extLst>
          </p:cNvPr>
          <p:cNvCxnSpPr>
            <a:cxnSpLocks/>
            <a:stCxn id="483" idx="3"/>
            <a:endCxn id="487" idx="2"/>
          </p:cNvCxnSpPr>
          <p:nvPr/>
        </p:nvCxnSpPr>
        <p:spPr>
          <a:xfrm flipV="1">
            <a:off x="6925437" y="3290543"/>
            <a:ext cx="151602" cy="27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连接符 484">
            <a:extLst>
              <a:ext uri="{FF2B5EF4-FFF2-40B4-BE49-F238E27FC236}">
                <a16:creationId xmlns:a16="http://schemas.microsoft.com/office/drawing/2014/main" id="{B010C1BB-D564-D8E0-08E0-B52666D04F39}"/>
              </a:ext>
            </a:extLst>
          </p:cNvPr>
          <p:cNvCxnSpPr>
            <a:cxnSpLocks/>
            <a:endCxn id="487" idx="0"/>
          </p:cNvCxnSpPr>
          <p:nvPr/>
        </p:nvCxnSpPr>
        <p:spPr>
          <a:xfrm flipH="1">
            <a:off x="7150392" y="2893182"/>
            <a:ext cx="1217" cy="324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D8B54AF1-691A-5AAD-92EB-98A9ADD1055D}"/>
              </a:ext>
            </a:extLst>
          </p:cNvPr>
          <p:cNvGrpSpPr/>
          <p:nvPr/>
        </p:nvGrpSpPr>
        <p:grpSpPr>
          <a:xfrm>
            <a:off x="7077039" y="3217916"/>
            <a:ext cx="146706" cy="145254"/>
            <a:chOff x="3044767" y="2832724"/>
            <a:chExt cx="146706" cy="145254"/>
          </a:xfrm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C62CFDC8-73D1-1279-92FB-CC77FA08BD19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88" name="直接连接符 487">
              <a:extLst>
                <a:ext uri="{FF2B5EF4-FFF2-40B4-BE49-F238E27FC236}">
                  <a16:creationId xmlns:a16="http://schemas.microsoft.com/office/drawing/2014/main" id="{FDC0F383-D409-3904-E96B-82F4AEC5502B}"/>
                </a:ext>
              </a:extLst>
            </p:cNvPr>
            <p:cNvCxnSpPr>
              <a:stCxn id="487" idx="0"/>
              <a:endCxn id="487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直接连接符 488">
              <a:extLst>
                <a:ext uri="{FF2B5EF4-FFF2-40B4-BE49-F238E27FC236}">
                  <a16:creationId xmlns:a16="http://schemas.microsoft.com/office/drawing/2014/main" id="{D2766209-B395-385D-C956-3AD0248366D9}"/>
                </a:ext>
              </a:extLst>
            </p:cNvPr>
            <p:cNvCxnSpPr>
              <a:stCxn id="487" idx="2"/>
              <a:endCxn id="487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1" name="直接箭头连接符 490">
            <a:extLst>
              <a:ext uri="{FF2B5EF4-FFF2-40B4-BE49-F238E27FC236}">
                <a16:creationId xmlns:a16="http://schemas.microsoft.com/office/drawing/2014/main" id="{2C7F2688-7040-C548-513E-D214ADBDE5DE}"/>
              </a:ext>
            </a:extLst>
          </p:cNvPr>
          <p:cNvCxnSpPr>
            <a:cxnSpLocks/>
            <a:endCxn id="487" idx="4"/>
          </p:cNvCxnSpPr>
          <p:nvPr/>
        </p:nvCxnSpPr>
        <p:spPr>
          <a:xfrm flipV="1">
            <a:off x="7150392" y="3363170"/>
            <a:ext cx="0" cy="1609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99707B25-2118-392A-D909-59D6CCB42533}"/>
              </a:ext>
            </a:extLst>
          </p:cNvPr>
          <p:cNvCxnSpPr>
            <a:cxnSpLocks/>
          </p:cNvCxnSpPr>
          <p:nvPr/>
        </p:nvCxnSpPr>
        <p:spPr>
          <a:xfrm>
            <a:off x="6085943" y="3337540"/>
            <a:ext cx="0" cy="1800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直接箭头连接符 492">
            <a:extLst>
              <a:ext uri="{FF2B5EF4-FFF2-40B4-BE49-F238E27FC236}">
                <a16:creationId xmlns:a16="http://schemas.microsoft.com/office/drawing/2014/main" id="{9479AF8C-B048-F206-A886-675E743AB228}"/>
              </a:ext>
            </a:extLst>
          </p:cNvPr>
          <p:cNvCxnSpPr>
            <a:cxnSpLocks/>
            <a:endCxn id="483" idx="1"/>
          </p:cNvCxnSpPr>
          <p:nvPr/>
        </p:nvCxnSpPr>
        <p:spPr>
          <a:xfrm>
            <a:off x="6218712" y="3290542"/>
            <a:ext cx="168431" cy="2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4" name="文本框 503">
            <a:extLst>
              <a:ext uri="{FF2B5EF4-FFF2-40B4-BE49-F238E27FC236}">
                <a16:creationId xmlns:a16="http://schemas.microsoft.com/office/drawing/2014/main" id="{FD846361-34E0-7E43-FAB3-6B44509792BF}"/>
              </a:ext>
            </a:extLst>
          </p:cNvPr>
          <p:cNvSpPr txBox="1"/>
          <p:nvPr/>
        </p:nvSpPr>
        <p:spPr>
          <a:xfrm>
            <a:off x="6118751" y="1479151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5" name="直接箭头连接符 504">
            <a:extLst>
              <a:ext uri="{FF2B5EF4-FFF2-40B4-BE49-F238E27FC236}">
                <a16:creationId xmlns:a16="http://schemas.microsoft.com/office/drawing/2014/main" id="{B71C76F4-AF88-50BE-F2C7-352257B011D4}"/>
              </a:ext>
            </a:extLst>
          </p:cNvPr>
          <p:cNvCxnSpPr>
            <a:cxnSpLocks/>
          </p:cNvCxnSpPr>
          <p:nvPr/>
        </p:nvCxnSpPr>
        <p:spPr>
          <a:xfrm>
            <a:off x="6462234" y="1759847"/>
            <a:ext cx="392017" cy="465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直接箭头连接符 513">
            <a:extLst>
              <a:ext uri="{FF2B5EF4-FFF2-40B4-BE49-F238E27FC236}">
                <a16:creationId xmlns:a16="http://schemas.microsoft.com/office/drawing/2014/main" id="{05CBB996-5978-6565-0B60-EE625BD9501F}"/>
              </a:ext>
            </a:extLst>
          </p:cNvPr>
          <p:cNvCxnSpPr>
            <a:cxnSpLocks/>
            <a:stCxn id="456" idx="6"/>
          </p:cNvCxnSpPr>
          <p:nvPr/>
        </p:nvCxnSpPr>
        <p:spPr>
          <a:xfrm>
            <a:off x="5607630" y="3281570"/>
            <a:ext cx="325639" cy="40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9" name="文本框 518">
            <a:extLst>
              <a:ext uri="{FF2B5EF4-FFF2-40B4-BE49-F238E27FC236}">
                <a16:creationId xmlns:a16="http://schemas.microsoft.com/office/drawing/2014/main" id="{DCA459F4-3B39-DE87-63C8-10ECB6DEB680}"/>
              </a:ext>
            </a:extLst>
          </p:cNvPr>
          <p:cNvSpPr txBox="1"/>
          <p:nvPr/>
        </p:nvSpPr>
        <p:spPr>
          <a:xfrm>
            <a:off x="5900837" y="3013344"/>
            <a:ext cx="359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1" name="直接箭头连接符 520">
            <a:extLst>
              <a:ext uri="{FF2B5EF4-FFF2-40B4-BE49-F238E27FC236}">
                <a16:creationId xmlns:a16="http://schemas.microsoft.com/office/drawing/2014/main" id="{87ECE4E0-6762-B0B0-7649-C9ABA5BF9F9C}"/>
              </a:ext>
            </a:extLst>
          </p:cNvPr>
          <p:cNvCxnSpPr>
            <a:cxnSpLocks/>
            <a:stCxn id="487" idx="6"/>
            <a:endCxn id="525" idx="1"/>
          </p:cNvCxnSpPr>
          <p:nvPr/>
        </p:nvCxnSpPr>
        <p:spPr>
          <a:xfrm>
            <a:off x="7223745" y="3290543"/>
            <a:ext cx="193525" cy="27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" name="矩形 524">
            <a:extLst>
              <a:ext uri="{FF2B5EF4-FFF2-40B4-BE49-F238E27FC236}">
                <a16:creationId xmlns:a16="http://schemas.microsoft.com/office/drawing/2014/main" id="{68925503-4AC0-D356-3972-8B0330875D17}"/>
              </a:ext>
            </a:extLst>
          </p:cNvPr>
          <p:cNvSpPr/>
          <p:nvPr/>
        </p:nvSpPr>
        <p:spPr>
          <a:xfrm>
            <a:off x="7417270" y="3153312"/>
            <a:ext cx="538294" cy="2800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0" name="文本框 529">
            <a:extLst>
              <a:ext uri="{FF2B5EF4-FFF2-40B4-BE49-F238E27FC236}">
                <a16:creationId xmlns:a16="http://schemas.microsoft.com/office/drawing/2014/main" id="{FEF3A9FE-3AD9-9646-8290-537E5480F20D}"/>
              </a:ext>
            </a:extLst>
          </p:cNvPr>
          <p:cNvSpPr txBox="1"/>
          <p:nvPr/>
        </p:nvSpPr>
        <p:spPr>
          <a:xfrm>
            <a:off x="8222976" y="3259681"/>
            <a:ext cx="61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4" name="矩形 533">
            <a:extLst>
              <a:ext uri="{FF2B5EF4-FFF2-40B4-BE49-F238E27FC236}">
                <a16:creationId xmlns:a16="http://schemas.microsoft.com/office/drawing/2014/main" id="{53DEB0E6-5170-3C07-662C-9AE0791135DC}"/>
              </a:ext>
            </a:extLst>
          </p:cNvPr>
          <p:cNvSpPr/>
          <p:nvPr/>
        </p:nvSpPr>
        <p:spPr>
          <a:xfrm rot="16200000">
            <a:off x="9570635" y="2133648"/>
            <a:ext cx="143094" cy="1147652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5" name="矩形 534">
            <a:extLst>
              <a:ext uri="{FF2B5EF4-FFF2-40B4-BE49-F238E27FC236}">
                <a16:creationId xmlns:a16="http://schemas.microsoft.com/office/drawing/2014/main" id="{4EEB14DD-5B4E-1B50-29A1-190EAEE738B1}"/>
              </a:ext>
            </a:extLst>
          </p:cNvPr>
          <p:cNvSpPr/>
          <p:nvPr/>
        </p:nvSpPr>
        <p:spPr>
          <a:xfrm rot="16200000">
            <a:off x="9570636" y="2141913"/>
            <a:ext cx="143094" cy="661247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E3345E30-B137-1293-31A6-110555A5F3ED}"/>
              </a:ext>
            </a:extLst>
          </p:cNvPr>
          <p:cNvSpPr/>
          <p:nvPr/>
        </p:nvSpPr>
        <p:spPr>
          <a:xfrm rot="16200000">
            <a:off x="9559922" y="2032073"/>
            <a:ext cx="143094" cy="358750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7" name="矩形 536">
            <a:extLst>
              <a:ext uri="{FF2B5EF4-FFF2-40B4-BE49-F238E27FC236}">
                <a16:creationId xmlns:a16="http://schemas.microsoft.com/office/drawing/2014/main" id="{B1891EEF-E444-4DD0-81BA-025082CE53E1}"/>
              </a:ext>
            </a:extLst>
          </p:cNvPr>
          <p:cNvSpPr/>
          <p:nvPr/>
        </p:nvSpPr>
        <p:spPr>
          <a:xfrm rot="16200000">
            <a:off x="9555185" y="1897952"/>
            <a:ext cx="143094" cy="179373"/>
          </a:xfrm>
          <a:prstGeom prst="rect">
            <a:avLst/>
          </a:prstGeom>
          <a:solidFill>
            <a:srgbClr val="FCDFC8"/>
          </a:solidFill>
          <a:ln w="381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9" name="直接连接符 538">
            <a:extLst>
              <a:ext uri="{FF2B5EF4-FFF2-40B4-BE49-F238E27FC236}">
                <a16:creationId xmlns:a16="http://schemas.microsoft.com/office/drawing/2014/main" id="{0014783C-883D-02B2-BCC9-06973E1A20D3}"/>
              </a:ext>
            </a:extLst>
          </p:cNvPr>
          <p:cNvCxnSpPr>
            <a:cxnSpLocks/>
          </p:cNvCxnSpPr>
          <p:nvPr/>
        </p:nvCxnSpPr>
        <p:spPr>
          <a:xfrm>
            <a:off x="7951754" y="3290542"/>
            <a:ext cx="96731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9" name="直接连接符 548">
            <a:extLst>
              <a:ext uri="{FF2B5EF4-FFF2-40B4-BE49-F238E27FC236}">
                <a16:creationId xmlns:a16="http://schemas.microsoft.com/office/drawing/2014/main" id="{986B46EC-D8D9-4FF1-F5E6-B49785B0EA5F}"/>
              </a:ext>
            </a:extLst>
          </p:cNvPr>
          <p:cNvCxnSpPr>
            <a:cxnSpLocks/>
          </p:cNvCxnSpPr>
          <p:nvPr/>
        </p:nvCxnSpPr>
        <p:spPr>
          <a:xfrm flipH="1">
            <a:off x="2930938" y="911009"/>
            <a:ext cx="520969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E9A8B606-6FBA-9272-C5E7-2B6131BF0BE3}"/>
              </a:ext>
            </a:extLst>
          </p:cNvPr>
          <p:cNvGrpSpPr/>
          <p:nvPr/>
        </p:nvGrpSpPr>
        <p:grpSpPr>
          <a:xfrm>
            <a:off x="8067031" y="2639560"/>
            <a:ext cx="146706" cy="145254"/>
            <a:chOff x="3044767" y="2832724"/>
            <a:chExt cx="146706" cy="145254"/>
          </a:xfrm>
        </p:grpSpPr>
        <p:sp>
          <p:nvSpPr>
            <p:cNvPr id="558" name="椭圆 557">
              <a:extLst>
                <a:ext uri="{FF2B5EF4-FFF2-40B4-BE49-F238E27FC236}">
                  <a16:creationId xmlns:a16="http://schemas.microsoft.com/office/drawing/2014/main" id="{91BE564A-7592-6617-9DA3-00C95CCEC9E4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59" name="直接连接符 558">
              <a:extLst>
                <a:ext uri="{FF2B5EF4-FFF2-40B4-BE49-F238E27FC236}">
                  <a16:creationId xmlns:a16="http://schemas.microsoft.com/office/drawing/2014/main" id="{01DE7EEC-AA81-9619-B45E-F701F493E804}"/>
                </a:ext>
              </a:extLst>
            </p:cNvPr>
            <p:cNvCxnSpPr>
              <a:stCxn id="558" idx="0"/>
              <a:endCxn id="55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直接连接符 559">
              <a:extLst>
                <a:ext uri="{FF2B5EF4-FFF2-40B4-BE49-F238E27FC236}">
                  <a16:creationId xmlns:a16="http://schemas.microsoft.com/office/drawing/2014/main" id="{4873B19D-A2A3-EACF-B591-88E77335D155}"/>
                </a:ext>
              </a:extLst>
            </p:cNvPr>
            <p:cNvCxnSpPr>
              <a:stCxn id="558" idx="2"/>
              <a:endCxn id="55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1" name="直接箭头连接符 560">
            <a:extLst>
              <a:ext uri="{FF2B5EF4-FFF2-40B4-BE49-F238E27FC236}">
                <a16:creationId xmlns:a16="http://schemas.microsoft.com/office/drawing/2014/main" id="{BDAEB498-10D5-3080-D42E-97E46D229A00}"/>
              </a:ext>
            </a:extLst>
          </p:cNvPr>
          <p:cNvCxnSpPr>
            <a:cxnSpLocks/>
            <a:stCxn id="558" idx="6"/>
            <a:endCxn id="534" idx="0"/>
          </p:cNvCxnSpPr>
          <p:nvPr/>
        </p:nvCxnSpPr>
        <p:spPr>
          <a:xfrm flipV="1">
            <a:off x="8213737" y="2707474"/>
            <a:ext cx="854619" cy="471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直接连接符 569">
            <a:extLst>
              <a:ext uri="{FF2B5EF4-FFF2-40B4-BE49-F238E27FC236}">
                <a16:creationId xmlns:a16="http://schemas.microsoft.com/office/drawing/2014/main" id="{A25F8316-81D9-B437-83A8-1E8456CF359D}"/>
              </a:ext>
            </a:extLst>
          </p:cNvPr>
          <p:cNvCxnSpPr>
            <a:cxnSpLocks/>
          </p:cNvCxnSpPr>
          <p:nvPr/>
        </p:nvCxnSpPr>
        <p:spPr>
          <a:xfrm flipH="1">
            <a:off x="4236808" y="702656"/>
            <a:ext cx="416798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7" name="组合 576">
            <a:extLst>
              <a:ext uri="{FF2B5EF4-FFF2-40B4-BE49-F238E27FC236}">
                <a16:creationId xmlns:a16="http://schemas.microsoft.com/office/drawing/2014/main" id="{D461A8F7-8F6F-EE07-9C81-DEA004AF7983}"/>
              </a:ext>
            </a:extLst>
          </p:cNvPr>
          <p:cNvGrpSpPr/>
          <p:nvPr/>
        </p:nvGrpSpPr>
        <p:grpSpPr>
          <a:xfrm>
            <a:off x="8330142" y="2395498"/>
            <a:ext cx="146706" cy="145254"/>
            <a:chOff x="3044767" y="2832724"/>
            <a:chExt cx="146706" cy="145254"/>
          </a:xfrm>
        </p:grpSpPr>
        <p:sp>
          <p:nvSpPr>
            <p:cNvPr id="578" name="椭圆 577">
              <a:extLst>
                <a:ext uri="{FF2B5EF4-FFF2-40B4-BE49-F238E27FC236}">
                  <a16:creationId xmlns:a16="http://schemas.microsoft.com/office/drawing/2014/main" id="{7C4EEA40-0789-0A6A-6279-E615D5DEAB04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F818FF02-FB33-58C3-D462-E005D24A89F4}"/>
                </a:ext>
              </a:extLst>
            </p:cNvPr>
            <p:cNvCxnSpPr>
              <a:stCxn id="578" idx="0"/>
              <a:endCxn id="578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直接连接符 579">
              <a:extLst>
                <a:ext uri="{FF2B5EF4-FFF2-40B4-BE49-F238E27FC236}">
                  <a16:creationId xmlns:a16="http://schemas.microsoft.com/office/drawing/2014/main" id="{1389782A-0A71-4914-008C-FF5F4137F73D}"/>
                </a:ext>
              </a:extLst>
            </p:cNvPr>
            <p:cNvCxnSpPr>
              <a:stCxn id="578" idx="2"/>
              <a:endCxn id="578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1" name="直接箭头连接符 580">
            <a:extLst>
              <a:ext uri="{FF2B5EF4-FFF2-40B4-BE49-F238E27FC236}">
                <a16:creationId xmlns:a16="http://schemas.microsoft.com/office/drawing/2014/main" id="{2BE32778-9243-04FF-8D65-8B8DCC1CCD67}"/>
              </a:ext>
            </a:extLst>
          </p:cNvPr>
          <p:cNvCxnSpPr>
            <a:cxnSpLocks/>
            <a:stCxn id="578" idx="6"/>
            <a:endCxn id="535" idx="0"/>
          </p:cNvCxnSpPr>
          <p:nvPr/>
        </p:nvCxnSpPr>
        <p:spPr>
          <a:xfrm>
            <a:off x="8476848" y="2468125"/>
            <a:ext cx="834712" cy="441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直接连接符 583">
            <a:extLst>
              <a:ext uri="{FF2B5EF4-FFF2-40B4-BE49-F238E27FC236}">
                <a16:creationId xmlns:a16="http://schemas.microsoft.com/office/drawing/2014/main" id="{8279BC22-C19B-CE68-260D-881F5D98970A}"/>
              </a:ext>
            </a:extLst>
          </p:cNvPr>
          <p:cNvCxnSpPr>
            <a:cxnSpLocks/>
          </p:cNvCxnSpPr>
          <p:nvPr/>
        </p:nvCxnSpPr>
        <p:spPr>
          <a:xfrm flipV="1">
            <a:off x="5534277" y="523759"/>
            <a:ext cx="0" cy="1140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直接连接符 586">
            <a:extLst>
              <a:ext uri="{FF2B5EF4-FFF2-40B4-BE49-F238E27FC236}">
                <a16:creationId xmlns:a16="http://schemas.microsoft.com/office/drawing/2014/main" id="{9D4E1C7C-B4AD-261B-A60B-CF14671A7DF8}"/>
              </a:ext>
            </a:extLst>
          </p:cNvPr>
          <p:cNvCxnSpPr>
            <a:cxnSpLocks/>
          </p:cNvCxnSpPr>
          <p:nvPr/>
        </p:nvCxnSpPr>
        <p:spPr>
          <a:xfrm flipH="1">
            <a:off x="5537927" y="525930"/>
            <a:ext cx="31137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5" name="组合 594">
            <a:extLst>
              <a:ext uri="{FF2B5EF4-FFF2-40B4-BE49-F238E27FC236}">
                <a16:creationId xmlns:a16="http://schemas.microsoft.com/office/drawing/2014/main" id="{65692DEE-B4BD-AE80-35B9-42909360C163}"/>
              </a:ext>
            </a:extLst>
          </p:cNvPr>
          <p:cNvGrpSpPr/>
          <p:nvPr/>
        </p:nvGrpSpPr>
        <p:grpSpPr>
          <a:xfrm>
            <a:off x="8579149" y="2131523"/>
            <a:ext cx="146706" cy="145254"/>
            <a:chOff x="3044767" y="2832724"/>
            <a:chExt cx="146706" cy="145254"/>
          </a:xfrm>
        </p:grpSpPr>
        <p:sp>
          <p:nvSpPr>
            <p:cNvPr id="596" name="椭圆 595">
              <a:extLst>
                <a:ext uri="{FF2B5EF4-FFF2-40B4-BE49-F238E27FC236}">
                  <a16:creationId xmlns:a16="http://schemas.microsoft.com/office/drawing/2014/main" id="{11C08E2A-8752-E393-2D91-BF660D900A16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535D9FB3-64DD-59C9-9937-32F0C374136A}"/>
                </a:ext>
              </a:extLst>
            </p:cNvPr>
            <p:cNvCxnSpPr>
              <a:stCxn id="596" idx="0"/>
              <a:endCxn id="596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直接连接符 597">
              <a:extLst>
                <a:ext uri="{FF2B5EF4-FFF2-40B4-BE49-F238E27FC236}">
                  <a16:creationId xmlns:a16="http://schemas.microsoft.com/office/drawing/2014/main" id="{330170C3-4131-8952-C656-7350DD55F5E8}"/>
                </a:ext>
              </a:extLst>
            </p:cNvPr>
            <p:cNvCxnSpPr>
              <a:stCxn id="596" idx="2"/>
              <a:endCxn id="596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9" name="直接箭头连接符 598">
            <a:extLst>
              <a:ext uri="{FF2B5EF4-FFF2-40B4-BE49-F238E27FC236}">
                <a16:creationId xmlns:a16="http://schemas.microsoft.com/office/drawing/2014/main" id="{49A3C90F-051D-6D4C-02B0-7DC7353F57F2}"/>
              </a:ext>
            </a:extLst>
          </p:cNvPr>
          <p:cNvCxnSpPr>
            <a:cxnSpLocks/>
            <a:stCxn id="596" idx="6"/>
            <a:endCxn id="536" idx="0"/>
          </p:cNvCxnSpPr>
          <p:nvPr/>
        </p:nvCxnSpPr>
        <p:spPr>
          <a:xfrm>
            <a:off x="8725855" y="2204150"/>
            <a:ext cx="726239" cy="72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610">
            <a:extLst>
              <a:ext uri="{FF2B5EF4-FFF2-40B4-BE49-F238E27FC236}">
                <a16:creationId xmlns:a16="http://schemas.microsoft.com/office/drawing/2014/main" id="{4A52C5BC-8522-00C7-F982-EC9A38409124}"/>
              </a:ext>
            </a:extLst>
          </p:cNvPr>
          <p:cNvCxnSpPr>
            <a:cxnSpLocks/>
            <a:endCxn id="467" idx="3"/>
          </p:cNvCxnSpPr>
          <p:nvPr/>
        </p:nvCxnSpPr>
        <p:spPr>
          <a:xfrm flipH="1" flipV="1">
            <a:off x="7461878" y="1766115"/>
            <a:ext cx="1469347" cy="11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连接符 613">
            <a:extLst>
              <a:ext uri="{FF2B5EF4-FFF2-40B4-BE49-F238E27FC236}">
                <a16:creationId xmlns:a16="http://schemas.microsoft.com/office/drawing/2014/main" id="{DF670E44-AAD3-58D0-CD2F-3D26EB3A1B44}"/>
              </a:ext>
            </a:extLst>
          </p:cNvPr>
          <p:cNvCxnSpPr>
            <a:cxnSpLocks/>
          </p:cNvCxnSpPr>
          <p:nvPr/>
        </p:nvCxnSpPr>
        <p:spPr>
          <a:xfrm flipH="1">
            <a:off x="8911833" y="1771985"/>
            <a:ext cx="16601" cy="15185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组合 630">
            <a:extLst>
              <a:ext uri="{FF2B5EF4-FFF2-40B4-BE49-F238E27FC236}">
                <a16:creationId xmlns:a16="http://schemas.microsoft.com/office/drawing/2014/main" id="{0D79723F-2A48-66D9-5D32-EC527917B20B}"/>
              </a:ext>
            </a:extLst>
          </p:cNvPr>
          <p:cNvGrpSpPr/>
          <p:nvPr/>
        </p:nvGrpSpPr>
        <p:grpSpPr>
          <a:xfrm>
            <a:off x="8851224" y="1912079"/>
            <a:ext cx="146706" cy="145254"/>
            <a:chOff x="3044767" y="2832724"/>
            <a:chExt cx="146706" cy="145254"/>
          </a:xfrm>
        </p:grpSpPr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777B300C-1F66-40A9-8E9F-F3621C9E9E0C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3" name="直接连接符 632">
              <a:extLst>
                <a:ext uri="{FF2B5EF4-FFF2-40B4-BE49-F238E27FC236}">
                  <a16:creationId xmlns:a16="http://schemas.microsoft.com/office/drawing/2014/main" id="{6FE8D745-818B-EE19-3F93-DAE266C2B765}"/>
                </a:ext>
              </a:extLst>
            </p:cNvPr>
            <p:cNvCxnSpPr>
              <a:stCxn id="632" idx="0"/>
              <a:endCxn id="632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直接连接符 633">
              <a:extLst>
                <a:ext uri="{FF2B5EF4-FFF2-40B4-BE49-F238E27FC236}">
                  <a16:creationId xmlns:a16="http://schemas.microsoft.com/office/drawing/2014/main" id="{A774105D-8AEA-5E9A-C58C-6EE44125E7F9}"/>
                </a:ext>
              </a:extLst>
            </p:cNvPr>
            <p:cNvCxnSpPr>
              <a:stCxn id="632" idx="2"/>
              <a:endCxn id="632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35" name="直接箭头连接符 634">
            <a:extLst>
              <a:ext uri="{FF2B5EF4-FFF2-40B4-BE49-F238E27FC236}">
                <a16:creationId xmlns:a16="http://schemas.microsoft.com/office/drawing/2014/main" id="{AA625B0E-E8A9-055C-F3FB-D584FC5109F4}"/>
              </a:ext>
            </a:extLst>
          </p:cNvPr>
          <p:cNvCxnSpPr>
            <a:cxnSpLocks/>
            <a:stCxn id="632" idx="6"/>
            <a:endCxn id="537" idx="0"/>
          </p:cNvCxnSpPr>
          <p:nvPr/>
        </p:nvCxnSpPr>
        <p:spPr>
          <a:xfrm>
            <a:off x="8997930" y="1984706"/>
            <a:ext cx="539116" cy="29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8F6DA88A-EC25-10E1-4509-CD1A6D561521}"/>
              </a:ext>
            </a:extLst>
          </p:cNvPr>
          <p:cNvGrpSpPr/>
          <p:nvPr/>
        </p:nvGrpSpPr>
        <p:grpSpPr>
          <a:xfrm>
            <a:off x="2638394" y="1054032"/>
            <a:ext cx="592281" cy="1399310"/>
            <a:chOff x="3683381" y="4823232"/>
            <a:chExt cx="592281" cy="139931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0F0C1629-28C6-8AF1-C053-85B561B97AF0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8A0E1AF-29D7-8EFF-AFCA-B4F131F0287C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698917DA-B7F7-85E7-97B9-A1CD27E5848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24" name="梯形 23">
                <a:extLst>
                  <a:ext uri="{FF2B5EF4-FFF2-40B4-BE49-F238E27FC236}">
                    <a16:creationId xmlns:a16="http://schemas.microsoft.com/office/drawing/2014/main" id="{16E1E18D-8B6C-F92F-2399-3166BA2813C1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25" name="梯形 24">
                <a:extLst>
                  <a:ext uri="{FF2B5EF4-FFF2-40B4-BE49-F238E27FC236}">
                    <a16:creationId xmlns:a16="http://schemas.microsoft.com/office/drawing/2014/main" id="{606B1D22-8BDD-A1AB-5A87-C7990BA2DE1B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68FE941-0A7B-7F63-8BFB-2023B44DF123}"/>
              </a:ext>
            </a:extLst>
          </p:cNvPr>
          <p:cNvGrpSpPr/>
          <p:nvPr/>
        </p:nvGrpSpPr>
        <p:grpSpPr>
          <a:xfrm>
            <a:off x="3940667" y="1060332"/>
            <a:ext cx="592281" cy="1399310"/>
            <a:chOff x="3683381" y="4823232"/>
            <a:chExt cx="592281" cy="1399310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8671427B-D9D1-A1AC-46F3-FE246F0223F7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A83AB99-B572-8CE2-ABCE-09A7848DF3F3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C69E5A99-5197-84EC-6D66-B7D410CB5F71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33" name="梯形 32">
                <a:extLst>
                  <a:ext uri="{FF2B5EF4-FFF2-40B4-BE49-F238E27FC236}">
                    <a16:creationId xmlns:a16="http://schemas.microsoft.com/office/drawing/2014/main" id="{4556CA4D-90A3-7B61-5D9B-AA8B5859ED10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34" name="梯形 33">
                <a:extLst>
                  <a:ext uri="{FF2B5EF4-FFF2-40B4-BE49-F238E27FC236}">
                    <a16:creationId xmlns:a16="http://schemas.microsoft.com/office/drawing/2014/main" id="{58D7381A-C7FF-423F-ACCB-F24EA22B4FFA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8918DFA-12F8-E52C-C2C9-F4C8E10DB8C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2934535" y="909747"/>
            <a:ext cx="0" cy="1442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2DA8B7E-89A1-291F-3A0C-DBA14315BD14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236808" y="702656"/>
            <a:ext cx="0" cy="3576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04F29FD8-604A-9B0B-69AB-C1D9BE0A9E72}"/>
              </a:ext>
            </a:extLst>
          </p:cNvPr>
          <p:cNvGrpSpPr/>
          <p:nvPr/>
        </p:nvGrpSpPr>
        <p:grpSpPr>
          <a:xfrm>
            <a:off x="5243803" y="1066460"/>
            <a:ext cx="592281" cy="1399310"/>
            <a:chOff x="3683381" y="4823232"/>
            <a:chExt cx="592281" cy="1399310"/>
          </a:xfrm>
        </p:grpSpPr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E784B90B-7AEC-9664-B54E-973DEDA3742F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F045EA73-CC5A-57FE-AA29-AFCD685947B6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91C6C389-229F-606A-0B1B-DC6971B356B5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57" name="梯形 56">
                <a:extLst>
                  <a:ext uri="{FF2B5EF4-FFF2-40B4-BE49-F238E27FC236}">
                    <a16:creationId xmlns:a16="http://schemas.microsoft.com/office/drawing/2014/main" id="{ADC7A579-EBB0-C279-16E2-F2692A9DA07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58" name="梯形 57">
                <a:extLst>
                  <a:ext uri="{FF2B5EF4-FFF2-40B4-BE49-F238E27FC236}">
                    <a16:creationId xmlns:a16="http://schemas.microsoft.com/office/drawing/2014/main" id="{0A5CCA1A-CAB4-C5DF-983A-131357C5FEA7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66" name="组合 465">
            <a:extLst>
              <a:ext uri="{FF2B5EF4-FFF2-40B4-BE49-F238E27FC236}">
                <a16:creationId xmlns:a16="http://schemas.microsoft.com/office/drawing/2014/main" id="{B6D9F300-65ED-667D-6C60-E0A7A096C488}"/>
              </a:ext>
            </a:extLst>
          </p:cNvPr>
          <p:cNvGrpSpPr/>
          <p:nvPr/>
        </p:nvGrpSpPr>
        <p:grpSpPr>
          <a:xfrm>
            <a:off x="6869597" y="1066460"/>
            <a:ext cx="592281" cy="1399310"/>
            <a:chOff x="3683381" y="4823232"/>
            <a:chExt cx="592281" cy="1399310"/>
          </a:xfrm>
        </p:grpSpPr>
        <p:sp>
          <p:nvSpPr>
            <p:cNvPr id="467" name="矩形: 圆角 466">
              <a:extLst>
                <a:ext uri="{FF2B5EF4-FFF2-40B4-BE49-F238E27FC236}">
                  <a16:creationId xmlns:a16="http://schemas.microsoft.com/office/drawing/2014/main" id="{0935864F-93AD-7BBA-2BA3-937DF8D46745}"/>
                </a:ext>
              </a:extLst>
            </p:cNvPr>
            <p:cNvSpPr/>
            <p:nvPr/>
          </p:nvSpPr>
          <p:spPr>
            <a:xfrm>
              <a:off x="3683381" y="4823232"/>
              <a:ext cx="592281" cy="1399310"/>
            </a:xfrm>
            <a:prstGeom prst="roundRect">
              <a:avLst/>
            </a:prstGeom>
            <a:solidFill>
              <a:srgbClr val="FFF2CC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文本框 467">
              <a:extLst>
                <a:ext uri="{FF2B5EF4-FFF2-40B4-BE49-F238E27FC236}">
                  <a16:creationId xmlns:a16="http://schemas.microsoft.com/office/drawing/2014/main" id="{350B7584-15FA-6F67-51D4-6E645FA322CD}"/>
                </a:ext>
              </a:extLst>
            </p:cNvPr>
            <p:cNvSpPr txBox="1"/>
            <p:nvPr/>
          </p:nvSpPr>
          <p:spPr>
            <a:xfrm>
              <a:off x="3764077" y="5177760"/>
              <a:ext cx="430887" cy="9769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VIT block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69" name="组合 468">
              <a:extLst>
                <a:ext uri="{FF2B5EF4-FFF2-40B4-BE49-F238E27FC236}">
                  <a16:creationId xmlns:a16="http://schemas.microsoft.com/office/drawing/2014/main" id="{9F4837CE-9A29-546C-BC11-B627B8CD5177}"/>
                </a:ext>
              </a:extLst>
            </p:cNvPr>
            <p:cNvGrpSpPr/>
            <p:nvPr/>
          </p:nvGrpSpPr>
          <p:grpSpPr>
            <a:xfrm>
              <a:off x="3862503" y="4912512"/>
              <a:ext cx="234034" cy="202650"/>
              <a:chOff x="1635983" y="1987000"/>
              <a:chExt cx="258740" cy="270510"/>
            </a:xfrm>
          </p:grpSpPr>
          <p:sp>
            <p:nvSpPr>
              <p:cNvPr id="470" name="梯形 469">
                <a:extLst>
                  <a:ext uri="{FF2B5EF4-FFF2-40B4-BE49-F238E27FC236}">
                    <a16:creationId xmlns:a16="http://schemas.microsoft.com/office/drawing/2014/main" id="{99FDDEAF-94FD-BC69-681B-FD75672685EA}"/>
                  </a:ext>
                </a:extLst>
              </p:cNvPr>
              <p:cNvSpPr/>
              <p:nvPr/>
            </p:nvSpPr>
            <p:spPr>
              <a:xfrm>
                <a:off x="1635983" y="214321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dirty="0"/>
              </a:p>
            </p:txBody>
          </p:sp>
          <p:sp>
            <p:nvSpPr>
              <p:cNvPr id="471" name="梯形 470">
                <a:extLst>
                  <a:ext uri="{FF2B5EF4-FFF2-40B4-BE49-F238E27FC236}">
                    <a16:creationId xmlns:a16="http://schemas.microsoft.com/office/drawing/2014/main" id="{CB6C6855-19A9-D059-D9D5-924E003DF940}"/>
                  </a:ext>
                </a:extLst>
              </p:cNvPr>
              <p:cNvSpPr/>
              <p:nvPr/>
            </p:nvSpPr>
            <p:spPr>
              <a:xfrm rot="10800000">
                <a:off x="1635983" y="1987000"/>
                <a:ext cx="258740" cy="114300"/>
              </a:xfrm>
              <a:prstGeom prst="trapezoid">
                <a:avLst>
                  <a:gd name="adj" fmla="val 61667"/>
                </a:avLst>
              </a:prstGeom>
              <a:solidFill>
                <a:srgbClr val="F5B184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81" name="文本框 480">
            <a:extLst>
              <a:ext uri="{FF2B5EF4-FFF2-40B4-BE49-F238E27FC236}">
                <a16:creationId xmlns:a16="http://schemas.microsoft.com/office/drawing/2014/main" id="{68914553-5B03-1B94-05A2-6A05EFA543DA}"/>
              </a:ext>
            </a:extLst>
          </p:cNvPr>
          <p:cNvSpPr txBox="1"/>
          <p:nvPr/>
        </p:nvSpPr>
        <p:spPr>
          <a:xfrm>
            <a:off x="1464650" y="1406330"/>
            <a:ext cx="673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</a:p>
        </p:txBody>
      </p:sp>
      <p:sp>
        <p:nvSpPr>
          <p:cNvPr id="494" name="文本框 493">
            <a:extLst>
              <a:ext uri="{FF2B5EF4-FFF2-40B4-BE49-F238E27FC236}">
                <a16:creationId xmlns:a16="http://schemas.microsoft.com/office/drawing/2014/main" id="{4BF0955A-9780-6808-0D54-D5B084BF453F}"/>
              </a:ext>
            </a:extLst>
          </p:cNvPr>
          <p:cNvSpPr txBox="1"/>
          <p:nvPr/>
        </p:nvSpPr>
        <p:spPr>
          <a:xfrm>
            <a:off x="2155216" y="216708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编码器</a:t>
            </a:r>
          </a:p>
        </p:txBody>
      </p:sp>
      <p:cxnSp>
        <p:nvCxnSpPr>
          <p:cNvPr id="496" name="直接连接符 495">
            <a:extLst>
              <a:ext uri="{FF2B5EF4-FFF2-40B4-BE49-F238E27FC236}">
                <a16:creationId xmlns:a16="http://schemas.microsoft.com/office/drawing/2014/main" id="{6F271089-3CEA-42B8-B897-40E36A1CD3AD}"/>
              </a:ext>
            </a:extLst>
          </p:cNvPr>
          <p:cNvCxnSpPr>
            <a:cxnSpLocks/>
          </p:cNvCxnSpPr>
          <p:nvPr/>
        </p:nvCxnSpPr>
        <p:spPr>
          <a:xfrm flipH="1">
            <a:off x="4409629" y="3506499"/>
            <a:ext cx="1124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连接符 496">
            <a:extLst>
              <a:ext uri="{FF2B5EF4-FFF2-40B4-BE49-F238E27FC236}">
                <a16:creationId xmlns:a16="http://schemas.microsoft.com/office/drawing/2014/main" id="{E096B5EC-CB97-F099-A022-E0572AB6E8DA}"/>
              </a:ext>
            </a:extLst>
          </p:cNvPr>
          <p:cNvCxnSpPr>
            <a:cxnSpLocks/>
          </p:cNvCxnSpPr>
          <p:nvPr/>
        </p:nvCxnSpPr>
        <p:spPr>
          <a:xfrm flipH="1">
            <a:off x="6081085" y="3524164"/>
            <a:ext cx="10693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8CF2DB82-F619-8F82-497D-495C836CDFB8}"/>
              </a:ext>
            </a:extLst>
          </p:cNvPr>
          <p:cNvCxnSpPr/>
          <p:nvPr/>
        </p:nvCxnSpPr>
        <p:spPr>
          <a:xfrm>
            <a:off x="8404791" y="702656"/>
            <a:ext cx="0" cy="258297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直接连接符 550">
            <a:extLst>
              <a:ext uri="{FF2B5EF4-FFF2-40B4-BE49-F238E27FC236}">
                <a16:creationId xmlns:a16="http://schemas.microsoft.com/office/drawing/2014/main" id="{F3F610C8-C76D-2361-94FF-399AC2CFB397}"/>
              </a:ext>
            </a:extLst>
          </p:cNvPr>
          <p:cNvCxnSpPr>
            <a:cxnSpLocks/>
          </p:cNvCxnSpPr>
          <p:nvPr/>
        </p:nvCxnSpPr>
        <p:spPr>
          <a:xfrm>
            <a:off x="8140631" y="909747"/>
            <a:ext cx="0" cy="2385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直接连接符 562">
            <a:extLst>
              <a:ext uri="{FF2B5EF4-FFF2-40B4-BE49-F238E27FC236}">
                <a16:creationId xmlns:a16="http://schemas.microsoft.com/office/drawing/2014/main" id="{6C173740-7FAC-D6C4-BF1E-925785A4FA09}"/>
              </a:ext>
            </a:extLst>
          </p:cNvPr>
          <p:cNvCxnSpPr/>
          <p:nvPr/>
        </p:nvCxnSpPr>
        <p:spPr>
          <a:xfrm>
            <a:off x="8651683" y="530247"/>
            <a:ext cx="0" cy="27645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5BBAA1CC-3506-344E-5168-392BABC0570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765"/>
          <a:stretch/>
        </p:blipFill>
        <p:spPr>
          <a:xfrm>
            <a:off x="240632" y="1187535"/>
            <a:ext cx="1132351" cy="11323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15" name="组合 614">
            <a:extLst>
              <a:ext uri="{FF2B5EF4-FFF2-40B4-BE49-F238E27FC236}">
                <a16:creationId xmlns:a16="http://schemas.microsoft.com/office/drawing/2014/main" id="{C37151A0-1471-C185-3468-14160DB25B60}"/>
              </a:ext>
            </a:extLst>
          </p:cNvPr>
          <p:cNvGrpSpPr/>
          <p:nvPr/>
        </p:nvGrpSpPr>
        <p:grpSpPr>
          <a:xfrm>
            <a:off x="2865690" y="4057531"/>
            <a:ext cx="6832832" cy="2081253"/>
            <a:chOff x="1945640" y="3799999"/>
            <a:chExt cx="8476269" cy="2581837"/>
          </a:xfrm>
        </p:grpSpPr>
        <p:sp>
          <p:nvSpPr>
            <p:cNvPr id="648" name="矩形: 圆角 647">
              <a:extLst>
                <a:ext uri="{FF2B5EF4-FFF2-40B4-BE49-F238E27FC236}">
                  <a16:creationId xmlns:a16="http://schemas.microsoft.com/office/drawing/2014/main" id="{13A2BD80-4E88-A45C-020B-AC48642B166B}"/>
                </a:ext>
              </a:extLst>
            </p:cNvPr>
            <p:cNvSpPr/>
            <p:nvPr/>
          </p:nvSpPr>
          <p:spPr>
            <a:xfrm>
              <a:off x="3391286" y="3874353"/>
              <a:ext cx="2995857" cy="1433473"/>
            </a:xfrm>
            <a:prstGeom prst="roundRect">
              <a:avLst/>
            </a:prstGeom>
            <a:solidFill>
              <a:srgbClr val="FBE5D6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2" name="文本框 651">
              <a:extLst>
                <a:ext uri="{FF2B5EF4-FFF2-40B4-BE49-F238E27FC236}">
                  <a16:creationId xmlns:a16="http://schemas.microsoft.com/office/drawing/2014/main" id="{396B8650-FC6D-1FC8-D47D-F6F642A7E722}"/>
                </a:ext>
              </a:extLst>
            </p:cNvPr>
            <p:cNvSpPr txBox="1"/>
            <p:nvPr/>
          </p:nvSpPr>
          <p:spPr>
            <a:xfrm>
              <a:off x="4848522" y="4407861"/>
              <a:ext cx="1488833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600" i="0" dirty="0">
                  <a:solidFill>
                    <a:srgbClr val="24292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特征增强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22" name="组合 521">
              <a:extLst>
                <a:ext uri="{FF2B5EF4-FFF2-40B4-BE49-F238E27FC236}">
                  <a16:creationId xmlns:a16="http://schemas.microsoft.com/office/drawing/2014/main" id="{6FF2F573-61AA-A786-317D-E85A85935DA5}"/>
                </a:ext>
              </a:extLst>
            </p:cNvPr>
            <p:cNvGrpSpPr/>
            <p:nvPr/>
          </p:nvGrpSpPr>
          <p:grpSpPr>
            <a:xfrm>
              <a:off x="3723485" y="3799999"/>
              <a:ext cx="769862" cy="979250"/>
              <a:chOff x="3909222" y="1975230"/>
              <a:chExt cx="813283" cy="1034480"/>
            </a:xfrm>
          </p:grpSpPr>
          <p:sp>
            <p:nvSpPr>
              <p:cNvPr id="523" name="矩形 522">
                <a:extLst>
                  <a:ext uri="{FF2B5EF4-FFF2-40B4-BE49-F238E27FC236}">
                    <a16:creationId xmlns:a16="http://schemas.microsoft.com/office/drawing/2014/main" id="{7BA221E3-383F-051D-1651-6F79865B344F}"/>
                  </a:ext>
                </a:extLst>
              </p:cNvPr>
              <p:cNvSpPr/>
              <p:nvPr/>
            </p:nvSpPr>
            <p:spPr>
              <a:xfrm>
                <a:off x="3914278" y="2265730"/>
                <a:ext cx="765994" cy="743980"/>
              </a:xfrm>
              <a:prstGeom prst="rect">
                <a:avLst/>
              </a:prstGeom>
              <a:solidFill>
                <a:srgbClr val="BFBFBF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04DF95A7-1394-3F85-8D21-FD0594459DB1}"/>
                  </a:ext>
                </a:extLst>
              </p:cNvPr>
              <p:cNvSpPr/>
              <p:nvPr/>
            </p:nvSpPr>
            <p:spPr>
              <a:xfrm>
                <a:off x="3909222" y="2168072"/>
                <a:ext cx="765994" cy="743980"/>
              </a:xfrm>
              <a:prstGeom prst="rect">
                <a:avLst/>
              </a:prstGeom>
              <a:solidFill>
                <a:srgbClr val="E5B9B5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6" name="矩形 525">
                <a:extLst>
                  <a:ext uri="{FF2B5EF4-FFF2-40B4-BE49-F238E27FC236}">
                    <a16:creationId xmlns:a16="http://schemas.microsoft.com/office/drawing/2014/main" id="{CF616D07-B879-FA84-E31A-58EA98278E13}"/>
                  </a:ext>
                </a:extLst>
              </p:cNvPr>
              <p:cNvSpPr/>
              <p:nvPr/>
            </p:nvSpPr>
            <p:spPr>
              <a:xfrm>
                <a:off x="3921922" y="2072888"/>
                <a:ext cx="765994" cy="743980"/>
              </a:xfrm>
              <a:prstGeom prst="rect">
                <a:avLst/>
              </a:prstGeom>
              <a:solidFill>
                <a:srgbClr val="B7DDE8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矩形 526">
                <a:extLst>
                  <a:ext uri="{FF2B5EF4-FFF2-40B4-BE49-F238E27FC236}">
                    <a16:creationId xmlns:a16="http://schemas.microsoft.com/office/drawing/2014/main" id="{036FF000-D8E6-A38F-7821-05E46C037FAC}"/>
                  </a:ext>
                </a:extLst>
              </p:cNvPr>
              <p:cNvSpPr/>
              <p:nvPr/>
            </p:nvSpPr>
            <p:spPr>
              <a:xfrm>
                <a:off x="3956511" y="1975230"/>
                <a:ext cx="765994" cy="743980"/>
              </a:xfrm>
              <a:prstGeom prst="rect">
                <a:avLst/>
              </a:prstGeom>
              <a:solidFill>
                <a:srgbClr val="FBD7BB"/>
              </a:solidFill>
              <a:ln>
                <a:solidFill>
                  <a:schemeClr val="tx1"/>
                </a:solidFill>
              </a:ln>
              <a:scene3d>
                <a:camera prst="isometricOffAxis1Top"/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28" name="图片 527">
              <a:extLst>
                <a:ext uri="{FF2B5EF4-FFF2-40B4-BE49-F238E27FC236}">
                  <a16:creationId xmlns:a16="http://schemas.microsoft.com/office/drawing/2014/main" id="{19F601FB-E725-54EB-4DF6-DD93488CB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4005962" y="4397485"/>
              <a:ext cx="196453" cy="1166439"/>
            </a:xfrm>
            <a:prstGeom prst="rect">
              <a:avLst/>
            </a:prstGeom>
          </p:spPr>
        </p:pic>
        <p:grpSp>
          <p:nvGrpSpPr>
            <p:cNvPr id="542" name="组合 541">
              <a:extLst>
                <a:ext uri="{FF2B5EF4-FFF2-40B4-BE49-F238E27FC236}">
                  <a16:creationId xmlns:a16="http://schemas.microsoft.com/office/drawing/2014/main" id="{6F6A57E8-0793-5B1B-FC6E-08E7E512F281}"/>
                </a:ext>
              </a:extLst>
            </p:cNvPr>
            <p:cNvGrpSpPr/>
            <p:nvPr/>
          </p:nvGrpSpPr>
          <p:grpSpPr>
            <a:xfrm>
              <a:off x="2357027" y="4375756"/>
              <a:ext cx="1023509" cy="594838"/>
              <a:chOff x="2892885" y="4781789"/>
              <a:chExt cx="1023509" cy="594838"/>
            </a:xfrm>
          </p:grpSpPr>
          <p:cxnSp>
            <p:nvCxnSpPr>
              <p:cNvPr id="529" name="直接连接符 528">
                <a:extLst>
                  <a:ext uri="{FF2B5EF4-FFF2-40B4-BE49-F238E27FC236}">
                    <a16:creationId xmlns:a16="http://schemas.microsoft.com/office/drawing/2014/main" id="{E7370D46-3C8C-3F1F-3C9E-1F6B86FC6C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2885" y="5079208"/>
                <a:ext cx="66984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" name="直接连接符 532">
                <a:extLst>
                  <a:ext uri="{FF2B5EF4-FFF2-40B4-BE49-F238E27FC236}">
                    <a16:creationId xmlns:a16="http://schemas.microsoft.com/office/drawing/2014/main" id="{FF27B66E-7ACF-F5CB-33C4-7F5D8B9FAD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6273" y="4781789"/>
                <a:ext cx="0" cy="59483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0" name="直接箭头连接符 539">
                <a:extLst>
                  <a:ext uri="{FF2B5EF4-FFF2-40B4-BE49-F238E27FC236}">
                    <a16:creationId xmlns:a16="http://schemas.microsoft.com/office/drawing/2014/main" id="{A700B070-0F51-EDB0-5315-616E981391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731" y="478728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1" name="直接箭头连接符 540">
                <a:extLst>
                  <a:ext uri="{FF2B5EF4-FFF2-40B4-BE49-F238E27FC236}">
                    <a16:creationId xmlns:a16="http://schemas.microsoft.com/office/drawing/2014/main" id="{9FB4285E-E1B2-C7EF-C96A-695F553681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6541" y="5370212"/>
                <a:ext cx="34985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3" name="组合 542">
              <a:extLst>
                <a:ext uri="{FF2B5EF4-FFF2-40B4-BE49-F238E27FC236}">
                  <a16:creationId xmlns:a16="http://schemas.microsoft.com/office/drawing/2014/main" id="{FFBF3E33-E865-3FA9-A7B7-1196D4DE5801}"/>
                </a:ext>
              </a:extLst>
            </p:cNvPr>
            <p:cNvGrpSpPr/>
            <p:nvPr/>
          </p:nvGrpSpPr>
          <p:grpSpPr>
            <a:xfrm>
              <a:off x="4854670" y="4587947"/>
              <a:ext cx="146706" cy="145254"/>
              <a:chOff x="3044767" y="2832724"/>
              <a:chExt cx="146706" cy="145254"/>
            </a:xfrm>
          </p:grpSpPr>
          <p:sp>
            <p:nvSpPr>
              <p:cNvPr id="544" name="椭圆 543">
                <a:extLst>
                  <a:ext uri="{FF2B5EF4-FFF2-40B4-BE49-F238E27FC236}">
                    <a16:creationId xmlns:a16="http://schemas.microsoft.com/office/drawing/2014/main" id="{53EAA451-CF9D-030B-F2DD-6E69E8C18334}"/>
                  </a:ext>
                </a:extLst>
              </p:cNvPr>
              <p:cNvSpPr/>
              <p:nvPr/>
            </p:nvSpPr>
            <p:spPr>
              <a:xfrm>
                <a:off x="3044767" y="2832724"/>
                <a:ext cx="146706" cy="145254"/>
              </a:xfrm>
              <a:prstGeom prst="ellipse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545" name="直接连接符 544">
                <a:extLst>
                  <a:ext uri="{FF2B5EF4-FFF2-40B4-BE49-F238E27FC236}">
                    <a16:creationId xmlns:a16="http://schemas.microsoft.com/office/drawing/2014/main" id="{7A109874-DA2A-B1B1-5379-1F75BFDFD09B}"/>
                  </a:ext>
                </a:extLst>
              </p:cNvPr>
              <p:cNvCxnSpPr>
                <a:stCxn id="544" idx="0"/>
                <a:endCxn id="544" idx="4"/>
              </p:cNvCxnSpPr>
              <p:nvPr/>
            </p:nvCxnSpPr>
            <p:spPr>
              <a:xfrm>
                <a:off x="3118120" y="2832724"/>
                <a:ext cx="0" cy="14525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直接连接符 545">
                <a:extLst>
                  <a:ext uri="{FF2B5EF4-FFF2-40B4-BE49-F238E27FC236}">
                    <a16:creationId xmlns:a16="http://schemas.microsoft.com/office/drawing/2014/main" id="{313D6909-D455-DCA8-C526-430EB94C87F4}"/>
                  </a:ext>
                </a:extLst>
              </p:cNvPr>
              <p:cNvCxnSpPr>
                <a:stCxn id="544" idx="2"/>
                <a:endCxn id="544" idx="6"/>
              </p:cNvCxnSpPr>
              <p:nvPr/>
            </p:nvCxnSpPr>
            <p:spPr>
              <a:xfrm>
                <a:off x="3044767" y="2905351"/>
                <a:ext cx="146706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47" name="直接连接符 546">
              <a:extLst>
                <a:ext uri="{FF2B5EF4-FFF2-40B4-BE49-F238E27FC236}">
                  <a16:creationId xmlns:a16="http://schemas.microsoft.com/office/drawing/2014/main" id="{C1C92142-9E35-D403-1E89-FD712D2192E4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352657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直接连接符 551">
              <a:extLst>
                <a:ext uri="{FF2B5EF4-FFF2-40B4-BE49-F238E27FC236}">
                  <a16:creationId xmlns:a16="http://schemas.microsoft.com/office/drawing/2014/main" id="{758C3A43-E298-571B-6B60-D5E5E92C65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31142" y="4354562"/>
              <a:ext cx="30218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直接连接符 555">
              <a:extLst>
                <a:ext uri="{FF2B5EF4-FFF2-40B4-BE49-F238E27FC236}">
                  <a16:creationId xmlns:a16="http://schemas.microsoft.com/office/drawing/2014/main" id="{C3397697-A618-9CF6-D558-7CA891E878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96235" y="4980704"/>
              <a:ext cx="2288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直接连接符 568">
              <a:extLst>
                <a:ext uri="{FF2B5EF4-FFF2-40B4-BE49-F238E27FC236}">
                  <a16:creationId xmlns:a16="http://schemas.microsoft.com/office/drawing/2014/main" id="{23DF9775-B501-D6A0-0F0F-0E4E10CA743C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71" y="4731752"/>
              <a:ext cx="0" cy="2564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直接箭头连接符 570">
              <a:extLst>
                <a:ext uri="{FF2B5EF4-FFF2-40B4-BE49-F238E27FC236}">
                  <a16:creationId xmlns:a16="http://schemas.microsoft.com/office/drawing/2014/main" id="{52AF1EF1-AF00-4DFF-BE5F-44B1876752DD}"/>
                </a:ext>
              </a:extLst>
            </p:cNvPr>
            <p:cNvCxnSpPr>
              <a:cxnSpLocks/>
            </p:cNvCxnSpPr>
            <p:nvPr/>
          </p:nvCxnSpPr>
          <p:spPr>
            <a:xfrm>
              <a:off x="2356485" y="5947782"/>
              <a:ext cx="473527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直接箭头连接符 573">
              <a:extLst>
                <a:ext uri="{FF2B5EF4-FFF2-40B4-BE49-F238E27FC236}">
                  <a16:creationId xmlns:a16="http://schemas.microsoft.com/office/drawing/2014/main" id="{1EC3218F-8B56-B22B-60C3-F00B2A147919}"/>
                </a:ext>
              </a:extLst>
            </p:cNvPr>
            <p:cNvCxnSpPr>
              <a:cxnSpLocks/>
            </p:cNvCxnSpPr>
            <p:nvPr/>
          </p:nvCxnSpPr>
          <p:spPr>
            <a:xfrm>
              <a:off x="6387143" y="4725624"/>
              <a:ext cx="704619" cy="3064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6" name="矩形 575">
              <a:extLst>
                <a:ext uri="{FF2B5EF4-FFF2-40B4-BE49-F238E27FC236}">
                  <a16:creationId xmlns:a16="http://schemas.microsoft.com/office/drawing/2014/main" id="{9B479D7F-22DF-00AD-5CF8-DA4EFEF22A2C}"/>
                </a:ext>
              </a:extLst>
            </p:cNvPr>
            <p:cNvSpPr/>
            <p:nvPr/>
          </p:nvSpPr>
          <p:spPr>
            <a:xfrm>
              <a:off x="7108733" y="4407600"/>
              <a:ext cx="730660" cy="636047"/>
            </a:xfrm>
            <a:prstGeom prst="rect">
              <a:avLst/>
            </a:prstGeom>
            <a:solidFill>
              <a:srgbClr val="EAC7C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RPN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38E226BD-8C45-3CCF-CE84-A0CDBD6E10BF}"/>
                </a:ext>
              </a:extLst>
            </p:cNvPr>
            <p:cNvGrpSpPr/>
            <p:nvPr/>
          </p:nvGrpSpPr>
          <p:grpSpPr>
            <a:xfrm rot="16200000">
              <a:off x="7785082" y="4932260"/>
              <a:ext cx="592281" cy="1978921"/>
              <a:chOff x="3683381" y="4823232"/>
              <a:chExt cx="592281" cy="1399310"/>
            </a:xfrm>
          </p:grpSpPr>
          <p:sp>
            <p:nvSpPr>
              <p:cNvPr id="586" name="矩形: 圆角 585">
                <a:extLst>
                  <a:ext uri="{FF2B5EF4-FFF2-40B4-BE49-F238E27FC236}">
                    <a16:creationId xmlns:a16="http://schemas.microsoft.com/office/drawing/2014/main" id="{F7DC6BFF-70EB-BE97-488B-5E4DEB942027}"/>
                  </a:ext>
                </a:extLst>
              </p:cNvPr>
              <p:cNvSpPr/>
              <p:nvPr/>
            </p:nvSpPr>
            <p:spPr>
              <a:xfrm>
                <a:off x="3683381" y="4823232"/>
                <a:ext cx="592281" cy="1399310"/>
              </a:xfrm>
              <a:prstGeom prst="roundRect">
                <a:avLst/>
              </a:prstGeom>
              <a:solidFill>
                <a:srgbClr val="FFF2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8" name="文本框 587">
                <a:extLst>
                  <a:ext uri="{FF2B5EF4-FFF2-40B4-BE49-F238E27FC236}">
                    <a16:creationId xmlns:a16="http://schemas.microsoft.com/office/drawing/2014/main" id="{CAC4BD40-5F5D-2171-8B9D-40A62593E9E2}"/>
                  </a:ext>
                </a:extLst>
              </p:cNvPr>
              <p:cNvSpPr txBox="1"/>
              <p:nvPr/>
            </p:nvSpPr>
            <p:spPr>
              <a:xfrm>
                <a:off x="3800375" y="5080375"/>
                <a:ext cx="430887" cy="976922"/>
              </a:xfrm>
              <a:prstGeom prst="rect">
                <a:avLst/>
              </a:prstGeom>
              <a:noFill/>
            </p:spPr>
            <p:txBody>
              <a:bodyPr vert="eaVert"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ROI Align</a:t>
                </a:r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592" name="直接连接符 591">
              <a:extLst>
                <a:ext uri="{FF2B5EF4-FFF2-40B4-BE49-F238E27FC236}">
                  <a16:creationId xmlns:a16="http://schemas.microsoft.com/office/drawing/2014/main" id="{94A23A6A-85B1-56A6-FA6F-9273D3F867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33501" y="4725624"/>
              <a:ext cx="60666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直接箭头连接符 593">
              <a:extLst>
                <a:ext uri="{FF2B5EF4-FFF2-40B4-BE49-F238E27FC236}">
                  <a16:creationId xmlns:a16="http://schemas.microsoft.com/office/drawing/2014/main" id="{E4BB0F55-E1FD-4666-2444-961F584D9306}"/>
                </a:ext>
              </a:extLst>
            </p:cNvPr>
            <p:cNvCxnSpPr>
              <a:cxnSpLocks/>
            </p:cNvCxnSpPr>
            <p:nvPr/>
          </p:nvCxnSpPr>
          <p:spPr>
            <a:xfrm>
              <a:off x="8432062" y="4725624"/>
              <a:ext cx="0" cy="883063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1" name="文本框 600">
              <a:extLst>
                <a:ext uri="{FF2B5EF4-FFF2-40B4-BE49-F238E27FC236}">
                  <a16:creationId xmlns:a16="http://schemas.microsoft.com/office/drawing/2014/main" id="{6FA4E065-7471-2B6A-E657-CA522BFA83CF}"/>
                </a:ext>
              </a:extLst>
            </p:cNvPr>
            <p:cNvSpPr txBox="1"/>
            <p:nvPr/>
          </p:nvSpPr>
          <p:spPr>
            <a:xfrm>
              <a:off x="8408542" y="4994639"/>
              <a:ext cx="1403092" cy="419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提示框</a:t>
              </a:r>
            </a:p>
          </p:txBody>
        </p:sp>
        <p:sp>
          <p:nvSpPr>
            <p:cNvPr id="602" name="箭头: 右 601">
              <a:extLst>
                <a:ext uri="{FF2B5EF4-FFF2-40B4-BE49-F238E27FC236}">
                  <a16:creationId xmlns:a16="http://schemas.microsoft.com/office/drawing/2014/main" id="{B3ADA326-B4E6-5FAC-4BB9-8B9EA60764F1}"/>
                </a:ext>
              </a:extLst>
            </p:cNvPr>
            <p:cNvSpPr/>
            <p:nvPr/>
          </p:nvSpPr>
          <p:spPr>
            <a:xfrm>
              <a:off x="9221362" y="5819659"/>
              <a:ext cx="368154" cy="256246"/>
            </a:xfrm>
            <a:prstGeom prst="rightArrow">
              <a:avLst/>
            </a:prstGeom>
            <a:solidFill>
              <a:srgbClr val="FBD7BB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3" name="矩形 602">
              <a:extLst>
                <a:ext uri="{FF2B5EF4-FFF2-40B4-BE49-F238E27FC236}">
                  <a16:creationId xmlns:a16="http://schemas.microsoft.com/office/drawing/2014/main" id="{DA51B731-8ED1-505A-E3FB-8026F084324C}"/>
                </a:ext>
              </a:extLst>
            </p:cNvPr>
            <p:cNvSpPr/>
            <p:nvPr/>
          </p:nvSpPr>
          <p:spPr>
            <a:xfrm>
              <a:off x="9679289" y="5484314"/>
              <a:ext cx="741950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class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4" name="矩形 603">
              <a:extLst>
                <a:ext uri="{FF2B5EF4-FFF2-40B4-BE49-F238E27FC236}">
                  <a16:creationId xmlns:a16="http://schemas.microsoft.com/office/drawing/2014/main" id="{7AA612B1-FC81-8C08-F81F-FCED1864F8F4}"/>
                </a:ext>
              </a:extLst>
            </p:cNvPr>
            <p:cNvSpPr/>
            <p:nvPr/>
          </p:nvSpPr>
          <p:spPr>
            <a:xfrm>
              <a:off x="9678866" y="5810365"/>
              <a:ext cx="742452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box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5" name="矩形 604">
              <a:extLst>
                <a:ext uri="{FF2B5EF4-FFF2-40B4-BE49-F238E27FC236}">
                  <a16:creationId xmlns:a16="http://schemas.microsoft.com/office/drawing/2014/main" id="{5EC759B5-C0FF-0AFF-613B-701B104B8B2F}"/>
                </a:ext>
              </a:extLst>
            </p:cNvPr>
            <p:cNvSpPr/>
            <p:nvPr/>
          </p:nvSpPr>
          <p:spPr>
            <a:xfrm>
              <a:off x="9675580" y="6139019"/>
              <a:ext cx="746329" cy="24281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mask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6" name="直接连接符 605">
              <a:extLst>
                <a:ext uri="{FF2B5EF4-FFF2-40B4-BE49-F238E27FC236}">
                  <a16:creationId xmlns:a16="http://schemas.microsoft.com/office/drawing/2014/main" id="{6FF1FF09-5695-5EC2-4498-602A54D398BF}"/>
                </a:ext>
              </a:extLst>
            </p:cNvPr>
            <p:cNvCxnSpPr>
              <a:cxnSpLocks/>
            </p:cNvCxnSpPr>
            <p:nvPr/>
          </p:nvCxnSpPr>
          <p:spPr>
            <a:xfrm>
              <a:off x="2362275" y="4674236"/>
              <a:ext cx="0" cy="127354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直接连接符 611">
              <a:extLst>
                <a:ext uri="{FF2B5EF4-FFF2-40B4-BE49-F238E27FC236}">
                  <a16:creationId xmlns:a16="http://schemas.microsoft.com/office/drawing/2014/main" id="{AA92AA81-A064-EED1-470F-637E51547474}"/>
                </a:ext>
              </a:extLst>
            </p:cNvPr>
            <p:cNvCxnSpPr>
              <a:cxnSpLocks/>
            </p:cNvCxnSpPr>
            <p:nvPr/>
          </p:nvCxnSpPr>
          <p:spPr>
            <a:xfrm>
              <a:off x="1945640" y="5311140"/>
              <a:ext cx="41084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5" name="矩形 224">
            <a:extLst>
              <a:ext uri="{FF2B5EF4-FFF2-40B4-BE49-F238E27FC236}">
                <a16:creationId xmlns:a16="http://schemas.microsoft.com/office/drawing/2014/main" id="{57E3975E-8993-30BA-82C7-62F7E754AA8F}"/>
              </a:ext>
            </a:extLst>
          </p:cNvPr>
          <p:cNvSpPr/>
          <p:nvPr/>
        </p:nvSpPr>
        <p:spPr>
          <a:xfrm>
            <a:off x="4994770" y="2656786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3066BC84-C074-05C7-199A-E617562F7B40}"/>
              </a:ext>
            </a:extLst>
          </p:cNvPr>
          <p:cNvSpPr/>
          <p:nvPr/>
        </p:nvSpPr>
        <p:spPr>
          <a:xfrm>
            <a:off x="6609668" y="2659960"/>
            <a:ext cx="1086315" cy="289143"/>
          </a:xfrm>
          <a:prstGeom prst="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适配器</a:t>
            </a:r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B1967DA1-BDC5-6360-1CCF-04CC51B113D9}"/>
              </a:ext>
            </a:extLst>
          </p:cNvPr>
          <p:cNvSpPr/>
          <p:nvPr/>
        </p:nvSpPr>
        <p:spPr>
          <a:xfrm>
            <a:off x="2824255" y="3644287"/>
            <a:ext cx="6227502" cy="2752519"/>
          </a:xfrm>
          <a:prstGeom prst="rect">
            <a:avLst/>
          </a:prstGeom>
          <a:noFill/>
          <a:ln w="63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7BB908B8-762E-BA50-6A5A-B90AB7534041}"/>
              </a:ext>
            </a:extLst>
          </p:cNvPr>
          <p:cNvSpPr txBox="1"/>
          <p:nvPr/>
        </p:nvSpPr>
        <p:spPr>
          <a:xfrm>
            <a:off x="2824254" y="3714929"/>
            <a:ext cx="112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解码器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08F2FC62-2271-8257-1E13-1AD88EEE9311}"/>
                  </a:ext>
                </a:extLst>
              </p:cNvPr>
              <p:cNvSpPr txBox="1"/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67C9FEE-920C-B433-6DBD-B0F7E67B1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849" y="5336461"/>
                <a:ext cx="658083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386D1C92-0559-822E-6E5D-CB905A6F1B92}"/>
                  </a:ext>
                </a:extLst>
              </p:cNvPr>
              <p:cNvSpPr txBox="1"/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𝑏𝑏𝑜𝑥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B70BF305-C1AB-0EE4-DEAD-8AAE0E3EA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018" y="5616551"/>
                <a:ext cx="658083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2250886B-0094-6BE5-C5B8-88EA94D975E7}"/>
                  </a:ext>
                </a:extLst>
              </p:cNvPr>
              <p:cNvSpPr txBox="1"/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𝑚𝑎𝑠𝑘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49E98A93-7F88-F4E1-47F9-91BB94BA2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937" y="5876320"/>
                <a:ext cx="658083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26608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27813-FA9F-C3A4-3BD4-50947F5FE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FB765524-4EE7-99A0-A8FE-63D7B9B9EF13}"/>
              </a:ext>
            </a:extLst>
          </p:cNvPr>
          <p:cNvCxnSpPr/>
          <p:nvPr/>
        </p:nvCxnSpPr>
        <p:spPr>
          <a:xfrm>
            <a:off x="3659203" y="2217055"/>
            <a:ext cx="6595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68EA379E-0968-172C-C8C8-894DAB1A6795}"/>
              </a:ext>
            </a:extLst>
          </p:cNvPr>
          <p:cNvSpPr txBox="1"/>
          <p:nvPr/>
        </p:nvSpPr>
        <p:spPr>
          <a:xfrm>
            <a:off x="3588179" y="1922170"/>
            <a:ext cx="734681" cy="347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8C130699-8500-6A51-9FE4-48A13569C179}"/>
              </a:ext>
            </a:extLst>
          </p:cNvPr>
          <p:cNvGrpSpPr/>
          <p:nvPr/>
        </p:nvGrpSpPr>
        <p:grpSpPr>
          <a:xfrm>
            <a:off x="4526902" y="1717036"/>
            <a:ext cx="769862" cy="979250"/>
            <a:chOff x="3909222" y="1975230"/>
            <a:chExt cx="813283" cy="1034480"/>
          </a:xfrm>
        </p:grpSpPr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ECF86B21-E459-FA85-F28F-9861D3EA3A11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E49B98EE-70E6-5BD5-8825-3DC95C58127D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0DA6A525-FDF9-790B-C495-D9AFB5C46B5B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A3AC8F27-746B-E6B9-027E-A202A9A79375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pic>
        <p:nvPicPr>
          <p:cNvPr id="129" name="图片 128">
            <a:extLst>
              <a:ext uri="{FF2B5EF4-FFF2-40B4-BE49-F238E27FC236}">
                <a16:creationId xmlns:a16="http://schemas.microsoft.com/office/drawing/2014/main" id="{954D2041-4ECE-14A1-B283-CB71573B3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329" y="1687079"/>
            <a:ext cx="345005" cy="1078140"/>
          </a:xfrm>
          <a:prstGeom prst="rect">
            <a:avLst/>
          </a:prstGeom>
        </p:spPr>
      </p:pic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75FBBC78-FC86-FD3E-4C95-965DAEFC328E}"/>
              </a:ext>
            </a:extLst>
          </p:cNvPr>
          <p:cNvCxnSpPr>
            <a:cxnSpLocks/>
          </p:cNvCxnSpPr>
          <p:nvPr/>
        </p:nvCxnSpPr>
        <p:spPr>
          <a:xfrm>
            <a:off x="5477613" y="2199958"/>
            <a:ext cx="65150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2736AC15-F88B-242B-8232-244E4A519943}"/>
              </a:ext>
            </a:extLst>
          </p:cNvPr>
          <p:cNvCxnSpPr>
            <a:cxnSpLocks/>
          </p:cNvCxnSpPr>
          <p:nvPr/>
        </p:nvCxnSpPr>
        <p:spPr>
          <a:xfrm>
            <a:off x="7249568" y="2223015"/>
            <a:ext cx="7196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3" name="对象 132">
            <a:extLst>
              <a:ext uri="{FF2B5EF4-FFF2-40B4-BE49-F238E27FC236}">
                <a16:creationId xmlns:a16="http://schemas.microsoft.com/office/drawing/2014/main" id="{210E625A-DF41-353C-0B2E-6DD8AF9590A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9399708"/>
              </p:ext>
            </p:extLst>
          </p:nvPr>
        </p:nvGraphicFramePr>
        <p:xfrm>
          <a:off x="8724734" y="2038568"/>
          <a:ext cx="367426" cy="395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880" imgH="177480" progId="Equation.DSMT4">
                  <p:embed/>
                </p:oleObj>
              </mc:Choice>
              <mc:Fallback>
                <p:oleObj name="Equation" r:id="rId3" imgW="164880" imgH="177480" progId="Equation.DSMT4">
                  <p:embed/>
                  <p:pic>
                    <p:nvPicPr>
                      <p:cNvPr id="133" name="对象 132">
                        <a:extLst>
                          <a:ext uri="{FF2B5EF4-FFF2-40B4-BE49-F238E27FC236}">
                            <a16:creationId xmlns:a16="http://schemas.microsoft.com/office/drawing/2014/main" id="{0E278530-D71A-2CAB-9A29-66B0C1AF26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724734" y="2038568"/>
                        <a:ext cx="367426" cy="395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0B98D135-AEEE-80C5-3FDC-1697A4BC537A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>
            <a:off x="3855135" y="4302027"/>
            <a:ext cx="499031" cy="20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E61A1DC9-105C-3BC9-5D49-4E8934F9CA74}"/>
              </a:ext>
            </a:extLst>
          </p:cNvPr>
          <p:cNvCxnSpPr>
            <a:cxnSpLocks/>
          </p:cNvCxnSpPr>
          <p:nvPr/>
        </p:nvCxnSpPr>
        <p:spPr>
          <a:xfrm>
            <a:off x="4708783" y="4301181"/>
            <a:ext cx="8422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32AE044A-D3A2-85D2-0F30-966C57B05113}"/>
                  </a:ext>
                </a:extLst>
              </p:cNvPr>
              <p:cNvSpPr txBox="1"/>
              <p:nvPr/>
            </p:nvSpPr>
            <p:spPr>
              <a:xfrm>
                <a:off x="3777631" y="3962495"/>
                <a:ext cx="729365" cy="243868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6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×3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9" name="对象 138">
                <a:extLst>
                  <a:ext uri="{FF2B5EF4-FFF2-40B4-BE49-F238E27FC236}">
                    <a16:creationId xmlns:a16="http://schemas.microsoft.com/office/drawing/2014/main" id="{32AE044A-D3A2-85D2-0F30-966C57B05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7631" y="3962495"/>
                <a:ext cx="729365" cy="243868"/>
              </a:xfrm>
              <a:prstGeom prst="rect">
                <a:avLst/>
              </a:prstGeom>
              <a:blipFill>
                <a:blip r:embed="rId5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对象 139">
                <a:extLst>
                  <a:ext uri="{FF2B5EF4-FFF2-40B4-BE49-F238E27FC236}">
                    <a16:creationId xmlns:a16="http://schemas.microsoft.com/office/drawing/2014/main" id="{35AEAC98-595E-DA1B-D4BF-EF9AE0B6BE88}"/>
                  </a:ext>
                </a:extLst>
              </p:cNvPr>
              <p:cNvSpPr txBox="1"/>
              <p:nvPr/>
            </p:nvSpPr>
            <p:spPr>
              <a:xfrm>
                <a:off x="8291182" y="1913334"/>
                <a:ext cx="322263" cy="250825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140" name="对象 139">
                <a:extLst>
                  <a:ext uri="{FF2B5EF4-FFF2-40B4-BE49-F238E27FC236}">
                    <a16:creationId xmlns:a16="http://schemas.microsoft.com/office/drawing/2014/main" id="{35AEAC98-595E-DA1B-D4BF-EF9AE0B6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182" y="1913334"/>
                <a:ext cx="322263" cy="250825"/>
              </a:xfrm>
              <a:prstGeom prst="rect">
                <a:avLst/>
              </a:prstGeom>
              <a:blipFill>
                <a:blip r:embed="rId6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9E18814-93A3-31FA-4FDA-8D0433FD12B0}"/>
              </a:ext>
            </a:extLst>
          </p:cNvPr>
          <p:cNvGrpSpPr/>
          <p:nvPr/>
        </p:nvGrpSpPr>
        <p:grpSpPr>
          <a:xfrm>
            <a:off x="1718805" y="1423531"/>
            <a:ext cx="1941715" cy="1599857"/>
            <a:chOff x="1781891" y="1903366"/>
            <a:chExt cx="1377754" cy="1135187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71" name="对象 170">
                  <a:extLst>
                    <a:ext uri="{FF2B5EF4-FFF2-40B4-BE49-F238E27FC236}">
                      <a16:creationId xmlns:a16="http://schemas.microsoft.com/office/drawing/2014/main" id="{317A8D9B-5896-7EA1-9423-5A5FAA239322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95" y="2423916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7" imgW="266400" imgH="164880" progId="Equation.DSMT4">
                        <p:embed/>
                      </p:oleObj>
                    </mc:Choice>
                    <mc:Fallback>
                      <p:oleObj name="Equation" r:id="rId7" imgW="266400" imgH="164880" progId="Equation.DSMT4">
                        <p:embed/>
                        <p:pic>
                          <p:nvPicPr>
                            <p:cNvPr id="171" name="对象 170">
                              <a:extLst>
                                <a:ext uri="{FF2B5EF4-FFF2-40B4-BE49-F238E27FC236}">
                                  <a16:creationId xmlns:a16="http://schemas.microsoft.com/office/drawing/2014/main" id="{EBAD844A-3313-6F6A-22E0-74E7A3F082CA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95" y="2423916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71" name="对象 170">
                  <a:extLst>
                    <a:ext uri="{FF2B5EF4-FFF2-40B4-BE49-F238E27FC236}">
                      <a16:creationId xmlns:a16="http://schemas.microsoft.com/office/drawing/2014/main" id="{317A8D9B-5896-7EA1-9423-5A5FAA239322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95" y="2423916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1" name="对象 170">
                              <a:extLst>
                                <a:ext uri="{FF2B5EF4-FFF2-40B4-BE49-F238E27FC236}">
                                  <a16:creationId xmlns:a16="http://schemas.microsoft.com/office/drawing/2014/main" id="{EBAD844A-3313-6F6A-22E0-74E7A3F082CA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95" y="2423916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72" name="对象 171">
                  <a:extLst>
                    <a:ext uri="{FF2B5EF4-FFF2-40B4-BE49-F238E27FC236}">
                      <a16:creationId xmlns:a16="http://schemas.microsoft.com/office/drawing/2014/main" id="{D5C3704E-D3D2-0285-81E1-AA7A59F77C53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0281" y="269664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2" name="对象 171">
                              <a:extLst>
                                <a:ext uri="{FF2B5EF4-FFF2-40B4-BE49-F238E27FC236}">
                                  <a16:creationId xmlns:a16="http://schemas.microsoft.com/office/drawing/2014/main" id="{DDEFE586-ECBD-3A0C-0291-B927B706DC6E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0281" y="269664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72" name="对象 171">
                  <a:extLst>
                    <a:ext uri="{FF2B5EF4-FFF2-40B4-BE49-F238E27FC236}">
                      <a16:creationId xmlns:a16="http://schemas.microsoft.com/office/drawing/2014/main" id="{D5C3704E-D3D2-0285-81E1-AA7A59F77C53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0281" y="269664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2" name="对象 171">
                              <a:extLst>
                                <a:ext uri="{FF2B5EF4-FFF2-40B4-BE49-F238E27FC236}">
                                  <a16:creationId xmlns:a16="http://schemas.microsoft.com/office/drawing/2014/main" id="{DDEFE586-ECBD-3A0C-0291-B927B706DC6E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0281" y="269664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73" name="对象 172">
                  <a:extLst>
                    <a:ext uri="{FF2B5EF4-FFF2-40B4-BE49-F238E27FC236}">
                      <a16:creationId xmlns:a16="http://schemas.microsoft.com/office/drawing/2014/main" id="{3546F8BD-2577-6064-7064-C933F98D65B4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80" y="216686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7" imgW="266400" imgH="164880" progId="Equation.DSMT4">
                        <p:embed/>
                      </p:oleObj>
                    </mc:Choice>
                    <mc:Fallback>
                      <p:oleObj name="Equation" r:id="rId7" imgW="266400" imgH="164880" progId="Equation.DSMT4">
                        <p:embed/>
                        <p:pic>
                          <p:nvPicPr>
                            <p:cNvPr id="173" name="对象 172">
                              <a:extLst>
                                <a:ext uri="{FF2B5EF4-FFF2-40B4-BE49-F238E27FC236}">
                                  <a16:creationId xmlns:a16="http://schemas.microsoft.com/office/drawing/2014/main" id="{57F5E31E-8D70-E388-C0FA-BD1900E6FF06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80" y="216686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73" name="对象 172">
                  <a:extLst>
                    <a:ext uri="{FF2B5EF4-FFF2-40B4-BE49-F238E27FC236}">
                      <a16:creationId xmlns:a16="http://schemas.microsoft.com/office/drawing/2014/main" id="{3546F8BD-2577-6064-7064-C933F98D65B4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5780" y="2166861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73" name="对象 172">
                              <a:extLst>
                                <a:ext uri="{FF2B5EF4-FFF2-40B4-BE49-F238E27FC236}">
                                  <a16:creationId xmlns:a16="http://schemas.microsoft.com/office/drawing/2014/main" id="{57F5E31E-8D70-E388-C0FA-BD1900E6FF06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5780" y="2166861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174" name="立方体 173">
              <a:extLst>
                <a:ext uri="{FF2B5EF4-FFF2-40B4-BE49-F238E27FC236}">
                  <a16:creationId xmlns:a16="http://schemas.microsoft.com/office/drawing/2014/main" id="{42996CF8-9971-D8D1-1EB7-8EE989A758D4}"/>
                </a:ext>
              </a:extLst>
            </p:cNvPr>
            <p:cNvSpPr/>
            <p:nvPr/>
          </p:nvSpPr>
          <p:spPr>
            <a:xfrm>
              <a:off x="1783422" y="26851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立方体 174">
              <a:extLst>
                <a:ext uri="{FF2B5EF4-FFF2-40B4-BE49-F238E27FC236}">
                  <a16:creationId xmlns:a16="http://schemas.microsoft.com/office/drawing/2014/main" id="{F5159EC0-2849-35CB-B103-242A17CE43B3}"/>
                </a:ext>
              </a:extLst>
            </p:cNvPr>
            <p:cNvSpPr/>
            <p:nvPr/>
          </p:nvSpPr>
          <p:spPr>
            <a:xfrm>
              <a:off x="1783126" y="242391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立方体 175">
              <a:extLst>
                <a:ext uri="{FF2B5EF4-FFF2-40B4-BE49-F238E27FC236}">
                  <a16:creationId xmlns:a16="http://schemas.microsoft.com/office/drawing/2014/main" id="{08198011-0EBF-BB29-EA26-B15DF48CA9A2}"/>
                </a:ext>
              </a:extLst>
            </p:cNvPr>
            <p:cNvSpPr/>
            <p:nvPr/>
          </p:nvSpPr>
          <p:spPr>
            <a:xfrm>
              <a:off x="1784152" y="2163425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立方体 176">
              <a:extLst>
                <a:ext uri="{FF2B5EF4-FFF2-40B4-BE49-F238E27FC236}">
                  <a16:creationId xmlns:a16="http://schemas.microsoft.com/office/drawing/2014/main" id="{9CCA7B80-E3B2-F9A8-B273-2363EE2F4443}"/>
                </a:ext>
              </a:extLst>
            </p:cNvPr>
            <p:cNvSpPr/>
            <p:nvPr/>
          </p:nvSpPr>
          <p:spPr>
            <a:xfrm>
              <a:off x="1781891" y="1903366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对象 177">
                  <a:extLst>
                    <a:ext uri="{FF2B5EF4-FFF2-40B4-BE49-F238E27FC236}">
                      <a16:creationId xmlns:a16="http://schemas.microsoft.com/office/drawing/2014/main" id="{51703989-76DF-1202-3680-4A3347C415BF}"/>
                    </a:ext>
                  </a:extLst>
                </p:cNvPr>
                <p:cNvSpPr txBox="1"/>
                <p:nvPr/>
              </p:nvSpPr>
              <p:spPr>
                <a:xfrm>
                  <a:off x="2123135" y="1933891"/>
                  <a:ext cx="190364" cy="242180"/>
                </a:xfrm>
                <a:prstGeom prst="rect">
                  <a:avLst/>
                </a:prstGeom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  <m:sup>
                            <m:r>
                              <a:rPr lang="en-US" altLang="zh-CN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78" name="对象 177">
                  <a:extLst>
                    <a:ext uri="{FF2B5EF4-FFF2-40B4-BE49-F238E27FC236}">
                      <a16:creationId xmlns:a16="http://schemas.microsoft.com/office/drawing/2014/main" id="{51703989-76DF-1202-3680-4A3347C415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135" y="1933891"/>
                  <a:ext cx="190364" cy="242180"/>
                </a:xfrm>
                <a:prstGeom prst="rect">
                  <a:avLst/>
                </a:prstGeom>
                <a:blipFill>
                  <a:blip r:embed="rId12"/>
                  <a:stretch>
                    <a:fillRect r="-181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2" name="直接连接符 181">
              <a:extLst>
                <a:ext uri="{FF2B5EF4-FFF2-40B4-BE49-F238E27FC236}">
                  <a16:creationId xmlns:a16="http://schemas.microsoft.com/office/drawing/2014/main" id="{4910E266-A2F0-4801-09F2-65B76C87CB27}"/>
                </a:ext>
              </a:extLst>
            </p:cNvPr>
            <p:cNvCxnSpPr/>
            <p:nvPr/>
          </p:nvCxnSpPr>
          <p:spPr>
            <a:xfrm>
              <a:off x="2724538" y="2071017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183" name="对象 182">
                  <a:extLst>
                    <a:ext uri="{FF2B5EF4-FFF2-40B4-BE49-F238E27FC236}">
                      <a16:creationId xmlns:a16="http://schemas.microsoft.com/office/drawing/2014/main" id="{EE81B6F6-C2AE-2560-E0AD-488926C8D237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4507" y="1911633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83" name="对象 182">
                              <a:extLst>
                                <a:ext uri="{FF2B5EF4-FFF2-40B4-BE49-F238E27FC236}">
                                  <a16:creationId xmlns:a16="http://schemas.microsoft.com/office/drawing/2014/main" id="{4A4FA24F-8CBE-7FE0-CFA7-B98B8617FE55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4507" y="1911633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183" name="对象 182">
                  <a:extLst>
                    <a:ext uri="{FF2B5EF4-FFF2-40B4-BE49-F238E27FC236}">
                      <a16:creationId xmlns:a16="http://schemas.microsoft.com/office/drawing/2014/main" id="{EE81B6F6-C2AE-2560-E0AD-488926C8D237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2864507" y="1911633"/>
                <a:ext cx="260710" cy="16139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10" imgW="266400" imgH="164880" progId="Equation.DSMT4">
                        <p:embed/>
                      </p:oleObj>
                    </mc:Choice>
                    <mc:Fallback>
                      <p:oleObj name="Equation" r:id="rId10" imgW="266400" imgH="164880" progId="Equation.DSMT4">
                        <p:embed/>
                        <p:pic>
                          <p:nvPicPr>
                            <p:cNvPr id="183" name="对象 182">
                              <a:extLst>
                                <a:ext uri="{FF2B5EF4-FFF2-40B4-BE49-F238E27FC236}">
                                  <a16:creationId xmlns:a16="http://schemas.microsoft.com/office/drawing/2014/main" id="{4A4FA24F-8CBE-7FE0-CFA7-B98B8617FE55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864507" y="1911633"/>
                              <a:ext cx="260710" cy="16139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cxnSp>
          <p:nvCxnSpPr>
            <p:cNvPr id="184" name="直接连接符 183">
              <a:extLst>
                <a:ext uri="{FF2B5EF4-FFF2-40B4-BE49-F238E27FC236}">
                  <a16:creationId xmlns:a16="http://schemas.microsoft.com/office/drawing/2014/main" id="{16DF43D5-2A83-15A9-B5A6-BF3A55DC39AD}"/>
                </a:ext>
              </a:extLst>
            </p:cNvPr>
            <p:cNvCxnSpPr/>
            <p:nvPr/>
          </p:nvCxnSpPr>
          <p:spPr>
            <a:xfrm>
              <a:off x="2727645" y="2335385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接连接符 184">
              <a:extLst>
                <a:ext uri="{FF2B5EF4-FFF2-40B4-BE49-F238E27FC236}">
                  <a16:creationId xmlns:a16="http://schemas.microsoft.com/office/drawing/2014/main" id="{E9BB976D-035F-9B64-AE95-5787B6AD32CC}"/>
                </a:ext>
              </a:extLst>
            </p:cNvPr>
            <p:cNvCxnSpPr/>
            <p:nvPr/>
          </p:nvCxnSpPr>
          <p:spPr>
            <a:xfrm>
              <a:off x="2724538" y="2587578"/>
              <a:ext cx="43200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连接符 185">
              <a:extLst>
                <a:ext uri="{FF2B5EF4-FFF2-40B4-BE49-F238E27FC236}">
                  <a16:creationId xmlns:a16="http://schemas.microsoft.com/office/drawing/2014/main" id="{B8366AEE-25F9-19CF-3674-599F63D6C28E}"/>
                </a:ext>
              </a:extLst>
            </p:cNvPr>
            <p:cNvCxnSpPr/>
            <p:nvPr/>
          </p:nvCxnSpPr>
          <p:spPr>
            <a:xfrm>
              <a:off x="2719205" y="2861842"/>
              <a:ext cx="432000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6A119D5C-9ADC-945F-3B13-32026C00682E}"/>
              </a:ext>
            </a:extLst>
          </p:cNvPr>
          <p:cNvCxnSpPr>
            <a:cxnSpLocks/>
          </p:cNvCxnSpPr>
          <p:nvPr/>
        </p:nvCxnSpPr>
        <p:spPr>
          <a:xfrm flipV="1">
            <a:off x="8259882" y="2230205"/>
            <a:ext cx="5073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4407E3F0-A694-1012-6691-DCEBB33C1563}"/>
              </a:ext>
            </a:extLst>
          </p:cNvPr>
          <p:cNvCxnSpPr>
            <a:cxnSpLocks/>
          </p:cNvCxnSpPr>
          <p:nvPr/>
        </p:nvCxnSpPr>
        <p:spPr>
          <a:xfrm>
            <a:off x="6013853" y="4336068"/>
            <a:ext cx="7808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aphicFrame>
        <p:nvGraphicFramePr>
          <p:cNvPr id="145" name="对象 144">
            <a:extLst>
              <a:ext uri="{FF2B5EF4-FFF2-40B4-BE49-F238E27FC236}">
                <a16:creationId xmlns:a16="http://schemas.microsoft.com/office/drawing/2014/main" id="{D51B9992-C674-57D5-1B05-7EE62D12AF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811981"/>
              </p:ext>
            </p:extLst>
          </p:nvPr>
        </p:nvGraphicFramePr>
        <p:xfrm>
          <a:off x="6762057" y="4148194"/>
          <a:ext cx="367426" cy="395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880" imgH="177480" progId="Equation.DSMT4">
                  <p:embed/>
                </p:oleObj>
              </mc:Choice>
              <mc:Fallback>
                <p:oleObj name="Equation" r:id="rId3" imgW="164880" imgH="177480" progId="Equation.DSMT4">
                  <p:embed/>
                  <p:pic>
                    <p:nvPicPr>
                      <p:cNvPr id="145" name="对象 144">
                        <a:extLst>
                          <a:ext uri="{FF2B5EF4-FFF2-40B4-BE49-F238E27FC236}">
                            <a16:creationId xmlns:a16="http://schemas.microsoft.com/office/drawing/2014/main" id="{966FAC64-314F-A8BA-0993-A5CAED2739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762057" y="4148194"/>
                        <a:ext cx="367426" cy="395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42026BD-D587-32E2-D746-31E6D2B8DB39}"/>
              </a:ext>
            </a:extLst>
          </p:cNvPr>
          <p:cNvCxnSpPr/>
          <p:nvPr/>
        </p:nvCxnSpPr>
        <p:spPr>
          <a:xfrm>
            <a:off x="3648625" y="1659424"/>
            <a:ext cx="0" cy="11161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D728EF13-D9BA-848C-CFAD-432BC644E968}"/>
              </a:ext>
            </a:extLst>
          </p:cNvPr>
          <p:cNvGrpSpPr/>
          <p:nvPr/>
        </p:nvGrpSpPr>
        <p:grpSpPr>
          <a:xfrm>
            <a:off x="10250350" y="1643156"/>
            <a:ext cx="1482581" cy="1215101"/>
            <a:chOff x="7189000" y="2057363"/>
            <a:chExt cx="1051973" cy="862181"/>
          </a:xfrm>
        </p:grpSpPr>
        <p:sp>
          <p:nvSpPr>
            <p:cNvPr id="167" name="立方体 166">
              <a:extLst>
                <a:ext uri="{FF2B5EF4-FFF2-40B4-BE49-F238E27FC236}">
                  <a16:creationId xmlns:a16="http://schemas.microsoft.com/office/drawing/2014/main" id="{347081D6-6AD1-1828-FAF0-85F33593CF39}"/>
                </a:ext>
              </a:extLst>
            </p:cNvPr>
            <p:cNvSpPr/>
            <p:nvPr/>
          </p:nvSpPr>
          <p:spPr>
            <a:xfrm>
              <a:off x="7189888" y="256612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FBFBF"/>
            </a:solidFill>
            <a:ln w="25400">
              <a:solidFill>
                <a:srgbClr val="A5A5A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立方体 167">
              <a:extLst>
                <a:ext uri="{FF2B5EF4-FFF2-40B4-BE49-F238E27FC236}">
                  <a16:creationId xmlns:a16="http://schemas.microsoft.com/office/drawing/2014/main" id="{7E2A24F2-5D7E-F2FC-F6C9-49B7A9962960}"/>
                </a:ext>
              </a:extLst>
            </p:cNvPr>
            <p:cNvSpPr/>
            <p:nvPr/>
          </p:nvSpPr>
          <p:spPr>
            <a:xfrm>
              <a:off x="7189592" y="2398217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E5B9B5"/>
            </a:solidFill>
            <a:ln w="25400">
              <a:solidFill>
                <a:srgbClr val="D995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立方体 168">
              <a:extLst>
                <a:ext uri="{FF2B5EF4-FFF2-40B4-BE49-F238E27FC236}">
                  <a16:creationId xmlns:a16="http://schemas.microsoft.com/office/drawing/2014/main" id="{A46B4F22-BB1F-AD35-EE39-6AE99339E07C}"/>
                </a:ext>
              </a:extLst>
            </p:cNvPr>
            <p:cNvSpPr/>
            <p:nvPr/>
          </p:nvSpPr>
          <p:spPr>
            <a:xfrm>
              <a:off x="7189296" y="2228532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B7DDE8"/>
            </a:solidFill>
            <a:ln w="25400">
              <a:solidFill>
                <a:srgbClr val="92CD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立方体 169">
              <a:extLst>
                <a:ext uri="{FF2B5EF4-FFF2-40B4-BE49-F238E27FC236}">
                  <a16:creationId xmlns:a16="http://schemas.microsoft.com/office/drawing/2014/main" id="{0858989F-0ECD-28EC-AB6E-4E64AA1F93B7}"/>
                </a:ext>
              </a:extLst>
            </p:cNvPr>
            <p:cNvSpPr/>
            <p:nvPr/>
          </p:nvSpPr>
          <p:spPr>
            <a:xfrm>
              <a:off x="7189000" y="2057363"/>
              <a:ext cx="1051085" cy="353421"/>
            </a:xfrm>
            <a:prstGeom prst="cube">
              <a:avLst>
                <a:gd name="adj" fmla="val 77174"/>
              </a:avLst>
            </a:prstGeom>
            <a:solidFill>
              <a:srgbClr val="FBD7BB"/>
            </a:solidFill>
            <a:ln w="25400">
              <a:solidFill>
                <a:srgbClr val="F9C49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1B49C7CE-E216-AD09-C29E-D6F5BA6CBFB0}"/>
              </a:ext>
            </a:extLst>
          </p:cNvPr>
          <p:cNvCxnSpPr>
            <a:cxnSpLocks/>
          </p:cNvCxnSpPr>
          <p:nvPr/>
        </p:nvCxnSpPr>
        <p:spPr>
          <a:xfrm flipV="1">
            <a:off x="2677968" y="1278994"/>
            <a:ext cx="0" cy="152208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7CED7C3-EBF6-8D54-EBE0-B831CDA0A6F7}"/>
              </a:ext>
            </a:extLst>
          </p:cNvPr>
          <p:cNvCxnSpPr/>
          <p:nvPr/>
        </p:nvCxnSpPr>
        <p:spPr>
          <a:xfrm>
            <a:off x="2677968" y="1278994"/>
            <a:ext cx="6240529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EBDAD808-BC53-6EDA-22C6-FC77C3BF98FF}"/>
              </a:ext>
            </a:extLst>
          </p:cNvPr>
          <p:cNvCxnSpPr/>
          <p:nvPr/>
        </p:nvCxnSpPr>
        <p:spPr>
          <a:xfrm flipV="1">
            <a:off x="9040333" y="2223848"/>
            <a:ext cx="2536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对象 150">
            <a:extLst>
              <a:ext uri="{FF2B5EF4-FFF2-40B4-BE49-F238E27FC236}">
                <a16:creationId xmlns:a16="http://schemas.microsoft.com/office/drawing/2014/main" id="{E141962E-9610-B14B-A6C2-F2A59FF4DD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1050634"/>
              </p:ext>
            </p:extLst>
          </p:nvPr>
        </p:nvGraphicFramePr>
        <p:xfrm>
          <a:off x="9255118" y="2042949"/>
          <a:ext cx="367426" cy="395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64880" imgH="177480" progId="Equation.DSMT4">
                  <p:embed/>
                </p:oleObj>
              </mc:Choice>
              <mc:Fallback>
                <p:oleObj name="Equation" r:id="rId13" imgW="164880" imgH="177480" progId="Equation.DSMT4">
                  <p:embed/>
                  <p:pic>
                    <p:nvPicPr>
                      <p:cNvPr id="151" name="对象 150">
                        <a:extLst>
                          <a:ext uri="{FF2B5EF4-FFF2-40B4-BE49-F238E27FC236}">
                            <a16:creationId xmlns:a16="http://schemas.microsoft.com/office/drawing/2014/main" id="{1A6696AA-F416-EEA2-42F1-2A72F9CB31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55118" y="2042949"/>
                        <a:ext cx="367426" cy="395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E13BC0B3-C805-23C2-1598-5098E64DD031}"/>
              </a:ext>
            </a:extLst>
          </p:cNvPr>
          <p:cNvCxnSpPr/>
          <p:nvPr/>
        </p:nvCxnSpPr>
        <p:spPr>
          <a:xfrm flipV="1">
            <a:off x="9557564" y="2236998"/>
            <a:ext cx="6595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D1C190B-0407-EC72-F3F4-A6CD546855EA}"/>
              </a:ext>
            </a:extLst>
          </p:cNvPr>
          <p:cNvCxnSpPr>
            <a:cxnSpLocks/>
          </p:cNvCxnSpPr>
          <p:nvPr/>
        </p:nvCxnSpPr>
        <p:spPr>
          <a:xfrm>
            <a:off x="2269430" y="3023387"/>
            <a:ext cx="0" cy="129376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307C8BB8-5850-0C6E-6500-439595CC56AE}"/>
              </a:ext>
            </a:extLst>
          </p:cNvPr>
          <p:cNvCxnSpPr>
            <a:cxnSpLocks/>
          </p:cNvCxnSpPr>
          <p:nvPr/>
        </p:nvCxnSpPr>
        <p:spPr>
          <a:xfrm>
            <a:off x="2276815" y="4316460"/>
            <a:ext cx="1260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689A963D-F67C-5100-4BAB-82E0929682A1}"/>
              </a:ext>
            </a:extLst>
          </p:cNvPr>
          <p:cNvCxnSpPr>
            <a:cxnSpLocks/>
          </p:cNvCxnSpPr>
          <p:nvPr/>
        </p:nvCxnSpPr>
        <p:spPr>
          <a:xfrm>
            <a:off x="2673242" y="3032294"/>
            <a:ext cx="0" cy="152208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5A484527-4289-24FE-6234-A6DFA7E751CA}"/>
              </a:ext>
            </a:extLst>
          </p:cNvPr>
          <p:cNvCxnSpPr/>
          <p:nvPr/>
        </p:nvCxnSpPr>
        <p:spPr>
          <a:xfrm>
            <a:off x="2673242" y="3171351"/>
            <a:ext cx="4261824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F85ABFF3-B43B-1CFE-A93D-8FFD7290584A}"/>
              </a:ext>
            </a:extLst>
          </p:cNvPr>
          <p:cNvCxnSpPr/>
          <p:nvPr/>
        </p:nvCxnSpPr>
        <p:spPr>
          <a:xfrm flipV="1">
            <a:off x="7079915" y="4336832"/>
            <a:ext cx="23592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20F5B302-04F5-FA2B-403C-958F5C73EE70}"/>
              </a:ext>
            </a:extLst>
          </p:cNvPr>
          <p:cNvSpPr txBox="1"/>
          <p:nvPr/>
        </p:nvSpPr>
        <p:spPr>
          <a:xfrm>
            <a:off x="9476071" y="1934392"/>
            <a:ext cx="728315" cy="347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763D4A0B-25EC-57C8-5854-8B4D8E47ED22}"/>
              </a:ext>
            </a:extLst>
          </p:cNvPr>
          <p:cNvCxnSpPr/>
          <p:nvPr/>
        </p:nvCxnSpPr>
        <p:spPr>
          <a:xfrm>
            <a:off x="6941558" y="3171351"/>
            <a:ext cx="0" cy="1014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2357CF94-9F8C-9E72-EFF7-B5B3ABC639C6}"/>
              </a:ext>
            </a:extLst>
          </p:cNvPr>
          <p:cNvCxnSpPr/>
          <p:nvPr/>
        </p:nvCxnSpPr>
        <p:spPr>
          <a:xfrm>
            <a:off x="8908446" y="1278994"/>
            <a:ext cx="0" cy="811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" name="直接箭头连接符 161">
            <a:extLst>
              <a:ext uri="{FF2B5EF4-FFF2-40B4-BE49-F238E27FC236}">
                <a16:creationId xmlns:a16="http://schemas.microsoft.com/office/drawing/2014/main" id="{6982C5E4-5EA0-E420-491F-D511A52C1C43}"/>
              </a:ext>
            </a:extLst>
          </p:cNvPr>
          <p:cNvCxnSpPr/>
          <p:nvPr/>
        </p:nvCxnSpPr>
        <p:spPr>
          <a:xfrm flipV="1">
            <a:off x="9438831" y="2383590"/>
            <a:ext cx="0" cy="19533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3" name="对象 162">
            <a:extLst>
              <a:ext uri="{FF2B5EF4-FFF2-40B4-BE49-F238E27FC236}">
                <a16:creationId xmlns:a16="http://schemas.microsoft.com/office/drawing/2014/main" id="{37DD2B96-A963-D537-0AFF-07C1B505F87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0424288"/>
              </p:ext>
            </p:extLst>
          </p:nvPr>
        </p:nvGraphicFramePr>
        <p:xfrm>
          <a:off x="10838877" y="1676976"/>
          <a:ext cx="304275" cy="2505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15640" imgH="177480" progId="Equation.DSMT4">
                  <p:embed/>
                </p:oleObj>
              </mc:Choice>
              <mc:Fallback>
                <p:oleObj name="Equation" r:id="rId15" imgW="215640" imgH="177480" progId="Equation.DSMT4">
                  <p:embed/>
                  <p:pic>
                    <p:nvPicPr>
                      <p:cNvPr id="163" name="对象 162">
                        <a:extLst>
                          <a:ext uri="{FF2B5EF4-FFF2-40B4-BE49-F238E27FC236}">
                            <a16:creationId xmlns:a16="http://schemas.microsoft.com/office/drawing/2014/main" id="{70E022DA-4D64-3089-FED0-0C7F66FC4B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0838877" y="1676976"/>
                        <a:ext cx="304275" cy="2505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4" name="图片 163">
            <a:extLst>
              <a:ext uri="{FF2B5EF4-FFF2-40B4-BE49-F238E27FC236}">
                <a16:creationId xmlns:a16="http://schemas.microsoft.com/office/drawing/2014/main" id="{0C5482D5-EEA6-5F03-F591-0C92A6CC77A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82359" y="3302852"/>
            <a:ext cx="345005" cy="2048466"/>
          </a:xfrm>
          <a:prstGeom prst="rect">
            <a:avLst/>
          </a:prstGeom>
        </p:spPr>
      </p:pic>
      <p:pic>
        <p:nvPicPr>
          <p:cNvPr id="165" name="图片 164">
            <a:extLst>
              <a:ext uri="{FF2B5EF4-FFF2-40B4-BE49-F238E27FC236}">
                <a16:creationId xmlns:a16="http://schemas.microsoft.com/office/drawing/2014/main" id="{3FA2462B-21DD-350A-813C-793924ACEA7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54166" y="3279825"/>
            <a:ext cx="345005" cy="2048466"/>
          </a:xfrm>
          <a:prstGeom prst="rect">
            <a:avLst/>
          </a:prstGeom>
        </p:spPr>
      </p:pic>
      <p:pic>
        <p:nvPicPr>
          <p:cNvPr id="166" name="图片 165">
            <a:extLst>
              <a:ext uri="{FF2B5EF4-FFF2-40B4-BE49-F238E27FC236}">
                <a16:creationId xmlns:a16="http://schemas.microsoft.com/office/drawing/2014/main" id="{4BF4391A-C104-A70C-B478-5E594D0D4BB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10130" y="3277794"/>
            <a:ext cx="345005" cy="20484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AF14C803-D9F6-85D2-5974-5BBB164563A3}"/>
                  </a:ext>
                </a:extLst>
              </p:cNvPr>
              <p:cNvSpPr txBox="1"/>
              <p:nvPr/>
            </p:nvSpPr>
            <p:spPr>
              <a:xfrm>
                <a:off x="5456042" y="1855201"/>
                <a:ext cx="771427" cy="228206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zh-CN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对象 209">
                <a:extLst>
                  <a:ext uri="{FF2B5EF4-FFF2-40B4-BE49-F238E27FC236}">
                    <a16:creationId xmlns:a16="http://schemas.microsoft.com/office/drawing/2014/main" id="{AF14C803-D9F6-85D2-5974-5BBB16456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042" y="1855201"/>
                <a:ext cx="771427" cy="228206"/>
              </a:xfrm>
              <a:prstGeom prst="rect">
                <a:avLst/>
              </a:prstGeom>
              <a:blipFill>
                <a:blip r:embed="rId19"/>
                <a:stretch>
                  <a:fillRect b="-34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6FF0EF12-AC91-D24E-4461-43DF6830ACBD}"/>
              </a:ext>
            </a:extLst>
          </p:cNvPr>
          <p:cNvGrpSpPr/>
          <p:nvPr/>
        </p:nvGrpSpPr>
        <p:grpSpPr>
          <a:xfrm>
            <a:off x="6316755" y="1717036"/>
            <a:ext cx="769862" cy="979250"/>
            <a:chOff x="3909222" y="1975230"/>
            <a:chExt cx="813283" cy="1034480"/>
          </a:xfrm>
        </p:grpSpPr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32403FD1-ADBC-F975-B365-DB2F8E0A2A2C}"/>
                </a:ext>
              </a:extLst>
            </p:cNvPr>
            <p:cNvSpPr/>
            <p:nvPr/>
          </p:nvSpPr>
          <p:spPr>
            <a:xfrm>
              <a:off x="3914278" y="2265730"/>
              <a:ext cx="765994" cy="743980"/>
            </a:xfrm>
            <a:prstGeom prst="rect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C5BF9C7E-D6A5-4A01-ED72-F84474ED981C}"/>
                </a:ext>
              </a:extLst>
            </p:cNvPr>
            <p:cNvSpPr/>
            <p:nvPr/>
          </p:nvSpPr>
          <p:spPr>
            <a:xfrm>
              <a:off x="3909222" y="2168072"/>
              <a:ext cx="765994" cy="743980"/>
            </a:xfrm>
            <a:prstGeom prst="rect">
              <a:avLst/>
            </a:prstGeom>
            <a:solidFill>
              <a:srgbClr val="E5B9B5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679B3E26-56E6-C81A-38AF-55A3DE31240B}"/>
                </a:ext>
              </a:extLst>
            </p:cNvPr>
            <p:cNvSpPr/>
            <p:nvPr/>
          </p:nvSpPr>
          <p:spPr>
            <a:xfrm>
              <a:off x="3921922" y="2072888"/>
              <a:ext cx="765994" cy="743980"/>
            </a:xfrm>
            <a:prstGeom prst="rect">
              <a:avLst/>
            </a:prstGeom>
            <a:solidFill>
              <a:srgbClr val="B7DDE8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DA0138F3-24DF-97F7-7E3C-762B19CE45F0}"/>
                </a:ext>
              </a:extLst>
            </p:cNvPr>
            <p:cNvSpPr/>
            <p:nvPr/>
          </p:nvSpPr>
          <p:spPr>
            <a:xfrm>
              <a:off x="3956511" y="1975230"/>
              <a:ext cx="765994" cy="743980"/>
            </a:xfrm>
            <a:prstGeom prst="rect">
              <a:avLst/>
            </a:prstGeom>
            <a:solidFill>
              <a:srgbClr val="FBD7BB"/>
            </a:solidFill>
            <a:ln>
              <a:solidFill>
                <a:schemeClr val="tx1"/>
              </a:solidFill>
            </a:ln>
            <a:scene3d>
              <a:camera prst="isometricOffAxis1Top"/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22" name="文本框 221">
            <a:extLst>
              <a:ext uri="{FF2B5EF4-FFF2-40B4-BE49-F238E27FC236}">
                <a16:creationId xmlns:a16="http://schemas.microsoft.com/office/drawing/2014/main" id="{A338AE95-58F5-AD8D-9B18-CA89825D3AA6}"/>
              </a:ext>
            </a:extLst>
          </p:cNvPr>
          <p:cNvSpPr txBox="1"/>
          <p:nvPr/>
        </p:nvSpPr>
        <p:spPr>
          <a:xfrm>
            <a:off x="7102800" y="1794828"/>
            <a:ext cx="987999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5473A1A-5494-21E3-27C5-7C34F5ECA784}"/>
              </a:ext>
            </a:extLst>
          </p:cNvPr>
          <p:cNvSpPr txBox="1"/>
          <p:nvPr/>
        </p:nvSpPr>
        <p:spPr>
          <a:xfrm>
            <a:off x="4663409" y="3848685"/>
            <a:ext cx="987999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sigmoid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对象 177">
                <a:extLst>
                  <a:ext uri="{FF2B5EF4-FFF2-40B4-BE49-F238E27FC236}">
                    <a16:creationId xmlns:a16="http://schemas.microsoft.com/office/drawing/2014/main" id="{CB466585-F08D-2393-92C5-48EE0D7E66C6}"/>
                  </a:ext>
                </a:extLst>
              </p:cNvPr>
              <p:cNvSpPr txBox="1"/>
              <p:nvPr/>
            </p:nvSpPr>
            <p:spPr>
              <a:xfrm>
                <a:off x="2181358" y="1899582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21" name="对象 177">
                <a:extLst>
                  <a:ext uri="{FF2B5EF4-FFF2-40B4-BE49-F238E27FC236}">
                    <a16:creationId xmlns:a16="http://schemas.microsoft.com/office/drawing/2014/main" id="{CB466585-F08D-2393-92C5-48EE0D7E6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1358" y="1899582"/>
                <a:ext cx="268286" cy="341312"/>
              </a:xfrm>
              <a:prstGeom prst="rect">
                <a:avLst/>
              </a:prstGeom>
              <a:blipFill>
                <a:blip r:embed="rId20"/>
                <a:stretch>
                  <a:fillRect r="-20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对象 177">
                <a:extLst>
                  <a:ext uri="{FF2B5EF4-FFF2-40B4-BE49-F238E27FC236}">
                    <a16:creationId xmlns:a16="http://schemas.microsoft.com/office/drawing/2014/main" id="{38E6F97C-1B3C-A040-C4EC-9243675B28B8}"/>
                  </a:ext>
                </a:extLst>
              </p:cNvPr>
              <p:cNvSpPr txBox="1"/>
              <p:nvPr/>
            </p:nvSpPr>
            <p:spPr>
              <a:xfrm>
                <a:off x="2161132" y="2269177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9" name="对象 177">
                <a:extLst>
                  <a:ext uri="{FF2B5EF4-FFF2-40B4-BE49-F238E27FC236}">
                    <a16:creationId xmlns:a16="http://schemas.microsoft.com/office/drawing/2014/main" id="{38E6F97C-1B3C-A040-C4EC-9243675B2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132" y="2269177"/>
                <a:ext cx="268286" cy="341312"/>
              </a:xfrm>
              <a:prstGeom prst="rect">
                <a:avLst/>
              </a:prstGeom>
              <a:blipFill>
                <a:blip r:embed="rId21"/>
                <a:stretch>
                  <a:fillRect r="-20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对象 177">
                <a:extLst>
                  <a:ext uri="{FF2B5EF4-FFF2-40B4-BE49-F238E27FC236}">
                    <a16:creationId xmlns:a16="http://schemas.microsoft.com/office/drawing/2014/main" id="{6D8D3833-120A-24A1-52BC-945874F9541A}"/>
                  </a:ext>
                </a:extLst>
              </p:cNvPr>
              <p:cNvSpPr txBox="1"/>
              <p:nvPr/>
            </p:nvSpPr>
            <p:spPr>
              <a:xfrm>
                <a:off x="2151267" y="2654639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121" name="对象 177">
                <a:extLst>
                  <a:ext uri="{FF2B5EF4-FFF2-40B4-BE49-F238E27FC236}">
                    <a16:creationId xmlns:a16="http://schemas.microsoft.com/office/drawing/2014/main" id="{6D8D3833-120A-24A1-52BC-945874F95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1267" y="2654639"/>
                <a:ext cx="268286" cy="341312"/>
              </a:xfrm>
              <a:prstGeom prst="rect">
                <a:avLst/>
              </a:prstGeom>
              <a:blipFill>
                <a:blip r:embed="rId22"/>
                <a:stretch>
                  <a:fillRect r="-20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对象 177">
                <a:extLst>
                  <a:ext uri="{FF2B5EF4-FFF2-40B4-BE49-F238E27FC236}">
                    <a16:creationId xmlns:a16="http://schemas.microsoft.com/office/drawing/2014/main" id="{64FB64AF-2ED9-37D8-EB6C-1A6F8E3FA75E}"/>
                  </a:ext>
                </a:extLst>
              </p:cNvPr>
              <p:cNvSpPr txBox="1"/>
              <p:nvPr/>
            </p:nvSpPr>
            <p:spPr>
              <a:xfrm>
                <a:off x="2613313" y="3869108"/>
                <a:ext cx="268286" cy="341312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𝑔𝑝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125" name="对象 177">
                <a:extLst>
                  <a:ext uri="{FF2B5EF4-FFF2-40B4-BE49-F238E27FC236}">
                    <a16:creationId xmlns:a16="http://schemas.microsoft.com/office/drawing/2014/main" id="{64FB64AF-2ED9-37D8-EB6C-1A6F8E3FA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313" y="3869108"/>
                <a:ext cx="268286" cy="341312"/>
              </a:xfrm>
              <a:prstGeom prst="rect">
                <a:avLst/>
              </a:prstGeom>
              <a:blipFill>
                <a:blip r:embed="rId23"/>
                <a:stretch>
                  <a:fillRect r="-54545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对象 139">
                <a:extLst>
                  <a:ext uri="{FF2B5EF4-FFF2-40B4-BE49-F238E27FC236}">
                    <a16:creationId xmlns:a16="http://schemas.microsoft.com/office/drawing/2014/main" id="{E40E336D-AF07-4FDA-D02F-D51FDDF0D893}"/>
                  </a:ext>
                </a:extLst>
              </p:cNvPr>
              <p:cNvSpPr txBox="1"/>
              <p:nvPr/>
            </p:nvSpPr>
            <p:spPr>
              <a:xfrm>
                <a:off x="6163838" y="4017331"/>
                <a:ext cx="322263" cy="250825"/>
              </a:xfrm>
              <a:prstGeom prst="rect">
                <a:avLst/>
              </a:prstGeo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7" name="对象 139">
                <a:extLst>
                  <a:ext uri="{FF2B5EF4-FFF2-40B4-BE49-F238E27FC236}">
                    <a16:creationId xmlns:a16="http://schemas.microsoft.com/office/drawing/2014/main" id="{E40E336D-AF07-4FDA-D02F-D51FDDF0D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838" y="4017331"/>
                <a:ext cx="322263" cy="250825"/>
              </a:xfrm>
              <a:prstGeom prst="rect">
                <a:avLst/>
              </a:prstGeom>
              <a:blipFill>
                <a:blip r:embed="rId24"/>
                <a:stretch>
                  <a:fillRect r="-1887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9159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6026-153D-2172-D704-B41B81DC6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矩形 245">
            <a:extLst>
              <a:ext uri="{FF2B5EF4-FFF2-40B4-BE49-F238E27FC236}">
                <a16:creationId xmlns:a16="http://schemas.microsoft.com/office/drawing/2014/main" id="{B5142647-8B31-80A2-9468-14F6CA70AC32}"/>
              </a:ext>
            </a:extLst>
          </p:cNvPr>
          <p:cNvSpPr/>
          <p:nvPr/>
        </p:nvSpPr>
        <p:spPr>
          <a:xfrm>
            <a:off x="6192068" y="1676342"/>
            <a:ext cx="1419994" cy="351663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9" name="矩形: 圆角 248">
            <a:extLst>
              <a:ext uri="{FF2B5EF4-FFF2-40B4-BE49-F238E27FC236}">
                <a16:creationId xmlns:a16="http://schemas.microsoft.com/office/drawing/2014/main" id="{F6D85828-3229-8612-CC1E-156E34856F71}"/>
              </a:ext>
            </a:extLst>
          </p:cNvPr>
          <p:cNvSpPr/>
          <p:nvPr/>
        </p:nvSpPr>
        <p:spPr>
          <a:xfrm>
            <a:off x="6529813" y="1947503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矩形: 圆角 253">
            <a:extLst>
              <a:ext uri="{FF2B5EF4-FFF2-40B4-BE49-F238E27FC236}">
                <a16:creationId xmlns:a16="http://schemas.microsoft.com/office/drawing/2014/main" id="{E38830A2-4920-4486-5F90-E2D07A57FF34}"/>
              </a:ext>
            </a:extLst>
          </p:cNvPr>
          <p:cNvSpPr/>
          <p:nvPr/>
        </p:nvSpPr>
        <p:spPr>
          <a:xfrm>
            <a:off x="6362398" y="2498159"/>
            <a:ext cx="1043610" cy="454832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Multi-head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attention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93134034-08AE-D5CD-1C22-31426DDB7D94}"/>
              </a:ext>
            </a:extLst>
          </p:cNvPr>
          <p:cNvCxnSpPr>
            <a:cxnSpLocks/>
          </p:cNvCxnSpPr>
          <p:nvPr/>
        </p:nvCxnSpPr>
        <p:spPr>
          <a:xfrm>
            <a:off x="6884203" y="2222831"/>
            <a:ext cx="0" cy="2753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08A59BB3-93F7-D8B6-AA3F-EE68BAA097D7}"/>
              </a:ext>
            </a:extLst>
          </p:cNvPr>
          <p:cNvCxnSpPr>
            <a:cxnSpLocks/>
            <a:endCxn id="249" idx="0"/>
          </p:cNvCxnSpPr>
          <p:nvPr/>
        </p:nvCxnSpPr>
        <p:spPr>
          <a:xfrm>
            <a:off x="6884203" y="1535372"/>
            <a:ext cx="0" cy="4121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接连接符 285">
            <a:extLst>
              <a:ext uri="{FF2B5EF4-FFF2-40B4-BE49-F238E27FC236}">
                <a16:creationId xmlns:a16="http://schemas.microsoft.com/office/drawing/2014/main" id="{CCB22710-C5F5-E081-897F-90352ADF1519}"/>
              </a:ext>
            </a:extLst>
          </p:cNvPr>
          <p:cNvCxnSpPr>
            <a:cxnSpLocks/>
            <a:stCxn id="254" idx="2"/>
            <a:endCxn id="289" idx="0"/>
          </p:cNvCxnSpPr>
          <p:nvPr/>
        </p:nvCxnSpPr>
        <p:spPr>
          <a:xfrm>
            <a:off x="6884203" y="2952991"/>
            <a:ext cx="0" cy="1349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A268FB31-42F6-EF1F-A4E4-132766BD254F}"/>
              </a:ext>
            </a:extLst>
          </p:cNvPr>
          <p:cNvSpPr/>
          <p:nvPr/>
        </p:nvSpPr>
        <p:spPr>
          <a:xfrm>
            <a:off x="6810850" y="3087936"/>
            <a:ext cx="146706" cy="145254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98" name="直接连接符 297">
            <a:extLst>
              <a:ext uri="{FF2B5EF4-FFF2-40B4-BE49-F238E27FC236}">
                <a16:creationId xmlns:a16="http://schemas.microsoft.com/office/drawing/2014/main" id="{9FFA1C31-1D99-C7CB-E7B9-22594A5E894E}"/>
              </a:ext>
            </a:extLst>
          </p:cNvPr>
          <p:cNvCxnSpPr>
            <a:stCxn id="289" idx="0"/>
            <a:endCxn id="289" idx="4"/>
          </p:cNvCxnSpPr>
          <p:nvPr/>
        </p:nvCxnSpPr>
        <p:spPr>
          <a:xfrm>
            <a:off x="6884203" y="3087936"/>
            <a:ext cx="0" cy="1452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3811142D-C249-B2E9-8B6F-C314BD23CDC5}"/>
              </a:ext>
            </a:extLst>
          </p:cNvPr>
          <p:cNvCxnSpPr>
            <a:stCxn id="289" idx="2"/>
            <a:endCxn id="289" idx="6"/>
          </p:cNvCxnSpPr>
          <p:nvPr/>
        </p:nvCxnSpPr>
        <p:spPr>
          <a:xfrm>
            <a:off x="6810850" y="3160563"/>
            <a:ext cx="1467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4761372D-3525-8D53-3E87-E85A0082EA40}"/>
              </a:ext>
            </a:extLst>
          </p:cNvPr>
          <p:cNvCxnSpPr>
            <a:cxnSpLocks/>
            <a:stCxn id="289" idx="4"/>
          </p:cNvCxnSpPr>
          <p:nvPr/>
        </p:nvCxnSpPr>
        <p:spPr>
          <a:xfrm>
            <a:off x="6884203" y="3233190"/>
            <a:ext cx="0" cy="23705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3ED8251F-58F2-D5AD-5D1F-6A81765B5BB4}"/>
              </a:ext>
            </a:extLst>
          </p:cNvPr>
          <p:cNvSpPr/>
          <p:nvPr/>
        </p:nvSpPr>
        <p:spPr>
          <a:xfrm>
            <a:off x="6529813" y="3474284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3" name="矩形: 圆角 352">
            <a:extLst>
              <a:ext uri="{FF2B5EF4-FFF2-40B4-BE49-F238E27FC236}">
                <a16:creationId xmlns:a16="http://schemas.microsoft.com/office/drawing/2014/main" id="{AB5B7B09-35ED-DD9D-21F6-C0469E7C6634}"/>
              </a:ext>
            </a:extLst>
          </p:cNvPr>
          <p:cNvSpPr/>
          <p:nvPr/>
        </p:nvSpPr>
        <p:spPr>
          <a:xfrm>
            <a:off x="6529813" y="3915158"/>
            <a:ext cx="708780" cy="275328"/>
          </a:xfrm>
          <a:prstGeom prst="roundRect">
            <a:avLst/>
          </a:prstGeom>
          <a:solidFill>
            <a:srgbClr val="BBF9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MLP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5" name="矩形: 圆角 354">
            <a:extLst>
              <a:ext uri="{FF2B5EF4-FFF2-40B4-BE49-F238E27FC236}">
                <a16:creationId xmlns:a16="http://schemas.microsoft.com/office/drawing/2014/main" id="{4E7CE599-767F-C186-AAD7-32BD82697A9B}"/>
              </a:ext>
            </a:extLst>
          </p:cNvPr>
          <p:cNvSpPr/>
          <p:nvPr/>
        </p:nvSpPr>
        <p:spPr>
          <a:xfrm>
            <a:off x="6483981" y="4659011"/>
            <a:ext cx="800444" cy="420186"/>
          </a:xfrm>
          <a:prstGeom prst="roundRect">
            <a:avLst/>
          </a:prstGeom>
          <a:solidFill>
            <a:srgbClr val="EAC7C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MiMi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Adapter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6" name="直接箭头连接符 355">
            <a:extLst>
              <a:ext uri="{FF2B5EF4-FFF2-40B4-BE49-F238E27FC236}">
                <a16:creationId xmlns:a16="http://schemas.microsoft.com/office/drawing/2014/main" id="{11C1DA8F-EA47-85B1-56B2-B18E3A2E8BDE}"/>
              </a:ext>
            </a:extLst>
          </p:cNvPr>
          <p:cNvCxnSpPr>
            <a:cxnSpLocks/>
            <a:stCxn id="352" idx="2"/>
            <a:endCxn id="353" idx="0"/>
          </p:cNvCxnSpPr>
          <p:nvPr/>
        </p:nvCxnSpPr>
        <p:spPr>
          <a:xfrm>
            <a:off x="6884203" y="3749612"/>
            <a:ext cx="0" cy="1655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连接符 358">
            <a:extLst>
              <a:ext uri="{FF2B5EF4-FFF2-40B4-BE49-F238E27FC236}">
                <a16:creationId xmlns:a16="http://schemas.microsoft.com/office/drawing/2014/main" id="{80233042-50EA-B5F1-D2DB-5556820328B3}"/>
              </a:ext>
            </a:extLst>
          </p:cNvPr>
          <p:cNvCxnSpPr>
            <a:cxnSpLocks/>
            <a:stCxn id="353" idx="2"/>
          </p:cNvCxnSpPr>
          <p:nvPr/>
        </p:nvCxnSpPr>
        <p:spPr>
          <a:xfrm>
            <a:off x="6884203" y="4190486"/>
            <a:ext cx="0" cy="17444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组合 365">
            <a:extLst>
              <a:ext uri="{FF2B5EF4-FFF2-40B4-BE49-F238E27FC236}">
                <a16:creationId xmlns:a16="http://schemas.microsoft.com/office/drawing/2014/main" id="{C4647C19-D2F0-6E8E-C200-F532E48C5D57}"/>
              </a:ext>
            </a:extLst>
          </p:cNvPr>
          <p:cNvGrpSpPr/>
          <p:nvPr/>
        </p:nvGrpSpPr>
        <p:grpSpPr>
          <a:xfrm>
            <a:off x="6810850" y="4356032"/>
            <a:ext cx="146706" cy="145254"/>
            <a:chOff x="3044767" y="2832724"/>
            <a:chExt cx="146706" cy="145254"/>
          </a:xfrm>
        </p:grpSpPr>
        <p:sp>
          <p:nvSpPr>
            <p:cNvPr id="363" name="椭圆 362">
              <a:extLst>
                <a:ext uri="{FF2B5EF4-FFF2-40B4-BE49-F238E27FC236}">
                  <a16:creationId xmlns:a16="http://schemas.microsoft.com/office/drawing/2014/main" id="{7960DC4A-24EC-27E1-532F-615FD98C782D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4" name="直接连接符 363">
              <a:extLst>
                <a:ext uri="{FF2B5EF4-FFF2-40B4-BE49-F238E27FC236}">
                  <a16:creationId xmlns:a16="http://schemas.microsoft.com/office/drawing/2014/main" id="{74CF8AF7-DF44-4EE0-0ED9-FC219E69F9A8}"/>
                </a:ext>
              </a:extLst>
            </p:cNvPr>
            <p:cNvCxnSpPr>
              <a:stCxn id="363" idx="0"/>
              <a:endCxn id="36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接连接符 364">
              <a:extLst>
                <a:ext uri="{FF2B5EF4-FFF2-40B4-BE49-F238E27FC236}">
                  <a16:creationId xmlns:a16="http://schemas.microsoft.com/office/drawing/2014/main" id="{87F42802-E254-C0D5-768C-5ACFE79F8D83}"/>
                </a:ext>
              </a:extLst>
            </p:cNvPr>
            <p:cNvCxnSpPr>
              <a:stCxn id="363" idx="2"/>
              <a:endCxn id="36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7" name="组合 366">
            <a:extLst>
              <a:ext uri="{FF2B5EF4-FFF2-40B4-BE49-F238E27FC236}">
                <a16:creationId xmlns:a16="http://schemas.microsoft.com/office/drawing/2014/main" id="{F082778B-72BA-29A8-C8CC-1D36BAAB6AF0}"/>
              </a:ext>
            </a:extLst>
          </p:cNvPr>
          <p:cNvGrpSpPr/>
          <p:nvPr/>
        </p:nvGrpSpPr>
        <p:grpSpPr>
          <a:xfrm>
            <a:off x="6274740" y="3315760"/>
            <a:ext cx="601615" cy="1112899"/>
            <a:chOff x="2364105" y="1409700"/>
            <a:chExt cx="601615" cy="1112899"/>
          </a:xfrm>
        </p:grpSpPr>
        <p:cxnSp>
          <p:nvCxnSpPr>
            <p:cNvPr id="368" name="直接连接符 367">
              <a:extLst>
                <a:ext uri="{FF2B5EF4-FFF2-40B4-BE49-F238E27FC236}">
                  <a16:creationId xmlns:a16="http://schemas.microsoft.com/office/drawing/2014/main" id="{5ED1D4E2-6C61-6A84-5BE6-E0D362F360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0161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接连接符 368">
              <a:extLst>
                <a:ext uri="{FF2B5EF4-FFF2-40B4-BE49-F238E27FC236}">
                  <a16:creationId xmlns:a16="http://schemas.microsoft.com/office/drawing/2014/main" id="{E8D26336-6F99-24E5-E801-E68BF7AAF6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接箭头连接符 369">
              <a:extLst>
                <a:ext uri="{FF2B5EF4-FFF2-40B4-BE49-F238E27FC236}">
                  <a16:creationId xmlns:a16="http://schemas.microsoft.com/office/drawing/2014/main" id="{39E01B72-41BE-F8C8-4C64-1CC432FEE682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3611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9" name="直接箭头连接符 378">
            <a:extLst>
              <a:ext uri="{FF2B5EF4-FFF2-40B4-BE49-F238E27FC236}">
                <a16:creationId xmlns:a16="http://schemas.microsoft.com/office/drawing/2014/main" id="{E1CFA2E2-D935-72DD-5941-C43799F9D475}"/>
              </a:ext>
            </a:extLst>
          </p:cNvPr>
          <p:cNvCxnSpPr>
            <a:cxnSpLocks/>
            <a:endCxn id="355" idx="0"/>
          </p:cNvCxnSpPr>
          <p:nvPr/>
        </p:nvCxnSpPr>
        <p:spPr>
          <a:xfrm>
            <a:off x="6884203" y="4501286"/>
            <a:ext cx="0" cy="157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64E182DF-26E8-73A8-DF01-869563E7F623}"/>
              </a:ext>
            </a:extLst>
          </p:cNvPr>
          <p:cNvCxnSpPr>
            <a:cxnSpLocks/>
            <a:stCxn id="355" idx="2"/>
          </p:cNvCxnSpPr>
          <p:nvPr/>
        </p:nvCxnSpPr>
        <p:spPr>
          <a:xfrm flipH="1">
            <a:off x="6877567" y="5079197"/>
            <a:ext cx="6636" cy="3849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直接连接符 389">
            <a:extLst>
              <a:ext uri="{FF2B5EF4-FFF2-40B4-BE49-F238E27FC236}">
                <a16:creationId xmlns:a16="http://schemas.microsoft.com/office/drawing/2014/main" id="{AA73E238-9691-2132-ECBA-CC988670C2C7}"/>
              </a:ext>
            </a:extLst>
          </p:cNvPr>
          <p:cNvCxnSpPr>
            <a:cxnSpLocks/>
          </p:cNvCxnSpPr>
          <p:nvPr/>
        </p:nvCxnSpPr>
        <p:spPr>
          <a:xfrm>
            <a:off x="5460138" y="1665028"/>
            <a:ext cx="1018489" cy="2993983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1" name="直接连接符 390">
            <a:extLst>
              <a:ext uri="{FF2B5EF4-FFF2-40B4-BE49-F238E27FC236}">
                <a16:creationId xmlns:a16="http://schemas.microsoft.com/office/drawing/2014/main" id="{A164B28B-28C9-7432-453C-0ECA0A28730B}"/>
              </a:ext>
            </a:extLst>
          </p:cNvPr>
          <p:cNvCxnSpPr>
            <a:cxnSpLocks/>
          </p:cNvCxnSpPr>
          <p:nvPr/>
        </p:nvCxnSpPr>
        <p:spPr>
          <a:xfrm flipV="1">
            <a:off x="5497625" y="5043979"/>
            <a:ext cx="981002" cy="13435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C556B366-70D0-8439-1F37-EB85FE1F7EA1}"/>
              </a:ext>
            </a:extLst>
          </p:cNvPr>
          <p:cNvSpPr/>
          <p:nvPr/>
        </p:nvSpPr>
        <p:spPr>
          <a:xfrm>
            <a:off x="3755136" y="1670685"/>
            <a:ext cx="1697154" cy="3516630"/>
          </a:xfrm>
          <a:prstGeom prst="rect">
            <a:avLst/>
          </a:prstGeom>
          <a:solidFill>
            <a:srgbClr val="FBE5D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2EBCCDCC-9AD6-BB6E-4A5E-75C2807C0A3F}"/>
              </a:ext>
            </a:extLst>
          </p:cNvPr>
          <p:cNvGrpSpPr/>
          <p:nvPr/>
        </p:nvGrpSpPr>
        <p:grpSpPr>
          <a:xfrm>
            <a:off x="3985319" y="3637849"/>
            <a:ext cx="1188720" cy="198120"/>
            <a:chOff x="1074420" y="4724400"/>
            <a:chExt cx="1188720" cy="198120"/>
          </a:xfrm>
          <a:solidFill>
            <a:schemeClr val="bg1"/>
          </a:solidFill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24B3D4C-C364-95AB-B5FF-F0532E29E216}"/>
                </a:ext>
              </a:extLst>
            </p:cNvPr>
            <p:cNvSpPr/>
            <p:nvPr/>
          </p:nvSpPr>
          <p:spPr>
            <a:xfrm>
              <a:off x="10744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8504403F-D141-6ED9-811E-17B0209A24BA}"/>
                </a:ext>
              </a:extLst>
            </p:cNvPr>
            <p:cNvSpPr/>
            <p:nvPr/>
          </p:nvSpPr>
          <p:spPr>
            <a:xfrm>
              <a:off x="127254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F0541844-3724-907E-C3DC-6F917E9878CD}"/>
                </a:ext>
              </a:extLst>
            </p:cNvPr>
            <p:cNvSpPr/>
            <p:nvPr/>
          </p:nvSpPr>
          <p:spPr>
            <a:xfrm>
              <a:off x="147066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33DBFEC-5523-84EF-CD55-8E828497913C}"/>
                </a:ext>
              </a:extLst>
            </p:cNvPr>
            <p:cNvSpPr/>
            <p:nvPr/>
          </p:nvSpPr>
          <p:spPr>
            <a:xfrm>
              <a:off x="166878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C1CD1426-0421-ABF1-DAEE-2F4402F81C47}"/>
                </a:ext>
              </a:extLst>
            </p:cNvPr>
            <p:cNvSpPr/>
            <p:nvPr/>
          </p:nvSpPr>
          <p:spPr>
            <a:xfrm>
              <a:off x="186690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DCB87CBC-E79C-B9C6-9F74-CFC782275419}"/>
                </a:ext>
              </a:extLst>
            </p:cNvPr>
            <p:cNvSpPr/>
            <p:nvPr/>
          </p:nvSpPr>
          <p:spPr>
            <a:xfrm>
              <a:off x="20650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A08A3DCF-8257-252F-F839-11DE7A423F1D}"/>
              </a:ext>
            </a:extLst>
          </p:cNvPr>
          <p:cNvGrpSpPr/>
          <p:nvPr/>
        </p:nvGrpSpPr>
        <p:grpSpPr>
          <a:xfrm>
            <a:off x="3985319" y="2121221"/>
            <a:ext cx="1188720" cy="198120"/>
            <a:chOff x="1074420" y="4724400"/>
            <a:chExt cx="1188720" cy="198120"/>
          </a:xfrm>
          <a:solidFill>
            <a:schemeClr val="bg1"/>
          </a:solidFill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BF4B124-C681-5224-9815-5963DF53FBF1}"/>
                </a:ext>
              </a:extLst>
            </p:cNvPr>
            <p:cNvSpPr/>
            <p:nvPr/>
          </p:nvSpPr>
          <p:spPr>
            <a:xfrm>
              <a:off x="10744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81B776F9-B634-1375-4C3C-58A6DB393D35}"/>
                </a:ext>
              </a:extLst>
            </p:cNvPr>
            <p:cNvSpPr/>
            <p:nvPr/>
          </p:nvSpPr>
          <p:spPr>
            <a:xfrm>
              <a:off x="127254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10E599F2-F786-2009-B216-9243CDACC18F}"/>
                </a:ext>
              </a:extLst>
            </p:cNvPr>
            <p:cNvSpPr/>
            <p:nvPr/>
          </p:nvSpPr>
          <p:spPr>
            <a:xfrm>
              <a:off x="147066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99961FD4-4655-9198-37AC-31AB2BDB5D9D}"/>
                </a:ext>
              </a:extLst>
            </p:cNvPr>
            <p:cNvSpPr/>
            <p:nvPr/>
          </p:nvSpPr>
          <p:spPr>
            <a:xfrm>
              <a:off x="166878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BE61C52-AA0A-1CD9-6EF0-73A019D16689}"/>
                </a:ext>
              </a:extLst>
            </p:cNvPr>
            <p:cNvSpPr/>
            <p:nvPr/>
          </p:nvSpPr>
          <p:spPr>
            <a:xfrm>
              <a:off x="186690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F1563CA-D4D5-D485-9AFF-5F5A835C1088}"/>
                </a:ext>
              </a:extLst>
            </p:cNvPr>
            <p:cNvSpPr/>
            <p:nvPr/>
          </p:nvSpPr>
          <p:spPr>
            <a:xfrm>
              <a:off x="20650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0A8DB73-D4B4-0EA6-229E-3E3990E727A4}"/>
              </a:ext>
            </a:extLst>
          </p:cNvPr>
          <p:cNvGrpSpPr/>
          <p:nvPr/>
        </p:nvGrpSpPr>
        <p:grpSpPr>
          <a:xfrm>
            <a:off x="3982756" y="4665037"/>
            <a:ext cx="1188720" cy="198120"/>
            <a:chOff x="1074420" y="4724400"/>
            <a:chExt cx="1188720" cy="198120"/>
          </a:xfrm>
          <a:solidFill>
            <a:schemeClr val="bg1"/>
          </a:solidFill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DA1DD7B0-CFA1-474F-4FE4-32E99723B1E3}"/>
                </a:ext>
              </a:extLst>
            </p:cNvPr>
            <p:cNvSpPr/>
            <p:nvPr/>
          </p:nvSpPr>
          <p:spPr>
            <a:xfrm>
              <a:off x="10744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91A1DA6-6B32-EC63-D499-6717E8C60C8C}"/>
                </a:ext>
              </a:extLst>
            </p:cNvPr>
            <p:cNvSpPr/>
            <p:nvPr/>
          </p:nvSpPr>
          <p:spPr>
            <a:xfrm>
              <a:off x="127254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C5ADD44-64BD-4779-9188-6FAC3F03EFDA}"/>
                </a:ext>
              </a:extLst>
            </p:cNvPr>
            <p:cNvSpPr/>
            <p:nvPr/>
          </p:nvSpPr>
          <p:spPr>
            <a:xfrm>
              <a:off x="147066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732A0BF-5B40-1E98-D9A8-369FD47A2877}"/>
                </a:ext>
              </a:extLst>
            </p:cNvPr>
            <p:cNvSpPr/>
            <p:nvPr/>
          </p:nvSpPr>
          <p:spPr>
            <a:xfrm>
              <a:off x="166878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87C9060F-F3E4-049A-6DFA-F24072400140}"/>
                </a:ext>
              </a:extLst>
            </p:cNvPr>
            <p:cNvSpPr/>
            <p:nvPr/>
          </p:nvSpPr>
          <p:spPr>
            <a:xfrm>
              <a:off x="186690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BC811B3-4531-B8DC-C224-FDDC19A0A701}"/>
                </a:ext>
              </a:extLst>
            </p:cNvPr>
            <p:cNvSpPr/>
            <p:nvPr/>
          </p:nvSpPr>
          <p:spPr>
            <a:xfrm>
              <a:off x="2065020" y="4724400"/>
              <a:ext cx="198120" cy="19812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1" name="矩形 40">
            <a:extLst>
              <a:ext uri="{FF2B5EF4-FFF2-40B4-BE49-F238E27FC236}">
                <a16:creationId xmlns:a16="http://schemas.microsoft.com/office/drawing/2014/main" id="{FAD21257-F44C-6B7A-6A8D-404D1E316A53}"/>
              </a:ext>
            </a:extLst>
          </p:cNvPr>
          <p:cNvSpPr/>
          <p:nvPr/>
        </p:nvSpPr>
        <p:spPr>
          <a:xfrm>
            <a:off x="4183439" y="2879535"/>
            <a:ext cx="198120" cy="1981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D634EA5-7B7B-CF35-00DE-001809750F06}"/>
              </a:ext>
            </a:extLst>
          </p:cNvPr>
          <p:cNvSpPr/>
          <p:nvPr/>
        </p:nvSpPr>
        <p:spPr>
          <a:xfrm>
            <a:off x="4381559" y="2879535"/>
            <a:ext cx="198120" cy="198120"/>
          </a:xfrm>
          <a:prstGeom prst="rect">
            <a:avLst/>
          </a:prstGeom>
          <a:solidFill>
            <a:srgbClr val="FBD7B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33408F8-5E5D-B78A-C6FE-613704EF25C2}"/>
              </a:ext>
            </a:extLst>
          </p:cNvPr>
          <p:cNvSpPr/>
          <p:nvPr/>
        </p:nvSpPr>
        <p:spPr>
          <a:xfrm>
            <a:off x="4579679" y="2879535"/>
            <a:ext cx="198120" cy="198120"/>
          </a:xfrm>
          <a:prstGeom prst="rect">
            <a:avLst/>
          </a:prstGeom>
          <a:solidFill>
            <a:srgbClr val="FFF2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593459E-37BA-A3A9-EB98-83F9DB9F78ED}"/>
              </a:ext>
            </a:extLst>
          </p:cNvPr>
          <p:cNvSpPr/>
          <p:nvPr/>
        </p:nvSpPr>
        <p:spPr>
          <a:xfrm>
            <a:off x="4777799" y="2879535"/>
            <a:ext cx="198120" cy="198120"/>
          </a:xfrm>
          <a:prstGeom prst="rect">
            <a:avLst/>
          </a:prstGeom>
          <a:solidFill>
            <a:srgbClr val="FCEAD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EE714C09-F30B-3553-9560-57D965731ED2}"/>
              </a:ext>
            </a:extLst>
          </p:cNvPr>
          <p:cNvCxnSpPr>
            <a:cxnSpLocks/>
          </p:cNvCxnSpPr>
          <p:nvPr/>
        </p:nvCxnSpPr>
        <p:spPr>
          <a:xfrm>
            <a:off x="4579679" y="1535372"/>
            <a:ext cx="0" cy="5858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661E1804-095A-C387-D1FA-B08CE3C96DDA}"/>
              </a:ext>
            </a:extLst>
          </p:cNvPr>
          <p:cNvGrpSpPr/>
          <p:nvPr/>
        </p:nvGrpSpPr>
        <p:grpSpPr>
          <a:xfrm>
            <a:off x="4502222" y="4236039"/>
            <a:ext cx="146706" cy="145254"/>
            <a:chOff x="3044767" y="2832724"/>
            <a:chExt cx="146706" cy="145254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74E3FA4A-099F-3CCE-2E66-C841518CAC36}"/>
                </a:ext>
              </a:extLst>
            </p:cNvPr>
            <p:cNvSpPr/>
            <p:nvPr/>
          </p:nvSpPr>
          <p:spPr>
            <a:xfrm>
              <a:off x="3044767" y="2832724"/>
              <a:ext cx="146706" cy="145254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A474755F-0483-DC9C-389C-FEAD9833E616}"/>
                </a:ext>
              </a:extLst>
            </p:cNvPr>
            <p:cNvCxnSpPr>
              <a:stCxn id="53" idx="0"/>
              <a:endCxn id="53" idx="4"/>
            </p:cNvCxnSpPr>
            <p:nvPr/>
          </p:nvCxnSpPr>
          <p:spPr>
            <a:xfrm>
              <a:off x="3118120" y="2832724"/>
              <a:ext cx="0" cy="1452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C77BCCF5-BB2E-B9A7-FC08-D398C169F0C7}"/>
                </a:ext>
              </a:extLst>
            </p:cNvPr>
            <p:cNvCxnSpPr>
              <a:stCxn id="53" idx="2"/>
              <a:endCxn id="53" idx="6"/>
            </p:cNvCxnSpPr>
            <p:nvPr/>
          </p:nvCxnSpPr>
          <p:spPr>
            <a:xfrm>
              <a:off x="3044767" y="2905351"/>
              <a:ext cx="14670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726B9890-A820-A5AB-828D-1A755FCF9FD4}"/>
              </a:ext>
            </a:extLst>
          </p:cNvPr>
          <p:cNvGrpSpPr/>
          <p:nvPr/>
        </p:nvGrpSpPr>
        <p:grpSpPr>
          <a:xfrm>
            <a:off x="3855630" y="1843455"/>
            <a:ext cx="724049" cy="2470407"/>
            <a:chOff x="2364105" y="1409700"/>
            <a:chExt cx="621349" cy="1112899"/>
          </a:xfrm>
        </p:grpSpPr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A19C572F-B2E1-AD45-0D34-140F27FAB6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105" y="1413510"/>
              <a:ext cx="62134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3DD742C3-9C84-BA6B-EE69-A0685C5461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6010" y="1409700"/>
              <a:ext cx="3810" cy="11128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1D18821A-0DD2-FC2A-AB4F-67795282F873}"/>
                </a:ext>
              </a:extLst>
            </p:cNvPr>
            <p:cNvCxnSpPr>
              <a:cxnSpLocks/>
            </p:cNvCxnSpPr>
            <p:nvPr/>
          </p:nvCxnSpPr>
          <p:spPr>
            <a:xfrm>
              <a:off x="2364105" y="2522599"/>
              <a:ext cx="55941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9" name="直接箭头连接符 448">
            <a:extLst>
              <a:ext uri="{FF2B5EF4-FFF2-40B4-BE49-F238E27FC236}">
                <a16:creationId xmlns:a16="http://schemas.microsoft.com/office/drawing/2014/main" id="{D9A38022-0FE3-F591-CFC3-A313406B9EC3}"/>
              </a:ext>
            </a:extLst>
          </p:cNvPr>
          <p:cNvCxnSpPr>
            <a:cxnSpLocks/>
          </p:cNvCxnSpPr>
          <p:nvPr/>
        </p:nvCxnSpPr>
        <p:spPr>
          <a:xfrm>
            <a:off x="4579679" y="2319341"/>
            <a:ext cx="0" cy="5601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直接箭头连接符 460">
            <a:extLst>
              <a:ext uri="{FF2B5EF4-FFF2-40B4-BE49-F238E27FC236}">
                <a16:creationId xmlns:a16="http://schemas.microsoft.com/office/drawing/2014/main" id="{89B21369-A47A-29A1-C23C-36B41A9E9DE3}"/>
              </a:ext>
            </a:extLst>
          </p:cNvPr>
          <p:cNvCxnSpPr>
            <a:cxnSpLocks/>
          </p:cNvCxnSpPr>
          <p:nvPr/>
        </p:nvCxnSpPr>
        <p:spPr>
          <a:xfrm>
            <a:off x="4579679" y="3077655"/>
            <a:ext cx="0" cy="5601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2" name="矩形 461">
            <a:extLst>
              <a:ext uri="{FF2B5EF4-FFF2-40B4-BE49-F238E27FC236}">
                <a16:creationId xmlns:a16="http://schemas.microsoft.com/office/drawing/2014/main" id="{8B84D538-3C59-0D3C-2EBD-AF78A4EC959A}"/>
              </a:ext>
            </a:extLst>
          </p:cNvPr>
          <p:cNvSpPr/>
          <p:nvPr/>
        </p:nvSpPr>
        <p:spPr>
          <a:xfrm>
            <a:off x="2931895" y="2651658"/>
            <a:ext cx="2632256" cy="63314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C65477C-BB05-1232-31A1-BB20D9F1168C}"/>
              </a:ext>
            </a:extLst>
          </p:cNvPr>
          <p:cNvSpPr txBox="1"/>
          <p:nvPr/>
        </p:nvSpPr>
        <p:spPr>
          <a:xfrm>
            <a:off x="2910146" y="2716985"/>
            <a:ext cx="89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b="0" i="0" dirty="0">
                <a:solidFill>
                  <a:srgbClr val="24292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Iterative </a:t>
            </a:r>
          </a:p>
          <a:p>
            <a:pPr algn="ctr"/>
            <a:r>
              <a:rPr lang="en-US" altLang="zh-CN" sz="1400" b="0" i="0" dirty="0">
                <a:solidFill>
                  <a:srgbClr val="24292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Pruning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6" name="文本框 465">
                <a:extLst>
                  <a:ext uri="{FF2B5EF4-FFF2-40B4-BE49-F238E27FC236}">
                    <a16:creationId xmlns:a16="http://schemas.microsoft.com/office/drawing/2014/main" id="{FB9867C3-D337-71AA-63D5-7A21756A50C2}"/>
                  </a:ext>
                </a:extLst>
              </p:cNvPr>
              <p:cNvSpPr txBox="1"/>
              <p:nvPr/>
            </p:nvSpPr>
            <p:spPr>
              <a:xfrm>
                <a:off x="6407481" y="5409741"/>
                <a:ext cx="937747" cy="346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6" name="文本框 465">
                <a:extLst>
                  <a:ext uri="{FF2B5EF4-FFF2-40B4-BE49-F238E27FC236}">
                    <a16:creationId xmlns:a16="http://schemas.microsoft.com/office/drawing/2014/main" id="{FB9867C3-D337-71AA-63D5-7A21756A5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7481" y="5409741"/>
                <a:ext cx="937747" cy="346505"/>
              </a:xfrm>
              <a:prstGeom prst="rect">
                <a:avLst/>
              </a:prstGeom>
              <a:blipFill>
                <a:blip r:embed="rId2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8" name="文本框 467">
            <a:extLst>
              <a:ext uri="{FF2B5EF4-FFF2-40B4-BE49-F238E27FC236}">
                <a16:creationId xmlns:a16="http://schemas.microsoft.com/office/drawing/2014/main" id="{D6147549-1442-7D73-8EF3-7DDFF1FDE407}"/>
              </a:ext>
            </a:extLst>
          </p:cNvPr>
          <p:cNvSpPr txBox="1"/>
          <p:nvPr/>
        </p:nvSpPr>
        <p:spPr>
          <a:xfrm>
            <a:off x="6553872" y="1191835"/>
            <a:ext cx="696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0" name="文本框 469">
                <a:extLst>
                  <a:ext uri="{FF2B5EF4-FFF2-40B4-BE49-F238E27FC236}">
                    <a16:creationId xmlns:a16="http://schemas.microsoft.com/office/drawing/2014/main" id="{CAC9315A-B8E6-01CF-E790-ED55094C3623}"/>
                  </a:ext>
                </a:extLst>
              </p:cNvPr>
              <p:cNvSpPr txBox="1"/>
              <p:nvPr/>
            </p:nvSpPr>
            <p:spPr>
              <a:xfrm>
                <a:off x="4129671" y="1218620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0" name="文本框 469">
                <a:extLst>
                  <a:ext uri="{FF2B5EF4-FFF2-40B4-BE49-F238E27FC236}">
                    <a16:creationId xmlns:a16="http://schemas.microsoft.com/office/drawing/2014/main" id="{CAC9315A-B8E6-01CF-E790-ED55094C3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671" y="1218620"/>
                <a:ext cx="937747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1" name="直接箭头连接符 470">
            <a:extLst>
              <a:ext uri="{FF2B5EF4-FFF2-40B4-BE49-F238E27FC236}">
                <a16:creationId xmlns:a16="http://schemas.microsoft.com/office/drawing/2014/main" id="{683FDB19-963E-D78D-6A5B-AB231BABE42A}"/>
              </a:ext>
            </a:extLst>
          </p:cNvPr>
          <p:cNvCxnSpPr>
            <a:cxnSpLocks/>
          </p:cNvCxnSpPr>
          <p:nvPr/>
        </p:nvCxnSpPr>
        <p:spPr>
          <a:xfrm>
            <a:off x="4578191" y="3841995"/>
            <a:ext cx="0" cy="39404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直接箭头连接符 474">
            <a:extLst>
              <a:ext uri="{FF2B5EF4-FFF2-40B4-BE49-F238E27FC236}">
                <a16:creationId xmlns:a16="http://schemas.microsoft.com/office/drawing/2014/main" id="{9C78CC84-385E-D8FB-29CD-05BB2750ED1F}"/>
              </a:ext>
            </a:extLst>
          </p:cNvPr>
          <p:cNvCxnSpPr>
            <a:cxnSpLocks/>
          </p:cNvCxnSpPr>
          <p:nvPr/>
        </p:nvCxnSpPr>
        <p:spPr>
          <a:xfrm>
            <a:off x="4575575" y="4367650"/>
            <a:ext cx="0" cy="2913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直接箭头连接符 496">
            <a:extLst>
              <a:ext uri="{FF2B5EF4-FFF2-40B4-BE49-F238E27FC236}">
                <a16:creationId xmlns:a16="http://schemas.microsoft.com/office/drawing/2014/main" id="{F98F1AF3-6EF7-A4B8-86DD-8E03AB1A1136}"/>
              </a:ext>
            </a:extLst>
          </p:cNvPr>
          <p:cNvCxnSpPr>
            <a:cxnSpLocks/>
          </p:cNvCxnSpPr>
          <p:nvPr/>
        </p:nvCxnSpPr>
        <p:spPr>
          <a:xfrm>
            <a:off x="4578214" y="4868530"/>
            <a:ext cx="1751" cy="5905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9" name="文本框 498">
                <a:extLst>
                  <a:ext uri="{FF2B5EF4-FFF2-40B4-BE49-F238E27FC236}">
                    <a16:creationId xmlns:a16="http://schemas.microsoft.com/office/drawing/2014/main" id="{B18A251D-AF6F-1B94-A658-3CDDD9BAB90E}"/>
                  </a:ext>
                </a:extLst>
              </p:cNvPr>
              <p:cNvSpPr txBox="1"/>
              <p:nvPr/>
            </p:nvSpPr>
            <p:spPr>
              <a:xfrm>
                <a:off x="4129376" y="5448406"/>
                <a:ext cx="937747" cy="346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𝐅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9" name="文本框 498">
                <a:extLst>
                  <a:ext uri="{FF2B5EF4-FFF2-40B4-BE49-F238E27FC236}">
                    <a16:creationId xmlns:a16="http://schemas.microsoft.com/office/drawing/2014/main" id="{B18A251D-AF6F-1B94-A658-3CDDD9BAB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376" y="5448406"/>
                <a:ext cx="937747" cy="346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0" name="文本框 499">
                <a:extLst>
                  <a:ext uri="{FF2B5EF4-FFF2-40B4-BE49-F238E27FC236}">
                    <a16:creationId xmlns:a16="http://schemas.microsoft.com/office/drawing/2014/main" id="{5D1B1E95-030F-6DC2-BF44-E6523447DD4A}"/>
                  </a:ext>
                </a:extLst>
              </p:cNvPr>
              <p:cNvSpPr txBox="1"/>
              <p:nvPr/>
            </p:nvSpPr>
            <p:spPr>
              <a:xfrm>
                <a:off x="4587527" y="2305130"/>
                <a:ext cx="937747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𝑑𝑜𝑤𝑛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0" name="文本框 499">
                <a:extLst>
                  <a:ext uri="{FF2B5EF4-FFF2-40B4-BE49-F238E27FC236}">
                    <a16:creationId xmlns:a16="http://schemas.microsoft.com/office/drawing/2014/main" id="{5D1B1E95-030F-6DC2-BF44-E6523447D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527" y="2305130"/>
                <a:ext cx="937747" cy="358303"/>
              </a:xfrm>
              <a:prstGeom prst="rect">
                <a:avLst/>
              </a:prstGeom>
              <a:blipFill>
                <a:blip r:embed="rId5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1" name="文本框 500">
                <a:extLst>
                  <a:ext uri="{FF2B5EF4-FFF2-40B4-BE49-F238E27FC236}">
                    <a16:creationId xmlns:a16="http://schemas.microsoft.com/office/drawing/2014/main" id="{29728904-E6EC-A11A-B8EB-3B8A6F4A3144}"/>
                  </a:ext>
                </a:extLst>
              </p:cNvPr>
              <p:cNvSpPr txBox="1"/>
              <p:nvPr/>
            </p:nvSpPr>
            <p:spPr>
              <a:xfrm>
                <a:off x="4521460" y="3282174"/>
                <a:ext cx="937747" cy="36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𝑢𝑝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1" name="文本框 500">
                <a:extLst>
                  <a:ext uri="{FF2B5EF4-FFF2-40B4-BE49-F238E27FC236}">
                    <a16:creationId xmlns:a16="http://schemas.microsoft.com/office/drawing/2014/main" id="{29728904-E6EC-A11A-B8EB-3B8A6F4A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460" y="3282174"/>
                <a:ext cx="937747" cy="367665"/>
              </a:xfrm>
              <a:prstGeom prst="rect">
                <a:avLst/>
              </a:prstGeom>
              <a:blipFill>
                <a:blip r:embed="rId6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6" name="文本框 505">
                <a:extLst>
                  <a:ext uri="{FF2B5EF4-FFF2-40B4-BE49-F238E27FC236}">
                    <a16:creationId xmlns:a16="http://schemas.microsoft.com/office/drawing/2014/main" id="{A96BE53C-D1F5-472F-550A-A8B25D961BCE}"/>
                  </a:ext>
                </a:extLst>
              </p:cNvPr>
              <p:cNvSpPr txBox="1"/>
              <p:nvPr/>
            </p:nvSpPr>
            <p:spPr>
              <a:xfrm>
                <a:off x="4426758" y="3861172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6" name="文本框 505">
                <a:extLst>
                  <a:ext uri="{FF2B5EF4-FFF2-40B4-BE49-F238E27FC236}">
                    <a16:creationId xmlns:a16="http://schemas.microsoft.com/office/drawing/2014/main" id="{A96BE53C-D1F5-472F-550A-A8B25D961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758" y="3861172"/>
                <a:ext cx="937747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8" name="文本框 507">
                <a:extLst>
                  <a:ext uri="{FF2B5EF4-FFF2-40B4-BE49-F238E27FC236}">
                    <a16:creationId xmlns:a16="http://schemas.microsoft.com/office/drawing/2014/main" id="{9B0F9539-D6A2-816F-579F-E04471D31A59}"/>
                  </a:ext>
                </a:extLst>
              </p:cNvPr>
              <p:cNvSpPr txBox="1"/>
              <p:nvPr/>
            </p:nvSpPr>
            <p:spPr>
              <a:xfrm>
                <a:off x="4738722" y="2769331"/>
                <a:ext cx="9377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8" name="文本框 507">
                <a:extLst>
                  <a:ext uri="{FF2B5EF4-FFF2-40B4-BE49-F238E27FC236}">
                    <a16:creationId xmlns:a16="http://schemas.microsoft.com/office/drawing/2014/main" id="{9B0F9539-D6A2-816F-579F-E04471D31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722" y="2769331"/>
                <a:ext cx="937747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9564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309F5-E8B3-3343-A147-7CC6373A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4614544-1793-6C33-A6A9-20C82062B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8107671" y="3008747"/>
            <a:ext cx="1908349" cy="143999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11E0F978-5841-F306-59DE-191E4360F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68"/>
          <a:stretch/>
        </p:blipFill>
        <p:spPr>
          <a:xfrm>
            <a:off x="4115804" y="3008745"/>
            <a:ext cx="1898537" cy="143999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7E765E7-514C-38FA-D3DD-FBB346B79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6096000" y="3013193"/>
            <a:ext cx="1908352" cy="143999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887FF1FC-AE1F-4E68-8F10-04262DFA3F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2107601" y="3008749"/>
            <a:ext cx="1908352" cy="14400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AE7233E2-E060-BA25-F3B8-9DFA90F33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810"/>
          <a:stretch/>
        </p:blipFill>
        <p:spPr>
          <a:xfrm>
            <a:off x="104305" y="3008749"/>
            <a:ext cx="1908353" cy="1440000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6F3D27A0-2230-2997-9E89-4B151652F3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10110963" y="3008747"/>
            <a:ext cx="1908348" cy="1439996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AD3F9719-F778-7BE2-438B-A3BEDDDD7F77}"/>
              </a:ext>
            </a:extLst>
          </p:cNvPr>
          <p:cNvSpPr txBox="1"/>
          <p:nvPr/>
        </p:nvSpPr>
        <p:spPr>
          <a:xfrm>
            <a:off x="783144" y="4422107"/>
            <a:ext cx="55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5876D56-52DF-7CC1-0C63-28CFF1E20071}"/>
              </a:ext>
            </a:extLst>
          </p:cNvPr>
          <p:cNvSpPr txBox="1"/>
          <p:nvPr/>
        </p:nvSpPr>
        <p:spPr>
          <a:xfrm>
            <a:off x="2325735" y="4422107"/>
            <a:ext cx="1472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SAM-base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6971580-3EE6-F581-8EC1-67F807C72A62}"/>
              </a:ext>
            </a:extLst>
          </p:cNvPr>
          <p:cNvSpPr txBox="1"/>
          <p:nvPr/>
        </p:nvSpPr>
        <p:spPr>
          <a:xfrm>
            <a:off x="4389608" y="4422107"/>
            <a:ext cx="1350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MaskRCNN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774561B8-F53D-2905-17ED-4EA1739F395B}"/>
              </a:ext>
            </a:extLst>
          </p:cNvPr>
          <p:cNvSpPr txBox="1"/>
          <p:nvPr/>
        </p:nvSpPr>
        <p:spPr>
          <a:xfrm>
            <a:off x="6374712" y="4428203"/>
            <a:ext cx="1350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Rsprompter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187A013-7C05-3AD8-63B2-598037391265}"/>
              </a:ext>
            </a:extLst>
          </p:cNvPr>
          <p:cNvSpPr txBox="1"/>
          <p:nvPr/>
        </p:nvSpPr>
        <p:spPr>
          <a:xfrm>
            <a:off x="8501103" y="4428203"/>
            <a:ext cx="1121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MC-SAM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B9D38D0-6129-EE89-B804-46DF3C3872C4}"/>
              </a:ext>
            </a:extLst>
          </p:cNvPr>
          <p:cNvSpPr txBox="1"/>
          <p:nvPr/>
        </p:nvSpPr>
        <p:spPr>
          <a:xfrm>
            <a:off x="10734897" y="4422107"/>
            <a:ext cx="66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05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F9558-0271-0856-CE50-D10F20E7D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8">
            <a:extLst>
              <a:ext uri="{FF2B5EF4-FFF2-40B4-BE49-F238E27FC236}">
                <a16:creationId xmlns:a16="http://schemas.microsoft.com/office/drawing/2014/main" id="{D2964056-4800-1FC5-72EA-F0978CF46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6497" y="2528801"/>
            <a:ext cx="3278280" cy="1058544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13602EB2-F8CB-9537-88E9-99CE4C6B86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2725" y="519748"/>
            <a:ext cx="2774315" cy="895816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17B5C0CA-BE39-8484-C4D5-9B1B4EFE4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416" y="5759127"/>
            <a:ext cx="2407089" cy="777240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E2FD6DCE-D279-CAC2-713D-B284526352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724149"/>
            <a:ext cx="2195195" cy="708820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307E7C2F-BCAE-92C1-A92E-212A5F446E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2582" y="5638454"/>
            <a:ext cx="2113915" cy="68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968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5DCD5-44DF-863C-D146-663D7C2A0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30CB3DE-6A3D-12CA-CA7A-A0A8027588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8091205" y="95215"/>
            <a:ext cx="1908349" cy="143999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BAB661F-2E26-9D37-4B45-8C663598EC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68"/>
          <a:stretch/>
        </p:blipFill>
        <p:spPr>
          <a:xfrm>
            <a:off x="4099338" y="95213"/>
            <a:ext cx="1898537" cy="143999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C59119C-22C3-8098-D89D-DAD691918A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6079534" y="99661"/>
            <a:ext cx="1908352" cy="143999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6A60BE1-EF9C-AF3B-BBE8-367F4F3050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2091135" y="95217"/>
            <a:ext cx="1908352" cy="14400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F80F5B39-23F6-68BB-DF6C-8446C50DF5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810"/>
          <a:stretch/>
        </p:blipFill>
        <p:spPr>
          <a:xfrm>
            <a:off x="87839" y="95217"/>
            <a:ext cx="1908353" cy="1440000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7A196D36-9A40-F318-43E6-104C2FEB2C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0"/>
          <a:stretch/>
        </p:blipFill>
        <p:spPr>
          <a:xfrm>
            <a:off x="10094497" y="95215"/>
            <a:ext cx="1908348" cy="1439996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3639B0D1-B3D4-7DCF-1AB4-7833352061AE}"/>
              </a:ext>
            </a:extLst>
          </p:cNvPr>
          <p:cNvSpPr txBox="1"/>
          <p:nvPr/>
        </p:nvSpPr>
        <p:spPr>
          <a:xfrm>
            <a:off x="714893" y="5714524"/>
            <a:ext cx="55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3CCAA61-0390-5B71-F98E-580AB64861CC}"/>
              </a:ext>
            </a:extLst>
          </p:cNvPr>
          <p:cNvSpPr txBox="1"/>
          <p:nvPr/>
        </p:nvSpPr>
        <p:spPr>
          <a:xfrm>
            <a:off x="2310546" y="5714524"/>
            <a:ext cx="1472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SAM-base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D15AE6-D9A5-FC43-304E-09A654373FEF}"/>
              </a:ext>
            </a:extLst>
          </p:cNvPr>
          <p:cNvSpPr txBox="1"/>
          <p:nvPr/>
        </p:nvSpPr>
        <p:spPr>
          <a:xfrm>
            <a:off x="4321357" y="5714524"/>
            <a:ext cx="1350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MaskRCNN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4F7BAB1-63B6-9CA9-E4C2-737F50D08E89}"/>
              </a:ext>
            </a:extLst>
          </p:cNvPr>
          <p:cNvSpPr txBox="1"/>
          <p:nvPr/>
        </p:nvSpPr>
        <p:spPr>
          <a:xfrm>
            <a:off x="6306461" y="5720620"/>
            <a:ext cx="1350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Rsprompter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75CDA4A-45B9-E72E-F28D-05B3A5645E6D}"/>
              </a:ext>
            </a:extLst>
          </p:cNvPr>
          <p:cNvSpPr txBox="1"/>
          <p:nvPr/>
        </p:nvSpPr>
        <p:spPr>
          <a:xfrm>
            <a:off x="8432852" y="5720620"/>
            <a:ext cx="1121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MC-SAM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E6E165D-D432-31D8-6DB6-5EE4C2275336}"/>
              </a:ext>
            </a:extLst>
          </p:cNvPr>
          <p:cNvSpPr txBox="1"/>
          <p:nvPr/>
        </p:nvSpPr>
        <p:spPr>
          <a:xfrm>
            <a:off x="10666646" y="5714524"/>
            <a:ext cx="66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C52F2C3-78CB-CD83-A8AD-39467B354E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5"/>
          <a:stretch/>
        </p:blipFill>
        <p:spPr>
          <a:xfrm>
            <a:off x="8092184" y="4377380"/>
            <a:ext cx="1918215" cy="136298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1AB998B-21BB-439C-AEB5-F05F0BE7DC2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95"/>
          <a:stretch/>
        </p:blipFill>
        <p:spPr>
          <a:xfrm>
            <a:off x="10097785" y="4393978"/>
            <a:ext cx="1905060" cy="136062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126A43D-DB3A-5CEC-B637-04B8A99A52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44"/>
          <a:stretch/>
        </p:blipFill>
        <p:spPr>
          <a:xfrm>
            <a:off x="6082826" y="4360437"/>
            <a:ext cx="1905060" cy="136465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DEFA5FE4-D092-A2EA-D973-39163C68D83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06"/>
          <a:stretch/>
        </p:blipFill>
        <p:spPr>
          <a:xfrm>
            <a:off x="2094423" y="4363836"/>
            <a:ext cx="1903903" cy="1368243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EF6AE85C-B395-57E6-1FCE-4D123B951F5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421" y="4360437"/>
            <a:ext cx="1905059" cy="1371642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A9467A5C-2693-4594-B99F-0D52C6CCCA8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95"/>
          <a:stretch/>
        </p:blipFill>
        <p:spPr>
          <a:xfrm>
            <a:off x="4060157" y="4360437"/>
            <a:ext cx="1924430" cy="1379927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E1411D85-49AA-A8F2-2DCA-868CE7216E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34"/>
          <a:stretch/>
        </p:blipFill>
        <p:spPr>
          <a:xfrm>
            <a:off x="87839" y="1631197"/>
            <a:ext cx="1905059" cy="1318781"/>
          </a:xfrm>
          <a:prstGeom prst="rect">
            <a:avLst/>
          </a:prstGeom>
        </p:spPr>
      </p:pic>
      <p:pic>
        <p:nvPicPr>
          <p:cNvPr id="67" name="图片 66">
            <a:extLst>
              <a:ext uri="{FF2B5EF4-FFF2-40B4-BE49-F238E27FC236}">
                <a16:creationId xmlns:a16="http://schemas.microsoft.com/office/drawing/2014/main" id="{8348976A-9B04-1421-9B9E-9C360255094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24"/>
          <a:stretch/>
        </p:blipFill>
        <p:spPr>
          <a:xfrm>
            <a:off x="10098942" y="1631197"/>
            <a:ext cx="1903903" cy="1317714"/>
          </a:xfrm>
          <a:prstGeom prst="rect">
            <a:avLst/>
          </a:prstGeom>
        </p:spPr>
      </p:pic>
      <p:pic>
        <p:nvPicPr>
          <p:cNvPr id="68" name="图片 67">
            <a:extLst>
              <a:ext uri="{FF2B5EF4-FFF2-40B4-BE49-F238E27FC236}">
                <a16:creationId xmlns:a16="http://schemas.microsoft.com/office/drawing/2014/main" id="{2EF9D951-3AF9-065B-AE2D-69CB747CD5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86"/>
          <a:stretch/>
        </p:blipFill>
        <p:spPr>
          <a:xfrm>
            <a:off x="8087499" y="1637346"/>
            <a:ext cx="1914419" cy="1317714"/>
          </a:xfrm>
          <a:prstGeom prst="rect">
            <a:avLst/>
          </a:prstGeom>
        </p:spPr>
      </p:pic>
      <p:pic>
        <p:nvPicPr>
          <p:cNvPr id="69" name="图片 68">
            <a:extLst>
              <a:ext uri="{FF2B5EF4-FFF2-40B4-BE49-F238E27FC236}">
                <a16:creationId xmlns:a16="http://schemas.microsoft.com/office/drawing/2014/main" id="{F1C523E0-4833-1971-B4FB-770808F49F3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49"/>
          <a:stretch/>
        </p:blipFill>
        <p:spPr>
          <a:xfrm>
            <a:off x="2091135" y="1629187"/>
            <a:ext cx="1914419" cy="1317714"/>
          </a:xfrm>
          <a:prstGeom prst="rect">
            <a:avLst/>
          </a:prstGeom>
        </p:spPr>
      </p:pic>
      <p:pic>
        <p:nvPicPr>
          <p:cNvPr id="70" name="图片 69">
            <a:extLst>
              <a:ext uri="{FF2B5EF4-FFF2-40B4-BE49-F238E27FC236}">
                <a16:creationId xmlns:a16="http://schemas.microsoft.com/office/drawing/2014/main" id="{6113908D-1D68-1898-31D6-46C35B835F4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749"/>
          <a:stretch/>
        </p:blipFill>
        <p:spPr>
          <a:xfrm>
            <a:off x="6076240" y="1637346"/>
            <a:ext cx="1914420" cy="1317714"/>
          </a:xfrm>
          <a:prstGeom prst="rect">
            <a:avLst/>
          </a:prstGeom>
        </p:spPr>
      </p:pic>
      <p:pic>
        <p:nvPicPr>
          <p:cNvPr id="71" name="图片 70">
            <a:extLst>
              <a:ext uri="{FF2B5EF4-FFF2-40B4-BE49-F238E27FC236}">
                <a16:creationId xmlns:a16="http://schemas.microsoft.com/office/drawing/2014/main" id="{FB6999AF-C157-B00D-2DB8-33E95238E51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55"/>
          <a:stretch/>
        </p:blipFill>
        <p:spPr>
          <a:xfrm rot="10800000" flipH="1" flipV="1">
            <a:off x="4094293" y="1629187"/>
            <a:ext cx="1890598" cy="1311922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0075AB97-05BF-8626-65DC-9E383A97303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167"/>
          <a:stretch/>
        </p:blipFill>
        <p:spPr>
          <a:xfrm>
            <a:off x="87839" y="3045958"/>
            <a:ext cx="1905059" cy="1234378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2A0EFA03-C9AB-8861-7C9E-21264ABC6F4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20"/>
          <a:stretch/>
        </p:blipFill>
        <p:spPr>
          <a:xfrm>
            <a:off x="10094497" y="3044897"/>
            <a:ext cx="1914481" cy="1234378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4081057C-6FBB-C957-67D3-1C0D8CCD6A1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20"/>
          <a:stretch/>
        </p:blipFill>
        <p:spPr>
          <a:xfrm>
            <a:off x="2091135" y="3044898"/>
            <a:ext cx="1914482" cy="1234377"/>
          </a:xfrm>
          <a:prstGeom prst="rect">
            <a:avLst/>
          </a:prstGeom>
        </p:spPr>
      </p:pic>
      <p:pic>
        <p:nvPicPr>
          <p:cNvPr id="75" name="图片 74">
            <a:extLst>
              <a:ext uri="{FF2B5EF4-FFF2-40B4-BE49-F238E27FC236}">
                <a16:creationId xmlns:a16="http://schemas.microsoft.com/office/drawing/2014/main" id="{7C98F7AB-E656-00E5-FE98-E8F0FB5A74C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74"/>
          <a:stretch/>
        </p:blipFill>
        <p:spPr>
          <a:xfrm>
            <a:off x="4060157" y="3044897"/>
            <a:ext cx="1923884" cy="1234377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E0B8E445-1155-BA05-9AE9-DEAF5E6CA776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74"/>
          <a:stretch/>
        </p:blipFill>
        <p:spPr>
          <a:xfrm>
            <a:off x="6071508" y="3052746"/>
            <a:ext cx="1923884" cy="1234377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25F9B5DD-3B6B-54DE-57D1-4A9C5688F06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74"/>
          <a:stretch/>
        </p:blipFill>
        <p:spPr>
          <a:xfrm>
            <a:off x="8082859" y="3044896"/>
            <a:ext cx="1923884" cy="123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53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7C09B-593B-70FE-4517-23DBD757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5299FE25-AB4D-717F-492D-74ADBF9B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810"/>
          <a:stretch/>
        </p:blipFill>
        <p:spPr>
          <a:xfrm>
            <a:off x="28749" y="326710"/>
            <a:ext cx="1908353" cy="1440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CC6579D-B767-0FB8-EA8E-4157B082089B}"/>
              </a:ext>
            </a:extLst>
          </p:cNvPr>
          <p:cNvSpPr txBox="1"/>
          <p:nvPr/>
        </p:nvSpPr>
        <p:spPr>
          <a:xfrm>
            <a:off x="655803" y="5946017"/>
            <a:ext cx="550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2504C3D-F7EF-BFF9-80DA-62EF45ABE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35331" y="4591930"/>
            <a:ext cx="1905059" cy="13716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B52D458-7267-D536-E284-4B37153687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34"/>
          <a:stretch/>
        </p:blipFill>
        <p:spPr>
          <a:xfrm>
            <a:off x="28749" y="1862690"/>
            <a:ext cx="1905059" cy="131878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F21D094-ADE0-28BD-FBF3-B5167640BF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167"/>
          <a:stretch/>
        </p:blipFill>
        <p:spPr>
          <a:xfrm>
            <a:off x="28749" y="3277451"/>
            <a:ext cx="1905059" cy="123437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2E3D82F1-1F12-0A26-ADE1-499152D5AD96}"/>
              </a:ext>
            </a:extLst>
          </p:cNvPr>
          <p:cNvSpPr txBox="1"/>
          <p:nvPr/>
        </p:nvSpPr>
        <p:spPr>
          <a:xfrm>
            <a:off x="2398433" y="585045"/>
            <a:ext cx="12728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bikeway along with tree”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0620335-EDC0-5BEC-E78A-9F98FAA6ACB2}"/>
              </a:ext>
            </a:extLst>
          </p:cNvPr>
          <p:cNvSpPr/>
          <p:nvPr/>
        </p:nvSpPr>
        <p:spPr>
          <a:xfrm>
            <a:off x="2314836" y="326710"/>
            <a:ext cx="1440000" cy="144000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039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38612</TotalTime>
  <Words>680</Words>
  <Application>Microsoft Office PowerPoint</Application>
  <PresentationFormat>宽屏</PresentationFormat>
  <Paragraphs>402</Paragraphs>
  <Slides>23</Slides>
  <Notes>8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等线 Light</vt:lpstr>
      <vt:lpstr>黑体</vt:lpstr>
      <vt:lpstr>宋体</vt:lpstr>
      <vt:lpstr>Arial</vt:lpstr>
      <vt:lpstr>Cambria Math</vt:lpstr>
      <vt:lpstr>Noto Sans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</dc:creator>
  <cp:lastModifiedBy>之心 赵</cp:lastModifiedBy>
  <cp:revision>21</cp:revision>
  <dcterms:created xsi:type="dcterms:W3CDTF">2022-06-18T06:21:26Z</dcterms:created>
  <dcterms:modified xsi:type="dcterms:W3CDTF">2025-12-07T07:53:52Z</dcterms:modified>
</cp:coreProperties>
</file>